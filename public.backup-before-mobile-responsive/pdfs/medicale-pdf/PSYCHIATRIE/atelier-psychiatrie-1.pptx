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ata17.xml" ContentType="application/vnd.openxmlformats-officedocument.drawingml.diagramData+xml"/>
  <Override PartName="/ppt/diagrams/colors22.xml" ContentType="application/vnd.openxmlformats-officedocument.drawingml.diagramColor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diagrams/quickStyle28.xml" ContentType="application/vnd.openxmlformats-officedocument.drawingml.diagramStyl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quickStyle17.xml" ContentType="application/vnd.openxmlformats-officedocument.drawingml.diagramStyl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24.xml" ContentType="application/vnd.openxmlformats-officedocument.drawingml.diagramStyle+xml"/>
  <Override PartName="/ppt/diagrams/layout28.xml" ContentType="application/vnd.openxmlformats-officedocument.drawingml.diagramLayout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diagrams/layout24.xml" ContentType="application/vnd.openxmlformats-officedocument.drawingml.diagramLayout+xml"/>
  <Override PartName="/ppt/diagrams/colors27.xml" ContentType="application/vnd.openxmlformats-officedocument.drawingml.diagramColor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diagrams/data25.xml" ContentType="application/vnd.openxmlformats-officedocument.drawingml.diagramData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layout18.xml" ContentType="application/vnd.openxmlformats-officedocument.drawingml.diagramLayout+xml"/>
  <Override PartName="/ppt/diagrams/quickStyle25.xml" ContentType="application/vnd.openxmlformats-officedocument.drawingml.diagramStyl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layout25.xml" ContentType="application/vnd.openxmlformats-officedocument.drawingml.diagramLayout+xml"/>
  <Override PartName="/ppt/diagrams/colors28.xml" ContentType="application/vnd.openxmlformats-officedocument.drawingml.diagramColors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layout23.xml" ContentType="application/vnd.openxmlformats-officedocument.drawingml.diagramLayout+xml"/>
  <Override PartName="/ppt/diagrams/colors26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24.xml" ContentType="application/vnd.openxmlformats-officedocument.drawingml.diagramColors+xml"/>
  <Override PartName="/ppt/diagrams/data28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diagrams/data26.xml" ContentType="application/vnd.openxmlformats-officedocument.drawingml.diagramData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quickStyle26.xml" ContentType="application/vnd.openxmlformats-officedocument.drawingml.diagramStyl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layout26.xml" ContentType="application/vnd.openxmlformats-officedocument.drawingml.diagramLayout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diagrams/colors25.xml" ContentType="application/vnd.openxmlformats-officedocument.drawingml.diagramColors+xml"/>
  <Override PartName="/ppt/diagrams/data27.xml" ContentType="application/vnd.openxmlformats-officedocument.drawingml.diagramData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quickStyle27.xml" ContentType="application/vnd.openxmlformats-officedocument.drawingml.diagramStyl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layout27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5" r:id="rId3"/>
    <p:sldId id="266" r:id="rId4"/>
    <p:sldId id="271" r:id="rId5"/>
    <p:sldId id="272" r:id="rId6"/>
    <p:sldId id="273" r:id="rId7"/>
    <p:sldId id="267" r:id="rId8"/>
    <p:sldId id="268" r:id="rId9"/>
    <p:sldId id="269" r:id="rId10"/>
    <p:sldId id="270" r:id="rId11"/>
    <p:sldId id="289" r:id="rId12"/>
    <p:sldId id="292" r:id="rId13"/>
    <p:sldId id="293" r:id="rId14"/>
    <p:sldId id="290" r:id="rId15"/>
    <p:sldId id="274" r:id="rId16"/>
    <p:sldId id="28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4" r:id="rId26"/>
    <p:sldId id="285" r:id="rId27"/>
    <p:sldId id="286" r:id="rId28"/>
    <p:sldId id="288" r:id="rId29"/>
    <p:sldId id="291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809A40-378E-4B58-9073-EFFFB75E85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0970CFFC-5D99-45A9-A7F5-D8F7AE354017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Comment appelle-t-on la forme clinique de schizophrénie caractérisée par la présence de comportements psychopathiques ? </a:t>
          </a:r>
          <a:endParaRPr lang="fr-FR" dirty="0">
            <a:solidFill>
              <a:schemeClr val="tx1"/>
            </a:solidFill>
          </a:endParaRPr>
        </a:p>
      </dgm:t>
    </dgm:pt>
    <dgm:pt modelId="{24BBDB11-EEF7-4224-BE6B-29BD0993036F}" type="parTrans" cxnId="{07E21B43-22E4-4B47-85DC-A63069FE7061}">
      <dgm:prSet/>
      <dgm:spPr/>
      <dgm:t>
        <a:bodyPr/>
        <a:lstStyle/>
        <a:p>
          <a:endParaRPr lang="fr-FR"/>
        </a:p>
      </dgm:t>
    </dgm:pt>
    <dgm:pt modelId="{5283881A-A212-4A62-A2FF-CD4D4B746B86}" type="sibTrans" cxnId="{07E21B43-22E4-4B47-85DC-A63069FE7061}">
      <dgm:prSet/>
      <dgm:spPr/>
      <dgm:t>
        <a:bodyPr/>
        <a:lstStyle/>
        <a:p>
          <a:endParaRPr lang="fr-FR"/>
        </a:p>
      </dgm:t>
    </dgm:pt>
    <dgm:pt modelId="{9AC12377-E1CF-438F-9507-B0BE944CF77F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A/Schizophrénie simple</a:t>
          </a:r>
          <a:endParaRPr lang="fr-FR" dirty="0">
            <a:solidFill>
              <a:schemeClr val="tx1"/>
            </a:solidFill>
          </a:endParaRPr>
        </a:p>
      </dgm:t>
    </dgm:pt>
    <dgm:pt modelId="{918C594F-12C7-4DAD-8CE6-AFE21D08E589}" type="parTrans" cxnId="{3BA687F4-F16B-4B59-B408-0F3B4A6CDAA6}">
      <dgm:prSet/>
      <dgm:spPr/>
      <dgm:t>
        <a:bodyPr/>
        <a:lstStyle/>
        <a:p>
          <a:endParaRPr lang="fr-FR"/>
        </a:p>
      </dgm:t>
    </dgm:pt>
    <dgm:pt modelId="{703C3265-9835-4E6D-8D24-9CFD3D665E97}" type="sibTrans" cxnId="{3BA687F4-F16B-4B59-B408-0F3B4A6CDAA6}">
      <dgm:prSet/>
      <dgm:spPr/>
      <dgm:t>
        <a:bodyPr/>
        <a:lstStyle/>
        <a:p>
          <a:endParaRPr lang="fr-FR"/>
        </a:p>
      </dgm:t>
    </dgm:pt>
    <dgm:pt modelId="{C1129408-F056-4678-9A82-DDDC0FB56680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B/Hébéphrénie</a:t>
          </a:r>
          <a:endParaRPr lang="fr-FR" dirty="0">
            <a:solidFill>
              <a:schemeClr val="tx1"/>
            </a:solidFill>
          </a:endParaRPr>
        </a:p>
      </dgm:t>
    </dgm:pt>
    <dgm:pt modelId="{6F1BCC48-57D2-493F-A1AB-6C27E3B2FAEA}" type="parTrans" cxnId="{64235719-4743-4B90-8902-BE10191BA070}">
      <dgm:prSet/>
      <dgm:spPr/>
      <dgm:t>
        <a:bodyPr/>
        <a:lstStyle/>
        <a:p>
          <a:endParaRPr lang="fr-FR"/>
        </a:p>
      </dgm:t>
    </dgm:pt>
    <dgm:pt modelId="{80E5C354-7B31-409B-AFE9-90E8B8FFBF99}" type="sibTrans" cxnId="{64235719-4743-4B90-8902-BE10191BA070}">
      <dgm:prSet/>
      <dgm:spPr/>
      <dgm:t>
        <a:bodyPr/>
        <a:lstStyle/>
        <a:p>
          <a:endParaRPr lang="fr-FR"/>
        </a:p>
      </dgm:t>
    </dgm:pt>
    <dgm:pt modelId="{D5088C75-4B03-49A7-89E4-45720F342FBE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C/Schizophrénie paranoïde</a:t>
          </a:r>
          <a:endParaRPr lang="fr-FR" dirty="0">
            <a:solidFill>
              <a:schemeClr val="tx1"/>
            </a:solidFill>
          </a:endParaRPr>
        </a:p>
      </dgm:t>
    </dgm:pt>
    <dgm:pt modelId="{C89C9D8C-4993-4417-8038-8D1BDB292FE0}" type="parTrans" cxnId="{15068D07-AB81-49E4-80FB-93CE314D2148}">
      <dgm:prSet/>
      <dgm:spPr/>
      <dgm:t>
        <a:bodyPr/>
        <a:lstStyle/>
        <a:p>
          <a:endParaRPr lang="fr-FR"/>
        </a:p>
      </dgm:t>
    </dgm:pt>
    <dgm:pt modelId="{B712A008-19BB-46E4-87B7-4D22307246DB}" type="sibTrans" cxnId="{15068D07-AB81-49E4-80FB-93CE314D2148}">
      <dgm:prSet/>
      <dgm:spPr/>
      <dgm:t>
        <a:bodyPr/>
        <a:lstStyle/>
        <a:p>
          <a:endParaRPr lang="fr-FR"/>
        </a:p>
      </dgm:t>
    </dgm:pt>
    <dgm:pt modelId="{8D1D2BB6-FE4C-472B-946A-99F8FD320503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D/Schizophrénie </a:t>
          </a:r>
          <a:r>
            <a:rPr lang="fr-FR" dirty="0" err="1" smtClean="0">
              <a:solidFill>
                <a:schemeClr val="tx1"/>
              </a:solidFill>
            </a:rPr>
            <a:t>dysthymique</a:t>
          </a:r>
          <a:endParaRPr lang="fr-FR" dirty="0">
            <a:solidFill>
              <a:schemeClr val="tx1"/>
            </a:solidFill>
          </a:endParaRPr>
        </a:p>
      </dgm:t>
    </dgm:pt>
    <dgm:pt modelId="{ECEE8515-060D-4754-BF22-DBED08C5F263}" type="parTrans" cxnId="{1E702922-26C9-43F8-9810-DBB2AA286AC4}">
      <dgm:prSet/>
      <dgm:spPr/>
      <dgm:t>
        <a:bodyPr/>
        <a:lstStyle/>
        <a:p>
          <a:endParaRPr lang="fr-FR"/>
        </a:p>
      </dgm:t>
    </dgm:pt>
    <dgm:pt modelId="{F2472B14-2BE8-4F6E-8179-3942B9248E39}" type="sibTrans" cxnId="{1E702922-26C9-43F8-9810-DBB2AA286AC4}">
      <dgm:prSet/>
      <dgm:spPr/>
      <dgm:t>
        <a:bodyPr/>
        <a:lstStyle/>
        <a:p>
          <a:endParaRPr lang="fr-FR"/>
        </a:p>
      </dgm:t>
    </dgm:pt>
    <dgm:pt modelId="{33C151D3-94B8-4002-A5B3-60721C3A21A3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E/Héboïdophrénie</a:t>
          </a:r>
          <a:endParaRPr lang="fr-FR" dirty="0">
            <a:solidFill>
              <a:schemeClr val="tx1"/>
            </a:solidFill>
          </a:endParaRPr>
        </a:p>
      </dgm:t>
    </dgm:pt>
    <dgm:pt modelId="{91EBA1D4-349F-4AA7-B78D-757E5DFE06AC}" type="parTrans" cxnId="{D33B712F-0184-433A-9DFB-291172E562A4}">
      <dgm:prSet/>
      <dgm:spPr/>
      <dgm:t>
        <a:bodyPr/>
        <a:lstStyle/>
        <a:p>
          <a:endParaRPr lang="fr-FR"/>
        </a:p>
      </dgm:t>
    </dgm:pt>
    <dgm:pt modelId="{061729E4-5C28-42DB-BC21-047D1FDA95E7}" type="sibTrans" cxnId="{D33B712F-0184-433A-9DFB-291172E562A4}">
      <dgm:prSet/>
      <dgm:spPr/>
      <dgm:t>
        <a:bodyPr/>
        <a:lstStyle/>
        <a:p>
          <a:endParaRPr lang="fr-FR"/>
        </a:p>
      </dgm:t>
    </dgm:pt>
    <dgm:pt modelId="{44784D93-E950-403E-B610-E9EFC9DBB228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REP: E</a:t>
          </a:r>
          <a:endParaRPr lang="fr-FR" dirty="0">
            <a:solidFill>
              <a:schemeClr val="tx1"/>
            </a:solidFill>
          </a:endParaRPr>
        </a:p>
      </dgm:t>
    </dgm:pt>
    <dgm:pt modelId="{288F4D05-6585-4C3B-86CC-3DCBD12D6D5A}" type="parTrans" cxnId="{C50E3EC3-4B54-4039-93CC-9CDB445EE662}">
      <dgm:prSet/>
      <dgm:spPr/>
      <dgm:t>
        <a:bodyPr/>
        <a:lstStyle/>
        <a:p>
          <a:endParaRPr lang="fr-FR"/>
        </a:p>
      </dgm:t>
    </dgm:pt>
    <dgm:pt modelId="{E37F2806-BEAF-45E1-90D1-B619C7D61BFD}" type="sibTrans" cxnId="{C50E3EC3-4B54-4039-93CC-9CDB445EE662}">
      <dgm:prSet/>
      <dgm:spPr/>
      <dgm:t>
        <a:bodyPr/>
        <a:lstStyle/>
        <a:p>
          <a:endParaRPr lang="fr-FR"/>
        </a:p>
      </dgm:t>
    </dgm:pt>
    <dgm:pt modelId="{D38394F0-2216-49E8-A13D-D9768E346C50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Commentaire: A: forme atténuée B : </a:t>
          </a:r>
          <a:r>
            <a:rPr lang="fr-FR" dirty="0" err="1" smtClean="0">
              <a:solidFill>
                <a:schemeClr val="tx1"/>
              </a:solidFill>
            </a:rPr>
            <a:t>symptomes</a:t>
          </a:r>
          <a:r>
            <a:rPr lang="fr-FR" dirty="0" smtClean="0">
              <a:solidFill>
                <a:schemeClr val="tx1"/>
              </a:solidFill>
            </a:rPr>
            <a:t> </a:t>
          </a:r>
          <a:r>
            <a:rPr lang="fr-FR" dirty="0" err="1" smtClean="0">
              <a:solidFill>
                <a:schemeClr val="tx1"/>
              </a:solidFill>
            </a:rPr>
            <a:t>negatifs</a:t>
          </a:r>
          <a:r>
            <a:rPr lang="fr-FR" dirty="0" smtClean="0">
              <a:solidFill>
                <a:schemeClr val="tx1"/>
              </a:solidFill>
            </a:rPr>
            <a:t> </a:t>
          </a:r>
          <a:r>
            <a:rPr lang="fr-FR" dirty="0" err="1" smtClean="0">
              <a:solidFill>
                <a:schemeClr val="tx1"/>
              </a:solidFill>
            </a:rPr>
            <a:t>predominants</a:t>
          </a:r>
          <a:r>
            <a:rPr lang="fr-FR" dirty="0" smtClean="0">
              <a:solidFill>
                <a:schemeClr val="tx1"/>
              </a:solidFill>
            </a:rPr>
            <a:t> C : signes positifs D: plus trouble de l’humeur</a:t>
          </a:r>
          <a:endParaRPr lang="fr-FR" dirty="0">
            <a:solidFill>
              <a:schemeClr val="tx1"/>
            </a:solidFill>
          </a:endParaRPr>
        </a:p>
      </dgm:t>
    </dgm:pt>
    <dgm:pt modelId="{B002B797-908B-44F0-AD65-3BDA39555C9C}" type="parTrans" cxnId="{E04E021E-8561-4A07-9FCE-9868A35BB432}">
      <dgm:prSet/>
      <dgm:spPr/>
      <dgm:t>
        <a:bodyPr/>
        <a:lstStyle/>
        <a:p>
          <a:endParaRPr lang="fr-FR"/>
        </a:p>
      </dgm:t>
    </dgm:pt>
    <dgm:pt modelId="{5C5BFA73-13F3-4468-A629-5921F0F591EF}" type="sibTrans" cxnId="{E04E021E-8561-4A07-9FCE-9868A35BB432}">
      <dgm:prSet/>
      <dgm:spPr/>
      <dgm:t>
        <a:bodyPr/>
        <a:lstStyle/>
        <a:p>
          <a:endParaRPr lang="fr-FR"/>
        </a:p>
      </dgm:t>
    </dgm:pt>
    <dgm:pt modelId="{189D1C3F-826B-409B-B48D-745BC694C426}" type="pres">
      <dgm:prSet presAssocID="{B4809A40-378E-4B58-9073-EFFFB75E85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7E81885-EE4E-4449-ABDE-7A3D98D27E1B}" type="pres">
      <dgm:prSet presAssocID="{0970CFFC-5D99-45A9-A7F5-D8F7AE354017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5038CFE-4D91-4449-8BB7-ABABBB67D511}" type="pres">
      <dgm:prSet presAssocID="{5283881A-A212-4A62-A2FF-CD4D4B746B86}" presName="spacer" presStyleCnt="0"/>
      <dgm:spPr/>
    </dgm:pt>
    <dgm:pt modelId="{DB572322-392F-4FED-8859-39A50D598F68}" type="pres">
      <dgm:prSet presAssocID="{9AC12377-E1CF-438F-9507-B0BE944CF77F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1B5CA43-F803-4EFF-BB71-30BE18A7A782}" type="pres">
      <dgm:prSet presAssocID="{703C3265-9835-4E6D-8D24-9CFD3D665E97}" presName="spacer" presStyleCnt="0"/>
      <dgm:spPr/>
    </dgm:pt>
    <dgm:pt modelId="{56AA69F1-C788-44DC-9135-DFCE34BBFD9E}" type="pres">
      <dgm:prSet presAssocID="{C1129408-F056-4678-9A82-DDDC0FB56680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0EEF472-97C3-4CE3-A1F1-5C2995D6BF63}" type="pres">
      <dgm:prSet presAssocID="{80E5C354-7B31-409B-AFE9-90E8B8FFBF99}" presName="spacer" presStyleCnt="0"/>
      <dgm:spPr/>
    </dgm:pt>
    <dgm:pt modelId="{36F3D00A-EDB6-472F-AACE-EE18EAC7DB3A}" type="pres">
      <dgm:prSet presAssocID="{D5088C75-4B03-49A7-89E4-45720F342FBE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8981D0F-AB53-4F44-BC2F-61D60C913BCA}" type="pres">
      <dgm:prSet presAssocID="{B712A008-19BB-46E4-87B7-4D22307246DB}" presName="spacer" presStyleCnt="0"/>
      <dgm:spPr/>
    </dgm:pt>
    <dgm:pt modelId="{656578BB-95BE-4FBE-AE46-AAC65F2D2E96}" type="pres">
      <dgm:prSet presAssocID="{8D1D2BB6-FE4C-472B-946A-99F8FD320503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142894E-9856-4FA4-91D9-DA2A79E45091}" type="pres">
      <dgm:prSet presAssocID="{F2472B14-2BE8-4F6E-8179-3942B9248E39}" presName="spacer" presStyleCnt="0"/>
      <dgm:spPr/>
    </dgm:pt>
    <dgm:pt modelId="{B9559C8A-9A08-4C70-8A2B-E0418D8EB121}" type="pres">
      <dgm:prSet presAssocID="{33C151D3-94B8-4002-A5B3-60721C3A21A3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521311E-2204-43E6-B093-FB0FD3E19CE8}" type="pres">
      <dgm:prSet presAssocID="{061729E4-5C28-42DB-BC21-047D1FDA95E7}" presName="spacer" presStyleCnt="0"/>
      <dgm:spPr/>
    </dgm:pt>
    <dgm:pt modelId="{A3004726-2C8E-49AD-8708-97FD1175109E}" type="pres">
      <dgm:prSet presAssocID="{44784D93-E950-403E-B610-E9EFC9DBB228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E6571D8-7839-4F8B-9EB8-FFAA919894C4}" type="pres">
      <dgm:prSet presAssocID="{E37F2806-BEAF-45E1-90D1-B619C7D61BFD}" presName="spacer" presStyleCnt="0"/>
      <dgm:spPr/>
    </dgm:pt>
    <dgm:pt modelId="{EEAB8963-B46C-4B2D-B613-0A0913A18070}" type="pres">
      <dgm:prSet presAssocID="{D38394F0-2216-49E8-A13D-D9768E346C50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E811258-1B9B-482E-A5F3-AA4B41FBB0A5}" type="presOf" srcId="{B4809A40-378E-4B58-9073-EFFFB75E853D}" destId="{189D1C3F-826B-409B-B48D-745BC694C426}" srcOrd="0" destOrd="0" presId="urn:microsoft.com/office/officeart/2005/8/layout/vList2"/>
    <dgm:cxn modelId="{B64ED3B4-AFA8-4BBA-B757-82D69B8160C8}" type="presOf" srcId="{33C151D3-94B8-4002-A5B3-60721C3A21A3}" destId="{B9559C8A-9A08-4C70-8A2B-E0418D8EB121}" srcOrd="0" destOrd="0" presId="urn:microsoft.com/office/officeart/2005/8/layout/vList2"/>
    <dgm:cxn modelId="{07E21B43-22E4-4B47-85DC-A63069FE7061}" srcId="{B4809A40-378E-4B58-9073-EFFFB75E853D}" destId="{0970CFFC-5D99-45A9-A7F5-D8F7AE354017}" srcOrd="0" destOrd="0" parTransId="{24BBDB11-EEF7-4224-BE6B-29BD0993036F}" sibTransId="{5283881A-A212-4A62-A2FF-CD4D4B746B86}"/>
    <dgm:cxn modelId="{64235719-4743-4B90-8902-BE10191BA070}" srcId="{B4809A40-378E-4B58-9073-EFFFB75E853D}" destId="{C1129408-F056-4678-9A82-DDDC0FB56680}" srcOrd="2" destOrd="0" parTransId="{6F1BCC48-57D2-493F-A1AB-6C27E3B2FAEA}" sibTransId="{80E5C354-7B31-409B-AFE9-90E8B8FFBF99}"/>
    <dgm:cxn modelId="{44894212-CF4E-478E-A9DE-924582C17099}" type="presOf" srcId="{D38394F0-2216-49E8-A13D-D9768E346C50}" destId="{EEAB8963-B46C-4B2D-B613-0A0913A18070}" srcOrd="0" destOrd="0" presId="urn:microsoft.com/office/officeart/2005/8/layout/vList2"/>
    <dgm:cxn modelId="{DD6B809E-8A90-47E7-886A-5170D1DBE8B9}" type="presOf" srcId="{44784D93-E950-403E-B610-E9EFC9DBB228}" destId="{A3004726-2C8E-49AD-8708-97FD1175109E}" srcOrd="0" destOrd="0" presId="urn:microsoft.com/office/officeart/2005/8/layout/vList2"/>
    <dgm:cxn modelId="{15068D07-AB81-49E4-80FB-93CE314D2148}" srcId="{B4809A40-378E-4B58-9073-EFFFB75E853D}" destId="{D5088C75-4B03-49A7-89E4-45720F342FBE}" srcOrd="3" destOrd="0" parTransId="{C89C9D8C-4993-4417-8038-8D1BDB292FE0}" sibTransId="{B712A008-19BB-46E4-87B7-4D22307246DB}"/>
    <dgm:cxn modelId="{038198E7-AA54-4738-A442-AE9290F488EB}" type="presOf" srcId="{8D1D2BB6-FE4C-472B-946A-99F8FD320503}" destId="{656578BB-95BE-4FBE-AE46-AAC65F2D2E96}" srcOrd="0" destOrd="0" presId="urn:microsoft.com/office/officeart/2005/8/layout/vList2"/>
    <dgm:cxn modelId="{D1ABC8D4-D1AA-44FF-B3F7-163BC3A2DAEB}" type="presOf" srcId="{D5088C75-4B03-49A7-89E4-45720F342FBE}" destId="{36F3D00A-EDB6-472F-AACE-EE18EAC7DB3A}" srcOrd="0" destOrd="0" presId="urn:microsoft.com/office/officeart/2005/8/layout/vList2"/>
    <dgm:cxn modelId="{1AD8D759-A195-4F91-969F-BC2DF7D7F4B9}" type="presOf" srcId="{0970CFFC-5D99-45A9-A7F5-D8F7AE354017}" destId="{C7E81885-EE4E-4449-ABDE-7A3D98D27E1B}" srcOrd="0" destOrd="0" presId="urn:microsoft.com/office/officeart/2005/8/layout/vList2"/>
    <dgm:cxn modelId="{38442808-69FA-4F37-AC42-62C3E04D1CD2}" type="presOf" srcId="{C1129408-F056-4678-9A82-DDDC0FB56680}" destId="{56AA69F1-C788-44DC-9135-DFCE34BBFD9E}" srcOrd="0" destOrd="0" presId="urn:microsoft.com/office/officeart/2005/8/layout/vList2"/>
    <dgm:cxn modelId="{F0B4476F-DC54-4067-8C64-62DDF327C4B0}" type="presOf" srcId="{9AC12377-E1CF-438F-9507-B0BE944CF77F}" destId="{DB572322-392F-4FED-8859-39A50D598F68}" srcOrd="0" destOrd="0" presId="urn:microsoft.com/office/officeart/2005/8/layout/vList2"/>
    <dgm:cxn modelId="{1E702922-26C9-43F8-9810-DBB2AA286AC4}" srcId="{B4809A40-378E-4B58-9073-EFFFB75E853D}" destId="{8D1D2BB6-FE4C-472B-946A-99F8FD320503}" srcOrd="4" destOrd="0" parTransId="{ECEE8515-060D-4754-BF22-DBED08C5F263}" sibTransId="{F2472B14-2BE8-4F6E-8179-3942B9248E39}"/>
    <dgm:cxn modelId="{3BA687F4-F16B-4B59-B408-0F3B4A6CDAA6}" srcId="{B4809A40-378E-4B58-9073-EFFFB75E853D}" destId="{9AC12377-E1CF-438F-9507-B0BE944CF77F}" srcOrd="1" destOrd="0" parTransId="{918C594F-12C7-4DAD-8CE6-AFE21D08E589}" sibTransId="{703C3265-9835-4E6D-8D24-9CFD3D665E97}"/>
    <dgm:cxn modelId="{E04E021E-8561-4A07-9FCE-9868A35BB432}" srcId="{B4809A40-378E-4B58-9073-EFFFB75E853D}" destId="{D38394F0-2216-49E8-A13D-D9768E346C50}" srcOrd="7" destOrd="0" parTransId="{B002B797-908B-44F0-AD65-3BDA39555C9C}" sibTransId="{5C5BFA73-13F3-4468-A629-5921F0F591EF}"/>
    <dgm:cxn modelId="{C50E3EC3-4B54-4039-93CC-9CDB445EE662}" srcId="{B4809A40-378E-4B58-9073-EFFFB75E853D}" destId="{44784D93-E950-403E-B610-E9EFC9DBB228}" srcOrd="6" destOrd="0" parTransId="{288F4D05-6585-4C3B-86CC-3DCBD12D6D5A}" sibTransId="{E37F2806-BEAF-45E1-90D1-B619C7D61BFD}"/>
    <dgm:cxn modelId="{D33B712F-0184-433A-9DFB-291172E562A4}" srcId="{B4809A40-378E-4B58-9073-EFFFB75E853D}" destId="{33C151D3-94B8-4002-A5B3-60721C3A21A3}" srcOrd="5" destOrd="0" parTransId="{91EBA1D4-349F-4AA7-B78D-757E5DFE06AC}" sibTransId="{061729E4-5C28-42DB-BC21-047D1FDA95E7}"/>
    <dgm:cxn modelId="{94131369-0A10-4B63-88EC-8A6E05C1006A}" type="presParOf" srcId="{189D1C3F-826B-409B-B48D-745BC694C426}" destId="{C7E81885-EE4E-4449-ABDE-7A3D98D27E1B}" srcOrd="0" destOrd="0" presId="urn:microsoft.com/office/officeart/2005/8/layout/vList2"/>
    <dgm:cxn modelId="{72CDFCD5-68B3-41C1-BA69-0E8BB051DD21}" type="presParOf" srcId="{189D1C3F-826B-409B-B48D-745BC694C426}" destId="{95038CFE-4D91-4449-8BB7-ABABBB67D511}" srcOrd="1" destOrd="0" presId="urn:microsoft.com/office/officeart/2005/8/layout/vList2"/>
    <dgm:cxn modelId="{7A2CC55D-8F37-46A0-A9B1-74EFA45D563F}" type="presParOf" srcId="{189D1C3F-826B-409B-B48D-745BC694C426}" destId="{DB572322-392F-4FED-8859-39A50D598F68}" srcOrd="2" destOrd="0" presId="urn:microsoft.com/office/officeart/2005/8/layout/vList2"/>
    <dgm:cxn modelId="{507406D7-F360-483B-BB56-1612CD6860FC}" type="presParOf" srcId="{189D1C3F-826B-409B-B48D-745BC694C426}" destId="{B1B5CA43-F803-4EFF-BB71-30BE18A7A782}" srcOrd="3" destOrd="0" presId="urn:microsoft.com/office/officeart/2005/8/layout/vList2"/>
    <dgm:cxn modelId="{F6AF665F-D56C-40E6-A7F1-014C909F4ABF}" type="presParOf" srcId="{189D1C3F-826B-409B-B48D-745BC694C426}" destId="{56AA69F1-C788-44DC-9135-DFCE34BBFD9E}" srcOrd="4" destOrd="0" presId="urn:microsoft.com/office/officeart/2005/8/layout/vList2"/>
    <dgm:cxn modelId="{9B3F3A8B-8AC2-4818-BA66-85EB4E0152BC}" type="presParOf" srcId="{189D1C3F-826B-409B-B48D-745BC694C426}" destId="{40EEF472-97C3-4CE3-A1F1-5C2995D6BF63}" srcOrd="5" destOrd="0" presId="urn:microsoft.com/office/officeart/2005/8/layout/vList2"/>
    <dgm:cxn modelId="{8D8D3BEA-9CA3-408F-953B-87AF4E416332}" type="presParOf" srcId="{189D1C3F-826B-409B-B48D-745BC694C426}" destId="{36F3D00A-EDB6-472F-AACE-EE18EAC7DB3A}" srcOrd="6" destOrd="0" presId="urn:microsoft.com/office/officeart/2005/8/layout/vList2"/>
    <dgm:cxn modelId="{2114E0AB-B490-47E7-B27A-5FA19B30ED39}" type="presParOf" srcId="{189D1C3F-826B-409B-B48D-745BC694C426}" destId="{F8981D0F-AB53-4F44-BC2F-61D60C913BCA}" srcOrd="7" destOrd="0" presId="urn:microsoft.com/office/officeart/2005/8/layout/vList2"/>
    <dgm:cxn modelId="{565CA3A9-182F-4601-8A2A-479DC024BEC3}" type="presParOf" srcId="{189D1C3F-826B-409B-B48D-745BC694C426}" destId="{656578BB-95BE-4FBE-AE46-AAC65F2D2E96}" srcOrd="8" destOrd="0" presId="urn:microsoft.com/office/officeart/2005/8/layout/vList2"/>
    <dgm:cxn modelId="{693F7279-2033-43B4-8261-5EB1A637846D}" type="presParOf" srcId="{189D1C3F-826B-409B-B48D-745BC694C426}" destId="{4142894E-9856-4FA4-91D9-DA2A79E45091}" srcOrd="9" destOrd="0" presId="urn:microsoft.com/office/officeart/2005/8/layout/vList2"/>
    <dgm:cxn modelId="{EE840943-B0BF-434E-A5BD-4752BF720E55}" type="presParOf" srcId="{189D1C3F-826B-409B-B48D-745BC694C426}" destId="{B9559C8A-9A08-4C70-8A2B-E0418D8EB121}" srcOrd="10" destOrd="0" presId="urn:microsoft.com/office/officeart/2005/8/layout/vList2"/>
    <dgm:cxn modelId="{D4EE0C8E-FC86-4D62-BE0D-3E0072CE8FC0}" type="presParOf" srcId="{189D1C3F-826B-409B-B48D-745BC694C426}" destId="{E521311E-2204-43E6-B093-FB0FD3E19CE8}" srcOrd="11" destOrd="0" presId="urn:microsoft.com/office/officeart/2005/8/layout/vList2"/>
    <dgm:cxn modelId="{C2B38F20-DB08-4BC6-8150-912B4B92FA3A}" type="presParOf" srcId="{189D1C3F-826B-409B-B48D-745BC694C426}" destId="{A3004726-2C8E-49AD-8708-97FD1175109E}" srcOrd="12" destOrd="0" presId="urn:microsoft.com/office/officeart/2005/8/layout/vList2"/>
    <dgm:cxn modelId="{C9A9CD21-71E6-4E91-9C7D-35BBEA5D92E6}" type="presParOf" srcId="{189D1C3F-826B-409B-B48D-745BC694C426}" destId="{2E6571D8-7839-4F8B-9EB8-FFAA919894C4}" srcOrd="13" destOrd="0" presId="urn:microsoft.com/office/officeart/2005/8/layout/vList2"/>
    <dgm:cxn modelId="{670273E2-BCDF-4A3C-B460-749D0D159303}" type="presParOf" srcId="{189D1C3F-826B-409B-B48D-745BC694C426}" destId="{EEAB8963-B46C-4B2D-B613-0A0913A18070}" srcOrd="14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6117C1-CC12-4EA3-96A3-075B0AA521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AB85B15A-BB34-4825-BD4B-CCDF4ACC81C1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Quels symptômes appartiennent au registre des manifestations cliniques déficitaires de la schizophrénie ? </a:t>
          </a:r>
          <a:endParaRPr lang="fr-FR" dirty="0">
            <a:solidFill>
              <a:schemeClr val="tx1"/>
            </a:solidFill>
          </a:endParaRPr>
        </a:p>
      </dgm:t>
    </dgm:pt>
    <dgm:pt modelId="{DDE1766C-D1B0-499F-AA33-D2B61FCC00FA}" type="parTrans" cxnId="{5C7A9A97-3232-4F48-8F4D-3D4C6B57EAA1}">
      <dgm:prSet/>
      <dgm:spPr/>
      <dgm:t>
        <a:bodyPr/>
        <a:lstStyle/>
        <a:p>
          <a:endParaRPr lang="fr-FR"/>
        </a:p>
      </dgm:t>
    </dgm:pt>
    <dgm:pt modelId="{D28A0A8D-C830-4804-ADE9-143D4BA9D2F4}" type="sibTrans" cxnId="{5C7A9A97-3232-4F48-8F4D-3D4C6B57EAA1}">
      <dgm:prSet/>
      <dgm:spPr/>
      <dgm:t>
        <a:bodyPr/>
        <a:lstStyle/>
        <a:p>
          <a:endParaRPr lang="fr-FR"/>
        </a:p>
      </dgm:t>
    </dgm:pt>
    <dgm:pt modelId="{A8B27E64-C060-409D-A9A8-4B9BADFF018E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Affects émoussés </a:t>
          </a:r>
          <a:endParaRPr lang="fr-FR" dirty="0">
            <a:solidFill>
              <a:schemeClr val="tx1"/>
            </a:solidFill>
          </a:endParaRPr>
        </a:p>
      </dgm:t>
    </dgm:pt>
    <dgm:pt modelId="{039A6E62-1CFE-4DED-B6AC-0692849A24CF}" type="parTrans" cxnId="{B25F79E4-EA60-4237-B903-51DAB5F127B7}">
      <dgm:prSet/>
      <dgm:spPr/>
      <dgm:t>
        <a:bodyPr/>
        <a:lstStyle/>
        <a:p>
          <a:endParaRPr lang="fr-FR"/>
        </a:p>
      </dgm:t>
    </dgm:pt>
    <dgm:pt modelId="{979AEBE0-2591-4C18-8D69-BA6835373346}" type="sibTrans" cxnId="{B25F79E4-EA60-4237-B903-51DAB5F127B7}">
      <dgm:prSet/>
      <dgm:spPr/>
      <dgm:t>
        <a:bodyPr/>
        <a:lstStyle/>
        <a:p>
          <a:endParaRPr lang="fr-FR"/>
        </a:p>
      </dgm:t>
    </dgm:pt>
    <dgm:pt modelId="{BDA3DD22-2004-42D7-9560-685F3FB87ECA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Hallucinations auditives </a:t>
          </a:r>
          <a:endParaRPr lang="fr-FR" dirty="0">
            <a:solidFill>
              <a:schemeClr val="tx1"/>
            </a:solidFill>
          </a:endParaRPr>
        </a:p>
      </dgm:t>
    </dgm:pt>
    <dgm:pt modelId="{569906C3-6F9E-457C-9BC8-6CA98653850E}" type="parTrans" cxnId="{6915BD55-763D-4396-AD62-DA23123D1D99}">
      <dgm:prSet/>
      <dgm:spPr/>
      <dgm:t>
        <a:bodyPr/>
        <a:lstStyle/>
        <a:p>
          <a:endParaRPr lang="fr-FR"/>
        </a:p>
      </dgm:t>
    </dgm:pt>
    <dgm:pt modelId="{9B336B28-F2E5-48BC-8BC2-DA9FE00FA5A2}" type="sibTrans" cxnId="{6915BD55-763D-4396-AD62-DA23123D1D99}">
      <dgm:prSet/>
      <dgm:spPr/>
      <dgm:t>
        <a:bodyPr/>
        <a:lstStyle/>
        <a:p>
          <a:endParaRPr lang="fr-FR"/>
        </a:p>
      </dgm:t>
    </dgm:pt>
    <dgm:pt modelId="{9E99FB3D-6337-4ADF-A074-9D411F67B2CB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Délire mystique </a:t>
          </a:r>
          <a:endParaRPr lang="fr-FR" dirty="0">
            <a:solidFill>
              <a:schemeClr val="tx1"/>
            </a:solidFill>
          </a:endParaRPr>
        </a:p>
      </dgm:t>
    </dgm:pt>
    <dgm:pt modelId="{D4F51738-901F-4652-A7D7-3B221F22E7D4}" type="parTrans" cxnId="{1F3DE246-6F21-4632-97FA-05EB5349BEB4}">
      <dgm:prSet/>
      <dgm:spPr/>
      <dgm:t>
        <a:bodyPr/>
        <a:lstStyle/>
        <a:p>
          <a:endParaRPr lang="fr-FR"/>
        </a:p>
      </dgm:t>
    </dgm:pt>
    <dgm:pt modelId="{497D7A41-5330-4265-B4F3-6F1A37CE5143}" type="sibTrans" cxnId="{1F3DE246-6F21-4632-97FA-05EB5349BEB4}">
      <dgm:prSet/>
      <dgm:spPr/>
      <dgm:t>
        <a:bodyPr/>
        <a:lstStyle/>
        <a:p>
          <a:endParaRPr lang="fr-FR"/>
        </a:p>
      </dgm:t>
    </dgm:pt>
    <dgm:pt modelId="{5C3C653B-DDA4-4325-B84D-17857059293F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Apragmatisme</a:t>
          </a:r>
          <a:r>
            <a:rPr lang="fr-FR" dirty="0" smtClean="0"/>
            <a:t> </a:t>
          </a:r>
          <a:endParaRPr lang="fr-FR" dirty="0"/>
        </a:p>
      </dgm:t>
    </dgm:pt>
    <dgm:pt modelId="{7C712CD1-CD19-44EC-8CA9-A75154499F4B}" type="parTrans" cxnId="{7AA1EF6C-A5C9-4E78-9C77-BEF8680ADFB4}">
      <dgm:prSet/>
      <dgm:spPr/>
      <dgm:t>
        <a:bodyPr/>
        <a:lstStyle/>
        <a:p>
          <a:endParaRPr lang="fr-FR"/>
        </a:p>
      </dgm:t>
    </dgm:pt>
    <dgm:pt modelId="{5D6C9655-789B-4E1D-93C6-17551DB3ADBC}" type="sibTrans" cxnId="{7AA1EF6C-A5C9-4E78-9C77-BEF8680ADFB4}">
      <dgm:prSet/>
      <dgm:spPr/>
      <dgm:t>
        <a:bodyPr/>
        <a:lstStyle/>
        <a:p>
          <a:endParaRPr lang="fr-FR"/>
        </a:p>
      </dgm:t>
    </dgm:pt>
    <dgm:pt modelId="{00531804-B204-483F-A820-1257937E167E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Baisse du rendement scolaire </a:t>
          </a:r>
          <a:endParaRPr lang="fr-FR" dirty="0">
            <a:solidFill>
              <a:schemeClr val="tx1"/>
            </a:solidFill>
          </a:endParaRPr>
        </a:p>
      </dgm:t>
    </dgm:pt>
    <dgm:pt modelId="{DF2E21FF-162E-4997-9D46-4DED4F872283}" type="parTrans" cxnId="{5B5AC74C-9873-48A7-83DE-9E10B8446D2C}">
      <dgm:prSet/>
      <dgm:spPr/>
      <dgm:t>
        <a:bodyPr/>
        <a:lstStyle/>
        <a:p>
          <a:endParaRPr lang="fr-FR"/>
        </a:p>
      </dgm:t>
    </dgm:pt>
    <dgm:pt modelId="{755479AC-D96F-4F2F-A0E6-95AC89842553}" type="sibTrans" cxnId="{5B5AC74C-9873-48A7-83DE-9E10B8446D2C}">
      <dgm:prSet/>
      <dgm:spPr/>
      <dgm:t>
        <a:bodyPr/>
        <a:lstStyle/>
        <a:p>
          <a:endParaRPr lang="fr-FR"/>
        </a:p>
      </dgm:t>
    </dgm:pt>
    <dgm:pt modelId="{88CF997C-2DA0-48E4-8337-3F1EB30F6B87}">
      <dgm:prSet/>
      <dgm:spPr/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A/D/E</a:t>
          </a:r>
          <a:endParaRPr lang="fr-FR" dirty="0">
            <a:solidFill>
              <a:schemeClr val="tx1"/>
            </a:solidFill>
          </a:endParaRPr>
        </a:p>
      </dgm:t>
    </dgm:pt>
    <dgm:pt modelId="{C43DC926-99CE-4722-A6FE-08752472E803}" type="parTrans" cxnId="{6C1E1221-F150-49AC-9B2A-D6CC6A12C611}">
      <dgm:prSet/>
      <dgm:spPr/>
      <dgm:t>
        <a:bodyPr/>
        <a:lstStyle/>
        <a:p>
          <a:endParaRPr lang="fr-FR"/>
        </a:p>
      </dgm:t>
    </dgm:pt>
    <dgm:pt modelId="{E5940CB6-A56C-4B15-8EAE-840E01B07CC8}" type="sibTrans" cxnId="{6C1E1221-F150-49AC-9B2A-D6CC6A12C611}">
      <dgm:prSet/>
      <dgm:spPr/>
      <dgm:t>
        <a:bodyPr/>
        <a:lstStyle/>
        <a:p>
          <a:endParaRPr lang="fr-FR"/>
        </a:p>
      </dgm:t>
    </dgm:pt>
    <dgm:pt modelId="{299F6B8B-B483-4180-83B8-4CB553590F2C}" type="pres">
      <dgm:prSet presAssocID="{916117C1-CC12-4EA3-96A3-075B0AA5214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A1A4804-5878-432F-A48B-3E4DD3C78C2D}" type="pres">
      <dgm:prSet presAssocID="{AB85B15A-BB34-4825-BD4B-CCDF4ACC81C1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86CF329-616C-4B2C-AE21-E722376599B8}" type="pres">
      <dgm:prSet presAssocID="{D28A0A8D-C830-4804-ADE9-143D4BA9D2F4}" presName="spacer" presStyleCnt="0"/>
      <dgm:spPr/>
    </dgm:pt>
    <dgm:pt modelId="{CC8F37BE-646E-4001-99B5-D5A4FED53059}" type="pres">
      <dgm:prSet presAssocID="{A8B27E64-C060-409D-A9A8-4B9BADFF018E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EB375C5-0E48-4356-8034-F0123BE8AB93}" type="pres">
      <dgm:prSet presAssocID="{979AEBE0-2591-4C18-8D69-BA6835373346}" presName="spacer" presStyleCnt="0"/>
      <dgm:spPr/>
    </dgm:pt>
    <dgm:pt modelId="{02C618DF-B0B7-44FD-BE18-767B4B44F444}" type="pres">
      <dgm:prSet presAssocID="{BDA3DD22-2004-42D7-9560-685F3FB87ECA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8EAD6C8-050A-440F-A37A-5BF4E44D3C73}" type="pres">
      <dgm:prSet presAssocID="{9B336B28-F2E5-48BC-8BC2-DA9FE00FA5A2}" presName="spacer" presStyleCnt="0"/>
      <dgm:spPr/>
    </dgm:pt>
    <dgm:pt modelId="{B59A0AE0-2631-427B-9E55-0A20697B14D7}" type="pres">
      <dgm:prSet presAssocID="{9E99FB3D-6337-4ADF-A074-9D411F67B2CB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E0D304C-1CF2-4E13-B205-DC2C59088E6B}" type="pres">
      <dgm:prSet presAssocID="{497D7A41-5330-4265-B4F3-6F1A37CE5143}" presName="spacer" presStyleCnt="0"/>
      <dgm:spPr/>
    </dgm:pt>
    <dgm:pt modelId="{F655D3EE-720E-4DAA-9085-BBCA06F46A5E}" type="pres">
      <dgm:prSet presAssocID="{5C3C653B-DDA4-4325-B84D-17857059293F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714E7E1-5299-408B-8573-A3D0E1822365}" type="pres">
      <dgm:prSet presAssocID="{5D6C9655-789B-4E1D-93C6-17551DB3ADBC}" presName="spacer" presStyleCnt="0"/>
      <dgm:spPr/>
    </dgm:pt>
    <dgm:pt modelId="{848F6620-FAF0-48EE-BA61-D2B0FA50DCFB}" type="pres">
      <dgm:prSet presAssocID="{00531804-B204-483F-A820-1257937E167E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10D1F4-3361-4215-A50C-3DB03C3F18F1}" type="pres">
      <dgm:prSet presAssocID="{755479AC-D96F-4F2F-A0E6-95AC89842553}" presName="spacer" presStyleCnt="0"/>
      <dgm:spPr/>
    </dgm:pt>
    <dgm:pt modelId="{3BBCF610-EFDE-4386-85AA-6C39A61925D3}" type="pres">
      <dgm:prSet presAssocID="{88CF997C-2DA0-48E4-8337-3F1EB30F6B87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60312BA-AD1A-4DA9-B6B3-8BA72F516F90}" type="presOf" srcId="{BDA3DD22-2004-42D7-9560-685F3FB87ECA}" destId="{02C618DF-B0B7-44FD-BE18-767B4B44F444}" srcOrd="0" destOrd="0" presId="urn:microsoft.com/office/officeart/2005/8/layout/vList2"/>
    <dgm:cxn modelId="{99526976-99A6-4850-8B3B-55773F1BB408}" type="presOf" srcId="{5C3C653B-DDA4-4325-B84D-17857059293F}" destId="{F655D3EE-720E-4DAA-9085-BBCA06F46A5E}" srcOrd="0" destOrd="0" presId="urn:microsoft.com/office/officeart/2005/8/layout/vList2"/>
    <dgm:cxn modelId="{7AA1EF6C-A5C9-4E78-9C77-BEF8680ADFB4}" srcId="{916117C1-CC12-4EA3-96A3-075B0AA5214B}" destId="{5C3C653B-DDA4-4325-B84D-17857059293F}" srcOrd="4" destOrd="0" parTransId="{7C712CD1-CD19-44EC-8CA9-A75154499F4B}" sibTransId="{5D6C9655-789B-4E1D-93C6-17551DB3ADBC}"/>
    <dgm:cxn modelId="{B25F79E4-EA60-4237-B903-51DAB5F127B7}" srcId="{916117C1-CC12-4EA3-96A3-075B0AA5214B}" destId="{A8B27E64-C060-409D-A9A8-4B9BADFF018E}" srcOrd="1" destOrd="0" parTransId="{039A6E62-1CFE-4DED-B6AC-0692849A24CF}" sibTransId="{979AEBE0-2591-4C18-8D69-BA6835373346}"/>
    <dgm:cxn modelId="{CF135258-E60F-43C5-BA44-2F570296C249}" type="presOf" srcId="{9E99FB3D-6337-4ADF-A074-9D411F67B2CB}" destId="{B59A0AE0-2631-427B-9E55-0A20697B14D7}" srcOrd="0" destOrd="0" presId="urn:microsoft.com/office/officeart/2005/8/layout/vList2"/>
    <dgm:cxn modelId="{6915BD55-763D-4396-AD62-DA23123D1D99}" srcId="{916117C1-CC12-4EA3-96A3-075B0AA5214B}" destId="{BDA3DD22-2004-42D7-9560-685F3FB87ECA}" srcOrd="2" destOrd="0" parTransId="{569906C3-6F9E-457C-9BC8-6CA98653850E}" sibTransId="{9B336B28-F2E5-48BC-8BC2-DA9FE00FA5A2}"/>
    <dgm:cxn modelId="{B6AE9B31-11F4-4B26-9F5B-520B320A4AD1}" type="presOf" srcId="{00531804-B204-483F-A820-1257937E167E}" destId="{848F6620-FAF0-48EE-BA61-D2B0FA50DCFB}" srcOrd="0" destOrd="0" presId="urn:microsoft.com/office/officeart/2005/8/layout/vList2"/>
    <dgm:cxn modelId="{5B5AC74C-9873-48A7-83DE-9E10B8446D2C}" srcId="{916117C1-CC12-4EA3-96A3-075B0AA5214B}" destId="{00531804-B204-483F-A820-1257937E167E}" srcOrd="5" destOrd="0" parTransId="{DF2E21FF-162E-4997-9D46-4DED4F872283}" sibTransId="{755479AC-D96F-4F2F-A0E6-95AC89842553}"/>
    <dgm:cxn modelId="{79012FB0-B5B2-4B99-905C-FD63B81E31DE}" type="presOf" srcId="{A8B27E64-C060-409D-A9A8-4B9BADFF018E}" destId="{CC8F37BE-646E-4001-99B5-D5A4FED53059}" srcOrd="0" destOrd="0" presId="urn:microsoft.com/office/officeart/2005/8/layout/vList2"/>
    <dgm:cxn modelId="{6C1E1221-F150-49AC-9B2A-D6CC6A12C611}" srcId="{916117C1-CC12-4EA3-96A3-075B0AA5214B}" destId="{88CF997C-2DA0-48E4-8337-3F1EB30F6B87}" srcOrd="6" destOrd="0" parTransId="{C43DC926-99CE-4722-A6FE-08752472E803}" sibTransId="{E5940CB6-A56C-4B15-8EAE-840E01B07CC8}"/>
    <dgm:cxn modelId="{5F8195E6-BCC0-4708-AF7A-044BED9BEB55}" type="presOf" srcId="{916117C1-CC12-4EA3-96A3-075B0AA5214B}" destId="{299F6B8B-B483-4180-83B8-4CB553590F2C}" srcOrd="0" destOrd="0" presId="urn:microsoft.com/office/officeart/2005/8/layout/vList2"/>
    <dgm:cxn modelId="{B337F2E8-A8A0-4B4D-B5B5-4812A37E7CD4}" type="presOf" srcId="{88CF997C-2DA0-48E4-8337-3F1EB30F6B87}" destId="{3BBCF610-EFDE-4386-85AA-6C39A61925D3}" srcOrd="0" destOrd="0" presId="urn:microsoft.com/office/officeart/2005/8/layout/vList2"/>
    <dgm:cxn modelId="{78E5747D-F3DF-442A-A78C-6D09960C14E9}" type="presOf" srcId="{AB85B15A-BB34-4825-BD4B-CCDF4ACC81C1}" destId="{9A1A4804-5878-432F-A48B-3E4DD3C78C2D}" srcOrd="0" destOrd="0" presId="urn:microsoft.com/office/officeart/2005/8/layout/vList2"/>
    <dgm:cxn modelId="{1F3DE246-6F21-4632-97FA-05EB5349BEB4}" srcId="{916117C1-CC12-4EA3-96A3-075B0AA5214B}" destId="{9E99FB3D-6337-4ADF-A074-9D411F67B2CB}" srcOrd="3" destOrd="0" parTransId="{D4F51738-901F-4652-A7D7-3B221F22E7D4}" sibTransId="{497D7A41-5330-4265-B4F3-6F1A37CE5143}"/>
    <dgm:cxn modelId="{5C7A9A97-3232-4F48-8F4D-3D4C6B57EAA1}" srcId="{916117C1-CC12-4EA3-96A3-075B0AA5214B}" destId="{AB85B15A-BB34-4825-BD4B-CCDF4ACC81C1}" srcOrd="0" destOrd="0" parTransId="{DDE1766C-D1B0-499F-AA33-D2B61FCC00FA}" sibTransId="{D28A0A8D-C830-4804-ADE9-143D4BA9D2F4}"/>
    <dgm:cxn modelId="{1CC17DC3-C625-4FD5-AF5D-8C3711298648}" type="presParOf" srcId="{299F6B8B-B483-4180-83B8-4CB553590F2C}" destId="{9A1A4804-5878-432F-A48B-3E4DD3C78C2D}" srcOrd="0" destOrd="0" presId="urn:microsoft.com/office/officeart/2005/8/layout/vList2"/>
    <dgm:cxn modelId="{DFF4DFA3-427D-4AB4-9A1F-0801E53508F8}" type="presParOf" srcId="{299F6B8B-B483-4180-83B8-4CB553590F2C}" destId="{086CF329-616C-4B2C-AE21-E722376599B8}" srcOrd="1" destOrd="0" presId="urn:microsoft.com/office/officeart/2005/8/layout/vList2"/>
    <dgm:cxn modelId="{10003871-F4F5-4A72-8AB6-5176A3BDC7B8}" type="presParOf" srcId="{299F6B8B-B483-4180-83B8-4CB553590F2C}" destId="{CC8F37BE-646E-4001-99B5-D5A4FED53059}" srcOrd="2" destOrd="0" presId="urn:microsoft.com/office/officeart/2005/8/layout/vList2"/>
    <dgm:cxn modelId="{E49C71CD-8E97-4180-8731-9A6FD190E2D6}" type="presParOf" srcId="{299F6B8B-B483-4180-83B8-4CB553590F2C}" destId="{AEB375C5-0E48-4356-8034-F0123BE8AB93}" srcOrd="3" destOrd="0" presId="urn:microsoft.com/office/officeart/2005/8/layout/vList2"/>
    <dgm:cxn modelId="{D5D01B0B-E989-4744-93B8-21615340862C}" type="presParOf" srcId="{299F6B8B-B483-4180-83B8-4CB553590F2C}" destId="{02C618DF-B0B7-44FD-BE18-767B4B44F444}" srcOrd="4" destOrd="0" presId="urn:microsoft.com/office/officeart/2005/8/layout/vList2"/>
    <dgm:cxn modelId="{F9B71F35-6D37-49D2-9164-99315005BF15}" type="presParOf" srcId="{299F6B8B-B483-4180-83B8-4CB553590F2C}" destId="{C8EAD6C8-050A-440F-A37A-5BF4E44D3C73}" srcOrd="5" destOrd="0" presId="urn:microsoft.com/office/officeart/2005/8/layout/vList2"/>
    <dgm:cxn modelId="{9D86D0FF-5832-4261-B36F-B05AE58448EE}" type="presParOf" srcId="{299F6B8B-B483-4180-83B8-4CB553590F2C}" destId="{B59A0AE0-2631-427B-9E55-0A20697B14D7}" srcOrd="6" destOrd="0" presId="urn:microsoft.com/office/officeart/2005/8/layout/vList2"/>
    <dgm:cxn modelId="{3CF2E9AB-1C80-4DCA-94E5-0B2891A282EB}" type="presParOf" srcId="{299F6B8B-B483-4180-83B8-4CB553590F2C}" destId="{EE0D304C-1CF2-4E13-B205-DC2C59088E6B}" srcOrd="7" destOrd="0" presId="urn:microsoft.com/office/officeart/2005/8/layout/vList2"/>
    <dgm:cxn modelId="{E3921A8D-6514-4FA6-A632-61812460ED4B}" type="presParOf" srcId="{299F6B8B-B483-4180-83B8-4CB553590F2C}" destId="{F655D3EE-720E-4DAA-9085-BBCA06F46A5E}" srcOrd="8" destOrd="0" presId="urn:microsoft.com/office/officeart/2005/8/layout/vList2"/>
    <dgm:cxn modelId="{442950B1-5E09-4088-844E-0B0A7F326161}" type="presParOf" srcId="{299F6B8B-B483-4180-83B8-4CB553590F2C}" destId="{C714E7E1-5299-408B-8573-A3D0E1822365}" srcOrd="9" destOrd="0" presId="urn:microsoft.com/office/officeart/2005/8/layout/vList2"/>
    <dgm:cxn modelId="{B434F4E9-5BAF-4F6D-BDC7-618ECD7C42AD}" type="presParOf" srcId="{299F6B8B-B483-4180-83B8-4CB553590F2C}" destId="{848F6620-FAF0-48EE-BA61-D2B0FA50DCFB}" srcOrd="10" destOrd="0" presId="urn:microsoft.com/office/officeart/2005/8/layout/vList2"/>
    <dgm:cxn modelId="{944B5288-71B9-4B41-86F9-191B1EB61CC5}" type="presParOf" srcId="{299F6B8B-B483-4180-83B8-4CB553590F2C}" destId="{6A10D1F4-3361-4215-A50C-3DB03C3F18F1}" srcOrd="11" destOrd="0" presId="urn:microsoft.com/office/officeart/2005/8/layout/vList2"/>
    <dgm:cxn modelId="{9384A1A1-0EF9-4324-A7EF-F1336634CB45}" type="presParOf" srcId="{299F6B8B-B483-4180-83B8-4CB553590F2C}" destId="{3BBCF610-EFDE-4386-85AA-6C39A61925D3}" srcOrd="12" destOrd="0" presId="urn:microsoft.com/office/officeart/2005/8/layout/vList2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EFF8C9-F12B-4C49-9205-55D5E97DADA3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752E1F5B-336E-44FE-B99A-57546666A65E}">
      <dgm:prSet/>
      <dgm:spPr/>
      <dgm:t>
        <a:bodyPr/>
        <a:lstStyle/>
        <a:p>
          <a:pPr rtl="0"/>
          <a:r>
            <a:rPr lang="fr-FR" dirty="0" smtClean="0"/>
            <a:t>Parmi les affections suivantes, indiquez celle(s) où l'on peut rencontrer des idées délirantes de persécution : </a:t>
          </a:r>
          <a:endParaRPr lang="fr-FR" dirty="0"/>
        </a:p>
      </dgm:t>
    </dgm:pt>
    <dgm:pt modelId="{6EE64F2C-A430-4239-9842-2786E5E33E81}" type="parTrans" cxnId="{484F9DAD-CB12-404D-9712-9B7E5BED0C81}">
      <dgm:prSet/>
      <dgm:spPr/>
      <dgm:t>
        <a:bodyPr/>
        <a:lstStyle/>
        <a:p>
          <a:endParaRPr lang="fr-FR"/>
        </a:p>
      </dgm:t>
    </dgm:pt>
    <dgm:pt modelId="{1F0BA2BC-4375-4A1B-981D-EC4C4AF8D0C9}" type="sibTrans" cxnId="{484F9DAD-CB12-404D-9712-9B7E5BED0C81}">
      <dgm:prSet/>
      <dgm:spPr/>
      <dgm:t>
        <a:bodyPr/>
        <a:lstStyle/>
        <a:p>
          <a:endParaRPr lang="fr-FR"/>
        </a:p>
      </dgm:t>
    </dgm:pt>
    <dgm:pt modelId="{3B39A6FF-C0C5-4A37-BCF3-5C9EE118CBD5}">
      <dgm:prSet/>
      <dgm:spPr/>
      <dgm:t>
        <a:bodyPr/>
        <a:lstStyle/>
        <a:p>
          <a:pPr rtl="0"/>
          <a:r>
            <a:rPr lang="fr-FR" dirty="0" smtClean="0"/>
            <a:t>A/Délire d'interprétation paranoïaque</a:t>
          </a:r>
          <a:endParaRPr lang="fr-FR" dirty="0"/>
        </a:p>
      </dgm:t>
    </dgm:pt>
    <dgm:pt modelId="{52FEB0D2-66B9-41D2-AFEF-AD9601ACEE87}" type="parTrans" cxnId="{B89C9E45-636A-4787-996E-47CBC9DD21D5}">
      <dgm:prSet/>
      <dgm:spPr/>
      <dgm:t>
        <a:bodyPr/>
        <a:lstStyle/>
        <a:p>
          <a:endParaRPr lang="fr-FR"/>
        </a:p>
      </dgm:t>
    </dgm:pt>
    <dgm:pt modelId="{07610AD9-47EC-452E-A878-6DD8F7128308}" type="sibTrans" cxnId="{B89C9E45-636A-4787-996E-47CBC9DD21D5}">
      <dgm:prSet/>
      <dgm:spPr/>
      <dgm:t>
        <a:bodyPr/>
        <a:lstStyle/>
        <a:p>
          <a:endParaRPr lang="fr-FR"/>
        </a:p>
      </dgm:t>
    </dgm:pt>
    <dgm:pt modelId="{CDED90BF-DA3E-4CB6-8C70-B84AD68E435D}">
      <dgm:prSet/>
      <dgm:spPr/>
      <dgm:t>
        <a:bodyPr/>
        <a:lstStyle/>
        <a:p>
          <a:pPr rtl="0"/>
          <a:r>
            <a:rPr lang="fr-FR" dirty="0" smtClean="0"/>
            <a:t>B/Névrose obsessionnelle</a:t>
          </a:r>
          <a:endParaRPr lang="fr-FR" dirty="0"/>
        </a:p>
      </dgm:t>
    </dgm:pt>
    <dgm:pt modelId="{E86D1D73-4201-4599-B53F-A0D5A507DEEA}" type="parTrans" cxnId="{DA4A429B-9A5E-4C24-9B17-63C0FB27C5E6}">
      <dgm:prSet/>
      <dgm:spPr/>
      <dgm:t>
        <a:bodyPr/>
        <a:lstStyle/>
        <a:p>
          <a:endParaRPr lang="fr-FR"/>
        </a:p>
      </dgm:t>
    </dgm:pt>
    <dgm:pt modelId="{B773CFEF-A3FF-4910-AFD6-6E77ECA3FBCA}" type="sibTrans" cxnId="{DA4A429B-9A5E-4C24-9B17-63C0FB27C5E6}">
      <dgm:prSet/>
      <dgm:spPr/>
      <dgm:t>
        <a:bodyPr/>
        <a:lstStyle/>
        <a:p>
          <a:endParaRPr lang="fr-FR"/>
        </a:p>
      </dgm:t>
    </dgm:pt>
    <dgm:pt modelId="{C1948AEF-92E9-4A5C-A83C-3EEF881EB12A}">
      <dgm:prSet/>
      <dgm:spPr/>
      <dgm:t>
        <a:bodyPr/>
        <a:lstStyle/>
        <a:p>
          <a:pPr rtl="0"/>
          <a:r>
            <a:rPr lang="fr-FR" dirty="0" smtClean="0"/>
            <a:t>C/Schizophrénie</a:t>
          </a:r>
          <a:endParaRPr lang="fr-FR" dirty="0"/>
        </a:p>
      </dgm:t>
    </dgm:pt>
    <dgm:pt modelId="{8A04F69C-FCFD-40D1-A706-AB28738483F0}" type="parTrans" cxnId="{39ADB931-1E29-495F-BABE-1D9E920931CB}">
      <dgm:prSet/>
      <dgm:spPr/>
      <dgm:t>
        <a:bodyPr/>
        <a:lstStyle/>
        <a:p>
          <a:endParaRPr lang="fr-FR"/>
        </a:p>
      </dgm:t>
    </dgm:pt>
    <dgm:pt modelId="{3EA46416-32AF-4F15-A08F-96591504480F}" type="sibTrans" cxnId="{39ADB931-1E29-495F-BABE-1D9E920931CB}">
      <dgm:prSet/>
      <dgm:spPr/>
      <dgm:t>
        <a:bodyPr/>
        <a:lstStyle/>
        <a:p>
          <a:endParaRPr lang="fr-FR"/>
        </a:p>
      </dgm:t>
    </dgm:pt>
    <dgm:pt modelId="{828E439A-82C4-423A-9B00-729749736414}">
      <dgm:prSet/>
      <dgm:spPr/>
      <dgm:t>
        <a:bodyPr/>
        <a:lstStyle/>
        <a:p>
          <a:pPr rtl="0"/>
          <a:r>
            <a:rPr lang="fr-FR" dirty="0" smtClean="0"/>
            <a:t>D/Maladie d'Alzheimer</a:t>
          </a:r>
          <a:endParaRPr lang="fr-FR" dirty="0"/>
        </a:p>
      </dgm:t>
    </dgm:pt>
    <dgm:pt modelId="{799B6613-4D3D-43B5-B01B-2AF36FE8AF77}" type="parTrans" cxnId="{909B8E42-F959-4E72-B023-6FE153A12771}">
      <dgm:prSet/>
      <dgm:spPr/>
      <dgm:t>
        <a:bodyPr/>
        <a:lstStyle/>
        <a:p>
          <a:endParaRPr lang="fr-FR"/>
        </a:p>
      </dgm:t>
    </dgm:pt>
    <dgm:pt modelId="{60376435-7D4F-4B6A-B9C0-ECD0F5708956}" type="sibTrans" cxnId="{909B8E42-F959-4E72-B023-6FE153A12771}">
      <dgm:prSet/>
      <dgm:spPr/>
      <dgm:t>
        <a:bodyPr/>
        <a:lstStyle/>
        <a:p>
          <a:endParaRPr lang="fr-FR"/>
        </a:p>
      </dgm:t>
    </dgm:pt>
    <dgm:pt modelId="{5ED0F58E-E270-435D-A3AE-3593A0CFEDDA}">
      <dgm:prSet/>
      <dgm:spPr/>
      <dgm:t>
        <a:bodyPr/>
        <a:lstStyle/>
        <a:p>
          <a:pPr rtl="0"/>
          <a:r>
            <a:rPr lang="fr-FR" dirty="0" smtClean="0"/>
            <a:t>E/Psychose hallucinatoire chronique</a:t>
          </a:r>
          <a:endParaRPr lang="fr-FR" dirty="0"/>
        </a:p>
      </dgm:t>
    </dgm:pt>
    <dgm:pt modelId="{D3D8EDBF-62BD-4A28-B893-EE2DA2185516}" type="parTrans" cxnId="{92209619-ACF7-4540-B366-C94FCCEB85AB}">
      <dgm:prSet/>
      <dgm:spPr/>
      <dgm:t>
        <a:bodyPr/>
        <a:lstStyle/>
        <a:p>
          <a:endParaRPr lang="fr-FR"/>
        </a:p>
      </dgm:t>
    </dgm:pt>
    <dgm:pt modelId="{0088C430-4B18-44FC-9D29-5BA9FD6C27A4}" type="sibTrans" cxnId="{92209619-ACF7-4540-B366-C94FCCEB85AB}">
      <dgm:prSet/>
      <dgm:spPr/>
      <dgm:t>
        <a:bodyPr/>
        <a:lstStyle/>
        <a:p>
          <a:endParaRPr lang="fr-FR"/>
        </a:p>
      </dgm:t>
    </dgm:pt>
    <dgm:pt modelId="{B0F06E60-727A-4D72-8706-DDF3BCD279E5}">
      <dgm:prSet/>
      <dgm:spPr/>
      <dgm:t>
        <a:bodyPr/>
        <a:lstStyle/>
        <a:p>
          <a:pPr rtl="0"/>
          <a:r>
            <a:rPr lang="fr-FR" dirty="0" smtClean="0"/>
            <a:t>A C D E </a:t>
          </a:r>
          <a:endParaRPr lang="fr-FR" dirty="0"/>
        </a:p>
      </dgm:t>
    </dgm:pt>
    <dgm:pt modelId="{8117EA7B-7BFD-43D1-AAEA-DE6C33F5CE35}" type="parTrans" cxnId="{2F5C14C1-11F9-452C-BBD0-021C0263438F}">
      <dgm:prSet/>
      <dgm:spPr/>
      <dgm:t>
        <a:bodyPr/>
        <a:lstStyle/>
        <a:p>
          <a:endParaRPr lang="fr-FR"/>
        </a:p>
      </dgm:t>
    </dgm:pt>
    <dgm:pt modelId="{4419ED28-2315-45DA-8640-2F881B9920CC}" type="sibTrans" cxnId="{2F5C14C1-11F9-452C-BBD0-021C0263438F}">
      <dgm:prSet/>
      <dgm:spPr/>
      <dgm:t>
        <a:bodyPr/>
        <a:lstStyle/>
        <a:p>
          <a:endParaRPr lang="fr-FR"/>
        </a:p>
      </dgm:t>
    </dgm:pt>
    <dgm:pt modelId="{63959B42-B937-44AA-AEDD-05F8A0ED6602}" type="pres">
      <dgm:prSet presAssocID="{DAEFF8C9-F12B-4C49-9205-55D5E97DADA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12E66281-8D97-4747-8FFB-08A2ECAF38C5}" type="pres">
      <dgm:prSet presAssocID="{752E1F5B-336E-44FE-B99A-57546666A65E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50C13B7-DE64-4ACE-908A-549FF5F6AEFF}" type="pres">
      <dgm:prSet presAssocID="{1F0BA2BC-4375-4A1B-981D-EC4C4AF8D0C9}" presName="spacer" presStyleCnt="0"/>
      <dgm:spPr/>
    </dgm:pt>
    <dgm:pt modelId="{A4FB73FF-08F7-4CA9-9A8C-A55CDADF912E}" type="pres">
      <dgm:prSet presAssocID="{3B39A6FF-C0C5-4A37-BCF3-5C9EE118CBD5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949B07F-D430-4258-8F13-69AFA64B161E}" type="pres">
      <dgm:prSet presAssocID="{07610AD9-47EC-452E-A878-6DD8F7128308}" presName="spacer" presStyleCnt="0"/>
      <dgm:spPr/>
    </dgm:pt>
    <dgm:pt modelId="{4664B82C-B8A3-440E-B056-D1014F3EBEF6}" type="pres">
      <dgm:prSet presAssocID="{CDED90BF-DA3E-4CB6-8C70-B84AD68E435D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699927-1C30-4690-9840-A689EA2F20AC}" type="pres">
      <dgm:prSet presAssocID="{B773CFEF-A3FF-4910-AFD6-6E77ECA3FBCA}" presName="spacer" presStyleCnt="0"/>
      <dgm:spPr/>
    </dgm:pt>
    <dgm:pt modelId="{80E8C10C-34EC-4D62-924B-7A535E4AE767}" type="pres">
      <dgm:prSet presAssocID="{C1948AEF-92E9-4A5C-A83C-3EEF881EB12A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B044613-6DCB-4244-A42C-393E6505D110}" type="pres">
      <dgm:prSet presAssocID="{3EA46416-32AF-4F15-A08F-96591504480F}" presName="spacer" presStyleCnt="0"/>
      <dgm:spPr/>
    </dgm:pt>
    <dgm:pt modelId="{49397015-BBA7-49F3-9CA1-DA0707C6B998}" type="pres">
      <dgm:prSet presAssocID="{828E439A-82C4-423A-9B00-729749736414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21EF5A-6266-43FF-BAD7-9AB71DD27D80}" type="pres">
      <dgm:prSet presAssocID="{60376435-7D4F-4B6A-B9C0-ECD0F5708956}" presName="spacer" presStyleCnt="0"/>
      <dgm:spPr/>
    </dgm:pt>
    <dgm:pt modelId="{E68A2EC8-63A9-4766-8048-E368F8F4B770}" type="pres">
      <dgm:prSet presAssocID="{5ED0F58E-E270-435D-A3AE-3593A0CFEDDA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02DC13-2944-4A00-AEC4-F0694056753C}" type="pres">
      <dgm:prSet presAssocID="{0088C430-4B18-44FC-9D29-5BA9FD6C27A4}" presName="spacer" presStyleCnt="0"/>
      <dgm:spPr/>
    </dgm:pt>
    <dgm:pt modelId="{A915CF17-5466-4E0A-9F4C-2828EC0F82DF}" type="pres">
      <dgm:prSet presAssocID="{B0F06E60-727A-4D72-8706-DDF3BCD279E5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77FCBC0-F385-4D69-9B5B-12DFC246B322}" type="presOf" srcId="{C1948AEF-92E9-4A5C-A83C-3EEF881EB12A}" destId="{80E8C10C-34EC-4D62-924B-7A535E4AE767}" srcOrd="0" destOrd="0" presId="urn:microsoft.com/office/officeart/2005/8/layout/vList2"/>
    <dgm:cxn modelId="{7E5BABB3-2705-499B-921C-7D9E7FBB9F7B}" type="presOf" srcId="{5ED0F58E-E270-435D-A3AE-3593A0CFEDDA}" destId="{E68A2EC8-63A9-4766-8048-E368F8F4B770}" srcOrd="0" destOrd="0" presId="urn:microsoft.com/office/officeart/2005/8/layout/vList2"/>
    <dgm:cxn modelId="{92209619-ACF7-4540-B366-C94FCCEB85AB}" srcId="{DAEFF8C9-F12B-4C49-9205-55D5E97DADA3}" destId="{5ED0F58E-E270-435D-A3AE-3593A0CFEDDA}" srcOrd="5" destOrd="0" parTransId="{D3D8EDBF-62BD-4A28-B893-EE2DA2185516}" sibTransId="{0088C430-4B18-44FC-9D29-5BA9FD6C27A4}"/>
    <dgm:cxn modelId="{EAE09EA7-B1D2-4049-82AC-ED7274166DF5}" type="presOf" srcId="{3B39A6FF-C0C5-4A37-BCF3-5C9EE118CBD5}" destId="{A4FB73FF-08F7-4CA9-9A8C-A55CDADF912E}" srcOrd="0" destOrd="0" presId="urn:microsoft.com/office/officeart/2005/8/layout/vList2"/>
    <dgm:cxn modelId="{484F9DAD-CB12-404D-9712-9B7E5BED0C81}" srcId="{DAEFF8C9-F12B-4C49-9205-55D5E97DADA3}" destId="{752E1F5B-336E-44FE-B99A-57546666A65E}" srcOrd="0" destOrd="0" parTransId="{6EE64F2C-A430-4239-9842-2786E5E33E81}" sibTransId="{1F0BA2BC-4375-4A1B-981D-EC4C4AF8D0C9}"/>
    <dgm:cxn modelId="{2F5C14C1-11F9-452C-BBD0-021C0263438F}" srcId="{DAEFF8C9-F12B-4C49-9205-55D5E97DADA3}" destId="{B0F06E60-727A-4D72-8706-DDF3BCD279E5}" srcOrd="6" destOrd="0" parTransId="{8117EA7B-7BFD-43D1-AAEA-DE6C33F5CE35}" sibTransId="{4419ED28-2315-45DA-8640-2F881B9920CC}"/>
    <dgm:cxn modelId="{DA2BCDDE-B66F-405B-A4DB-71615109E093}" type="presOf" srcId="{DAEFF8C9-F12B-4C49-9205-55D5E97DADA3}" destId="{63959B42-B937-44AA-AEDD-05F8A0ED6602}" srcOrd="0" destOrd="0" presId="urn:microsoft.com/office/officeart/2005/8/layout/vList2"/>
    <dgm:cxn modelId="{D7F9A02F-D1E1-4175-B4D2-3AB1642A4732}" type="presOf" srcId="{828E439A-82C4-423A-9B00-729749736414}" destId="{49397015-BBA7-49F3-9CA1-DA0707C6B998}" srcOrd="0" destOrd="0" presId="urn:microsoft.com/office/officeart/2005/8/layout/vList2"/>
    <dgm:cxn modelId="{DA4A429B-9A5E-4C24-9B17-63C0FB27C5E6}" srcId="{DAEFF8C9-F12B-4C49-9205-55D5E97DADA3}" destId="{CDED90BF-DA3E-4CB6-8C70-B84AD68E435D}" srcOrd="2" destOrd="0" parTransId="{E86D1D73-4201-4599-B53F-A0D5A507DEEA}" sibTransId="{B773CFEF-A3FF-4910-AFD6-6E77ECA3FBCA}"/>
    <dgm:cxn modelId="{909B8E42-F959-4E72-B023-6FE153A12771}" srcId="{DAEFF8C9-F12B-4C49-9205-55D5E97DADA3}" destId="{828E439A-82C4-423A-9B00-729749736414}" srcOrd="4" destOrd="0" parTransId="{799B6613-4D3D-43B5-B01B-2AF36FE8AF77}" sibTransId="{60376435-7D4F-4B6A-B9C0-ECD0F5708956}"/>
    <dgm:cxn modelId="{3C5CACEC-6315-4046-828B-AA77803EB969}" type="presOf" srcId="{B0F06E60-727A-4D72-8706-DDF3BCD279E5}" destId="{A915CF17-5466-4E0A-9F4C-2828EC0F82DF}" srcOrd="0" destOrd="0" presId="urn:microsoft.com/office/officeart/2005/8/layout/vList2"/>
    <dgm:cxn modelId="{39ADB931-1E29-495F-BABE-1D9E920931CB}" srcId="{DAEFF8C9-F12B-4C49-9205-55D5E97DADA3}" destId="{C1948AEF-92E9-4A5C-A83C-3EEF881EB12A}" srcOrd="3" destOrd="0" parTransId="{8A04F69C-FCFD-40D1-A706-AB28738483F0}" sibTransId="{3EA46416-32AF-4F15-A08F-96591504480F}"/>
    <dgm:cxn modelId="{B89C9E45-636A-4787-996E-47CBC9DD21D5}" srcId="{DAEFF8C9-F12B-4C49-9205-55D5E97DADA3}" destId="{3B39A6FF-C0C5-4A37-BCF3-5C9EE118CBD5}" srcOrd="1" destOrd="0" parTransId="{52FEB0D2-66B9-41D2-AFEF-AD9601ACEE87}" sibTransId="{07610AD9-47EC-452E-A878-6DD8F7128308}"/>
    <dgm:cxn modelId="{F8B5EB2D-BC31-4C39-922F-C9213E406D60}" type="presOf" srcId="{752E1F5B-336E-44FE-B99A-57546666A65E}" destId="{12E66281-8D97-4747-8FFB-08A2ECAF38C5}" srcOrd="0" destOrd="0" presId="urn:microsoft.com/office/officeart/2005/8/layout/vList2"/>
    <dgm:cxn modelId="{EE8B2452-DA82-4B77-9D9C-858563EB62A5}" type="presOf" srcId="{CDED90BF-DA3E-4CB6-8C70-B84AD68E435D}" destId="{4664B82C-B8A3-440E-B056-D1014F3EBEF6}" srcOrd="0" destOrd="0" presId="urn:microsoft.com/office/officeart/2005/8/layout/vList2"/>
    <dgm:cxn modelId="{6040C13B-8FEE-4606-AEDC-DA1109255C10}" type="presParOf" srcId="{63959B42-B937-44AA-AEDD-05F8A0ED6602}" destId="{12E66281-8D97-4747-8FFB-08A2ECAF38C5}" srcOrd="0" destOrd="0" presId="urn:microsoft.com/office/officeart/2005/8/layout/vList2"/>
    <dgm:cxn modelId="{E24A5188-4E3C-4C96-B268-E81566099681}" type="presParOf" srcId="{63959B42-B937-44AA-AEDD-05F8A0ED6602}" destId="{A50C13B7-DE64-4ACE-908A-549FF5F6AEFF}" srcOrd="1" destOrd="0" presId="urn:microsoft.com/office/officeart/2005/8/layout/vList2"/>
    <dgm:cxn modelId="{BF6F0477-6FCB-4D46-BC52-4E89EFFC9144}" type="presParOf" srcId="{63959B42-B937-44AA-AEDD-05F8A0ED6602}" destId="{A4FB73FF-08F7-4CA9-9A8C-A55CDADF912E}" srcOrd="2" destOrd="0" presId="urn:microsoft.com/office/officeart/2005/8/layout/vList2"/>
    <dgm:cxn modelId="{ED9DFA7A-23A3-4186-BB90-E4A1090FF95D}" type="presParOf" srcId="{63959B42-B937-44AA-AEDD-05F8A0ED6602}" destId="{C949B07F-D430-4258-8F13-69AFA64B161E}" srcOrd="3" destOrd="0" presId="urn:microsoft.com/office/officeart/2005/8/layout/vList2"/>
    <dgm:cxn modelId="{C08B5D70-2FF8-40D9-9FB5-7F52E1EDF1BB}" type="presParOf" srcId="{63959B42-B937-44AA-AEDD-05F8A0ED6602}" destId="{4664B82C-B8A3-440E-B056-D1014F3EBEF6}" srcOrd="4" destOrd="0" presId="urn:microsoft.com/office/officeart/2005/8/layout/vList2"/>
    <dgm:cxn modelId="{B9585D08-73D6-4795-A534-5BFD2E31D5A6}" type="presParOf" srcId="{63959B42-B937-44AA-AEDD-05F8A0ED6602}" destId="{E0699927-1C30-4690-9840-A689EA2F20AC}" srcOrd="5" destOrd="0" presId="urn:microsoft.com/office/officeart/2005/8/layout/vList2"/>
    <dgm:cxn modelId="{1C17F8D5-5166-4029-82BC-1CA14C1DDB34}" type="presParOf" srcId="{63959B42-B937-44AA-AEDD-05F8A0ED6602}" destId="{80E8C10C-34EC-4D62-924B-7A535E4AE767}" srcOrd="6" destOrd="0" presId="urn:microsoft.com/office/officeart/2005/8/layout/vList2"/>
    <dgm:cxn modelId="{19F501A0-4B3B-4DA1-9816-6B7B2B824168}" type="presParOf" srcId="{63959B42-B937-44AA-AEDD-05F8A0ED6602}" destId="{8B044613-6DCB-4244-A42C-393E6505D110}" srcOrd="7" destOrd="0" presId="urn:microsoft.com/office/officeart/2005/8/layout/vList2"/>
    <dgm:cxn modelId="{B2A9C963-FF3F-48B1-B18E-49B5089CC1CF}" type="presParOf" srcId="{63959B42-B937-44AA-AEDD-05F8A0ED6602}" destId="{49397015-BBA7-49F3-9CA1-DA0707C6B998}" srcOrd="8" destOrd="0" presId="urn:microsoft.com/office/officeart/2005/8/layout/vList2"/>
    <dgm:cxn modelId="{860B3D83-84E8-4BFA-B8B8-05FE63EDC680}" type="presParOf" srcId="{63959B42-B937-44AA-AEDD-05F8A0ED6602}" destId="{E021EF5A-6266-43FF-BAD7-9AB71DD27D80}" srcOrd="9" destOrd="0" presId="urn:microsoft.com/office/officeart/2005/8/layout/vList2"/>
    <dgm:cxn modelId="{82C972F2-EB69-4EFC-BA08-C8DCD48C11C0}" type="presParOf" srcId="{63959B42-B937-44AA-AEDD-05F8A0ED6602}" destId="{E68A2EC8-63A9-4766-8048-E368F8F4B770}" srcOrd="10" destOrd="0" presId="urn:microsoft.com/office/officeart/2005/8/layout/vList2"/>
    <dgm:cxn modelId="{06361EEF-D44B-482E-B063-D4CAD766F6BA}" type="presParOf" srcId="{63959B42-B937-44AA-AEDD-05F8A0ED6602}" destId="{B402DC13-2944-4A00-AEC4-F0694056753C}" srcOrd="11" destOrd="0" presId="urn:microsoft.com/office/officeart/2005/8/layout/vList2"/>
    <dgm:cxn modelId="{3334D780-9326-42F6-B6A9-5D58DCE11DDB}" type="presParOf" srcId="{63959B42-B937-44AA-AEDD-05F8A0ED6602}" destId="{A915CF17-5466-4E0A-9F4C-2828EC0F82DF}" srcOrd="12" destOrd="0" presId="urn:microsoft.com/office/officeart/2005/8/layout/vList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F0B63D-48F9-4C08-BA7A-9C31E5721C1F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69AA2802-0D35-4EFC-9AE1-FA73F919425F}">
      <dgm:prSet/>
      <dgm:spPr/>
      <dgm:t>
        <a:bodyPr/>
        <a:lstStyle/>
        <a:p>
          <a:pPr rtl="0"/>
          <a:r>
            <a:rPr lang="fr-FR" dirty="0" smtClean="0"/>
            <a:t>L'automatisme mental est caractéristique des formes typiques de certaines des affections suivantes. La(les)quelle(s) ? </a:t>
          </a:r>
          <a:endParaRPr lang="fr-FR" i="1" dirty="0"/>
        </a:p>
      </dgm:t>
    </dgm:pt>
    <dgm:pt modelId="{8B0E46CF-3C5D-4700-9F8F-9995FC2B2CD3}" type="parTrans" cxnId="{53FEDE3A-8001-43BA-8F0A-1EA691F51966}">
      <dgm:prSet/>
      <dgm:spPr/>
      <dgm:t>
        <a:bodyPr/>
        <a:lstStyle/>
        <a:p>
          <a:endParaRPr lang="fr-FR"/>
        </a:p>
      </dgm:t>
    </dgm:pt>
    <dgm:pt modelId="{8826246E-09F6-49AE-90C6-3C467C06F539}" type="sibTrans" cxnId="{53FEDE3A-8001-43BA-8F0A-1EA691F51966}">
      <dgm:prSet/>
      <dgm:spPr/>
      <dgm:t>
        <a:bodyPr/>
        <a:lstStyle/>
        <a:p>
          <a:endParaRPr lang="fr-FR"/>
        </a:p>
      </dgm:t>
    </dgm:pt>
    <dgm:pt modelId="{6CA351F3-C48A-47AB-B14C-A16F8688E6F7}">
      <dgm:prSet/>
      <dgm:spPr/>
      <dgm:t>
        <a:bodyPr/>
        <a:lstStyle/>
        <a:p>
          <a:pPr rtl="0"/>
          <a:r>
            <a:rPr lang="fr-FR" i="1" dirty="0" smtClean="0"/>
            <a:t>A/Psychose hallucinatoire </a:t>
          </a:r>
          <a:r>
            <a:rPr lang="fr-FR" dirty="0" smtClean="0"/>
            <a:t>chronique</a:t>
          </a:r>
          <a:endParaRPr lang="fr-FR" dirty="0"/>
        </a:p>
      </dgm:t>
    </dgm:pt>
    <dgm:pt modelId="{24D64D84-E6B5-4364-BDFD-5E8CD8D83FA1}" type="parTrans" cxnId="{31377898-4120-4882-A348-BE49EA491ABA}">
      <dgm:prSet/>
      <dgm:spPr/>
      <dgm:t>
        <a:bodyPr/>
        <a:lstStyle/>
        <a:p>
          <a:endParaRPr lang="fr-FR"/>
        </a:p>
      </dgm:t>
    </dgm:pt>
    <dgm:pt modelId="{E34AF2AC-E4F4-41E1-938A-FB334E85583F}" type="sibTrans" cxnId="{31377898-4120-4882-A348-BE49EA491ABA}">
      <dgm:prSet/>
      <dgm:spPr/>
      <dgm:t>
        <a:bodyPr/>
        <a:lstStyle/>
        <a:p>
          <a:endParaRPr lang="fr-FR"/>
        </a:p>
      </dgm:t>
    </dgm:pt>
    <dgm:pt modelId="{FB73C602-12C0-459E-8F2B-353E2D46FA3A}">
      <dgm:prSet/>
      <dgm:spPr/>
      <dgm:t>
        <a:bodyPr/>
        <a:lstStyle/>
        <a:p>
          <a:pPr rtl="0"/>
          <a:r>
            <a:rPr lang="fr-FR" dirty="0" smtClean="0"/>
            <a:t>B/Accès maniaque</a:t>
          </a:r>
          <a:endParaRPr lang="fr-FR" dirty="0"/>
        </a:p>
      </dgm:t>
    </dgm:pt>
    <dgm:pt modelId="{B6A408F2-0D8E-419A-B93B-D57F33759C0C}" type="parTrans" cxnId="{4CB439D8-FC09-4959-B2D8-01A07F67F5D0}">
      <dgm:prSet/>
      <dgm:spPr/>
      <dgm:t>
        <a:bodyPr/>
        <a:lstStyle/>
        <a:p>
          <a:endParaRPr lang="fr-FR"/>
        </a:p>
      </dgm:t>
    </dgm:pt>
    <dgm:pt modelId="{A1D99807-B249-4D8D-947A-8CDB173D8A8D}" type="sibTrans" cxnId="{4CB439D8-FC09-4959-B2D8-01A07F67F5D0}">
      <dgm:prSet/>
      <dgm:spPr/>
      <dgm:t>
        <a:bodyPr/>
        <a:lstStyle/>
        <a:p>
          <a:endParaRPr lang="fr-FR"/>
        </a:p>
      </dgm:t>
    </dgm:pt>
    <dgm:pt modelId="{6702AE5C-AB68-44D9-97B7-CFBA6CE935F5}">
      <dgm:prSet/>
      <dgm:spPr/>
      <dgm:t>
        <a:bodyPr/>
        <a:lstStyle/>
        <a:p>
          <a:pPr rtl="0"/>
          <a:r>
            <a:rPr lang="fr-FR" dirty="0" smtClean="0"/>
            <a:t>C/Schizophrénie paranoïde</a:t>
          </a:r>
          <a:endParaRPr lang="fr-FR" dirty="0"/>
        </a:p>
      </dgm:t>
    </dgm:pt>
    <dgm:pt modelId="{6DBCBE31-DC73-4EF5-B52E-72C3F6EFE7A7}" type="parTrans" cxnId="{73F066EF-C054-4567-8C1A-A16FC490F447}">
      <dgm:prSet/>
      <dgm:spPr/>
      <dgm:t>
        <a:bodyPr/>
        <a:lstStyle/>
        <a:p>
          <a:endParaRPr lang="fr-FR"/>
        </a:p>
      </dgm:t>
    </dgm:pt>
    <dgm:pt modelId="{2C2D7286-2B0C-40F9-9527-35864BA7B28B}" type="sibTrans" cxnId="{73F066EF-C054-4567-8C1A-A16FC490F447}">
      <dgm:prSet/>
      <dgm:spPr/>
      <dgm:t>
        <a:bodyPr/>
        <a:lstStyle/>
        <a:p>
          <a:endParaRPr lang="fr-FR"/>
        </a:p>
      </dgm:t>
    </dgm:pt>
    <dgm:pt modelId="{811B14D3-1E28-469D-894B-35EA3CCBBDF1}">
      <dgm:prSet/>
      <dgm:spPr/>
      <dgm:t>
        <a:bodyPr/>
        <a:lstStyle/>
        <a:p>
          <a:pPr rtl="0"/>
          <a:r>
            <a:rPr lang="fr-FR" dirty="0" smtClean="0"/>
            <a:t>D/Bouffée délirante aiguë</a:t>
          </a:r>
          <a:endParaRPr lang="fr-FR" dirty="0"/>
        </a:p>
      </dgm:t>
    </dgm:pt>
    <dgm:pt modelId="{96D22A55-02E9-4212-B8B3-B4A09AA94105}" type="parTrans" cxnId="{2B4CAFCA-2A23-4A82-898D-5F030BAEC2B7}">
      <dgm:prSet/>
      <dgm:spPr/>
      <dgm:t>
        <a:bodyPr/>
        <a:lstStyle/>
        <a:p>
          <a:endParaRPr lang="fr-FR"/>
        </a:p>
      </dgm:t>
    </dgm:pt>
    <dgm:pt modelId="{233DDE71-7938-4D35-9596-84D9B480679A}" type="sibTrans" cxnId="{2B4CAFCA-2A23-4A82-898D-5F030BAEC2B7}">
      <dgm:prSet/>
      <dgm:spPr/>
      <dgm:t>
        <a:bodyPr/>
        <a:lstStyle/>
        <a:p>
          <a:endParaRPr lang="fr-FR"/>
        </a:p>
      </dgm:t>
    </dgm:pt>
    <dgm:pt modelId="{2BB799D7-AC41-4EA7-AAC5-BFD523574C3D}">
      <dgm:prSet/>
      <dgm:spPr/>
      <dgm:t>
        <a:bodyPr/>
        <a:lstStyle/>
        <a:p>
          <a:pPr rtl="0"/>
          <a:r>
            <a:rPr lang="fr-FR" dirty="0" smtClean="0"/>
            <a:t>E/Paranoïa</a:t>
          </a:r>
          <a:endParaRPr lang="fr-FR" dirty="0"/>
        </a:p>
      </dgm:t>
    </dgm:pt>
    <dgm:pt modelId="{ABB30808-44AF-471F-94AA-11E00DBADA42}" type="parTrans" cxnId="{06F90CE8-484F-44BB-B051-69470A0E16CA}">
      <dgm:prSet/>
      <dgm:spPr/>
      <dgm:t>
        <a:bodyPr/>
        <a:lstStyle/>
        <a:p>
          <a:endParaRPr lang="fr-FR"/>
        </a:p>
      </dgm:t>
    </dgm:pt>
    <dgm:pt modelId="{F18242C3-3D0A-43DA-813E-D1AE21114004}" type="sibTrans" cxnId="{06F90CE8-484F-44BB-B051-69470A0E16CA}">
      <dgm:prSet/>
      <dgm:spPr/>
      <dgm:t>
        <a:bodyPr/>
        <a:lstStyle/>
        <a:p>
          <a:endParaRPr lang="fr-FR"/>
        </a:p>
      </dgm:t>
    </dgm:pt>
    <dgm:pt modelId="{D983D3C1-A06C-49D0-A440-DFDDFEAFA179}">
      <dgm:prSet/>
      <dgm:spPr/>
      <dgm:t>
        <a:bodyPr/>
        <a:lstStyle/>
        <a:p>
          <a:pPr rtl="0"/>
          <a:r>
            <a:rPr lang="fr-FR" dirty="0" smtClean="0"/>
            <a:t>A,C,D</a:t>
          </a:r>
          <a:endParaRPr lang="fr-FR" dirty="0"/>
        </a:p>
      </dgm:t>
    </dgm:pt>
    <dgm:pt modelId="{44893B93-DB37-42D2-AC75-39748822F21B}" type="parTrans" cxnId="{CB46384C-D690-4552-B834-A270FBFFC3F5}">
      <dgm:prSet/>
      <dgm:spPr/>
      <dgm:t>
        <a:bodyPr/>
        <a:lstStyle/>
        <a:p>
          <a:endParaRPr lang="fr-FR"/>
        </a:p>
      </dgm:t>
    </dgm:pt>
    <dgm:pt modelId="{B38B171D-0364-45FC-8056-27A708A1B883}" type="sibTrans" cxnId="{CB46384C-D690-4552-B834-A270FBFFC3F5}">
      <dgm:prSet/>
      <dgm:spPr/>
      <dgm:t>
        <a:bodyPr/>
        <a:lstStyle/>
        <a:p>
          <a:endParaRPr lang="fr-FR"/>
        </a:p>
      </dgm:t>
    </dgm:pt>
    <dgm:pt modelId="{7ABC8A0B-05AD-49A7-83E0-1EC6B09F3719}">
      <dgm:prSet/>
      <dgm:spPr/>
      <dgm:t>
        <a:bodyPr/>
        <a:lstStyle/>
        <a:p>
          <a:pPr rtl="0"/>
          <a:r>
            <a:rPr lang="fr-FR" b="1" dirty="0" smtClean="0"/>
            <a:t>Automatisme mental: ensemble d'hallucinations dans lesquelles une personne est persuadée que quelqu'un ou quelque chose  guide ses actes.</a:t>
          </a:r>
          <a:endParaRPr lang="fr-FR" dirty="0"/>
        </a:p>
      </dgm:t>
    </dgm:pt>
    <dgm:pt modelId="{9B1C0593-ED5B-408A-9183-9DBEB92403BF}" type="parTrans" cxnId="{A773F70D-307C-4706-B887-087C727FA28B}">
      <dgm:prSet/>
      <dgm:spPr/>
      <dgm:t>
        <a:bodyPr/>
        <a:lstStyle/>
        <a:p>
          <a:endParaRPr lang="fr-FR"/>
        </a:p>
      </dgm:t>
    </dgm:pt>
    <dgm:pt modelId="{3B597C69-C039-4846-B7FB-38E0891599E6}" type="sibTrans" cxnId="{A773F70D-307C-4706-B887-087C727FA28B}">
      <dgm:prSet/>
      <dgm:spPr/>
      <dgm:t>
        <a:bodyPr/>
        <a:lstStyle/>
        <a:p>
          <a:endParaRPr lang="fr-FR"/>
        </a:p>
      </dgm:t>
    </dgm:pt>
    <dgm:pt modelId="{7FC7B7DF-06CB-4251-A26E-A086F5789436}" type="pres">
      <dgm:prSet presAssocID="{65F0B63D-48F9-4C08-BA7A-9C31E5721C1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68ED0B9-2DFC-4BD2-8266-3421C361E18A}" type="pres">
      <dgm:prSet presAssocID="{69AA2802-0D35-4EFC-9AE1-FA73F919425F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34A1BA-D36B-418F-A294-771739F0948B}" type="pres">
      <dgm:prSet presAssocID="{8826246E-09F6-49AE-90C6-3C467C06F539}" presName="spacer" presStyleCnt="0"/>
      <dgm:spPr/>
    </dgm:pt>
    <dgm:pt modelId="{1FDB3AFC-BF74-4DA4-8C02-4A0F08CE3426}" type="pres">
      <dgm:prSet presAssocID="{6CA351F3-C48A-47AB-B14C-A16F8688E6F7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DEC25D-0D19-4697-83F7-3520E4F2B63C}" type="pres">
      <dgm:prSet presAssocID="{E34AF2AC-E4F4-41E1-938A-FB334E85583F}" presName="spacer" presStyleCnt="0"/>
      <dgm:spPr/>
    </dgm:pt>
    <dgm:pt modelId="{A451E8AF-932C-4658-A484-41D6527D97CD}" type="pres">
      <dgm:prSet presAssocID="{FB73C602-12C0-459E-8F2B-353E2D46FA3A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F958233-141B-4D8C-B1DC-878A6776D225}" type="pres">
      <dgm:prSet presAssocID="{A1D99807-B249-4D8D-947A-8CDB173D8A8D}" presName="spacer" presStyleCnt="0"/>
      <dgm:spPr/>
    </dgm:pt>
    <dgm:pt modelId="{ADD1009F-A50C-4CB3-8C16-CEBDEFFBB309}" type="pres">
      <dgm:prSet presAssocID="{6702AE5C-AB68-44D9-97B7-CFBA6CE935F5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5D6D83B-A012-4849-9024-817C19FF7453}" type="pres">
      <dgm:prSet presAssocID="{2C2D7286-2B0C-40F9-9527-35864BA7B28B}" presName="spacer" presStyleCnt="0"/>
      <dgm:spPr/>
    </dgm:pt>
    <dgm:pt modelId="{F9A839CC-B20F-490E-AF29-E0F96DD84C64}" type="pres">
      <dgm:prSet presAssocID="{811B14D3-1E28-469D-894B-35EA3CCBBDF1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904D5C0-38AA-4C49-A81C-E81EBB6AE854}" type="pres">
      <dgm:prSet presAssocID="{233DDE71-7938-4D35-9596-84D9B480679A}" presName="spacer" presStyleCnt="0"/>
      <dgm:spPr/>
    </dgm:pt>
    <dgm:pt modelId="{D3DCD2A8-2EAF-4DA5-88CE-A34A9AA0F8E9}" type="pres">
      <dgm:prSet presAssocID="{2BB799D7-AC41-4EA7-AAC5-BFD523574C3D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9C23C9E-C1C4-4D00-A73A-DE684C95A4CC}" type="pres">
      <dgm:prSet presAssocID="{F18242C3-3D0A-43DA-813E-D1AE21114004}" presName="spacer" presStyleCnt="0"/>
      <dgm:spPr/>
    </dgm:pt>
    <dgm:pt modelId="{A9FD934E-28C0-45E9-8E25-3030BBD0E64F}" type="pres">
      <dgm:prSet presAssocID="{D983D3C1-A06C-49D0-A440-DFDDFEAFA179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42EFD0D-253D-4AC3-90CC-99A745F92A88}" type="pres">
      <dgm:prSet presAssocID="{B38B171D-0364-45FC-8056-27A708A1B883}" presName="spacer" presStyleCnt="0"/>
      <dgm:spPr/>
    </dgm:pt>
    <dgm:pt modelId="{F2E74E39-E0F3-4816-BE9E-DC7E43D0DEAA}" type="pres">
      <dgm:prSet presAssocID="{7ABC8A0B-05AD-49A7-83E0-1EC6B09F3719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82E3350-2D34-4DCC-893D-A08E614FFC41}" type="presOf" srcId="{FB73C602-12C0-459E-8F2B-353E2D46FA3A}" destId="{A451E8AF-932C-4658-A484-41D6527D97CD}" srcOrd="0" destOrd="0" presId="urn:microsoft.com/office/officeart/2005/8/layout/vList2"/>
    <dgm:cxn modelId="{00F06F70-3766-4794-99C7-1BA8C42E6F6E}" type="presOf" srcId="{2BB799D7-AC41-4EA7-AAC5-BFD523574C3D}" destId="{D3DCD2A8-2EAF-4DA5-88CE-A34A9AA0F8E9}" srcOrd="0" destOrd="0" presId="urn:microsoft.com/office/officeart/2005/8/layout/vList2"/>
    <dgm:cxn modelId="{A773F70D-307C-4706-B887-087C727FA28B}" srcId="{65F0B63D-48F9-4C08-BA7A-9C31E5721C1F}" destId="{7ABC8A0B-05AD-49A7-83E0-1EC6B09F3719}" srcOrd="7" destOrd="0" parTransId="{9B1C0593-ED5B-408A-9183-9DBEB92403BF}" sibTransId="{3B597C69-C039-4846-B7FB-38E0891599E6}"/>
    <dgm:cxn modelId="{06F90CE8-484F-44BB-B051-69470A0E16CA}" srcId="{65F0B63D-48F9-4C08-BA7A-9C31E5721C1F}" destId="{2BB799D7-AC41-4EA7-AAC5-BFD523574C3D}" srcOrd="5" destOrd="0" parTransId="{ABB30808-44AF-471F-94AA-11E00DBADA42}" sibTransId="{F18242C3-3D0A-43DA-813E-D1AE21114004}"/>
    <dgm:cxn modelId="{5026AB95-1B42-4B1A-93C2-C9332B1D8727}" type="presOf" srcId="{D983D3C1-A06C-49D0-A440-DFDDFEAFA179}" destId="{A9FD934E-28C0-45E9-8E25-3030BBD0E64F}" srcOrd="0" destOrd="0" presId="urn:microsoft.com/office/officeart/2005/8/layout/vList2"/>
    <dgm:cxn modelId="{31377898-4120-4882-A348-BE49EA491ABA}" srcId="{65F0B63D-48F9-4C08-BA7A-9C31E5721C1F}" destId="{6CA351F3-C48A-47AB-B14C-A16F8688E6F7}" srcOrd="1" destOrd="0" parTransId="{24D64D84-E6B5-4364-BDFD-5E8CD8D83FA1}" sibTransId="{E34AF2AC-E4F4-41E1-938A-FB334E85583F}"/>
    <dgm:cxn modelId="{53FEDE3A-8001-43BA-8F0A-1EA691F51966}" srcId="{65F0B63D-48F9-4C08-BA7A-9C31E5721C1F}" destId="{69AA2802-0D35-4EFC-9AE1-FA73F919425F}" srcOrd="0" destOrd="0" parTransId="{8B0E46CF-3C5D-4700-9F8F-9995FC2B2CD3}" sibTransId="{8826246E-09F6-49AE-90C6-3C467C06F539}"/>
    <dgm:cxn modelId="{5651BD33-1C56-4CF7-AB47-B08551ADFC6F}" type="presOf" srcId="{6CA351F3-C48A-47AB-B14C-A16F8688E6F7}" destId="{1FDB3AFC-BF74-4DA4-8C02-4A0F08CE3426}" srcOrd="0" destOrd="0" presId="urn:microsoft.com/office/officeart/2005/8/layout/vList2"/>
    <dgm:cxn modelId="{CB46384C-D690-4552-B834-A270FBFFC3F5}" srcId="{65F0B63D-48F9-4C08-BA7A-9C31E5721C1F}" destId="{D983D3C1-A06C-49D0-A440-DFDDFEAFA179}" srcOrd="6" destOrd="0" parTransId="{44893B93-DB37-42D2-AC75-39748822F21B}" sibTransId="{B38B171D-0364-45FC-8056-27A708A1B883}"/>
    <dgm:cxn modelId="{F521D898-CD3F-4332-B4C1-23B1EB4CDF47}" type="presOf" srcId="{65F0B63D-48F9-4C08-BA7A-9C31E5721C1F}" destId="{7FC7B7DF-06CB-4251-A26E-A086F5789436}" srcOrd="0" destOrd="0" presId="urn:microsoft.com/office/officeart/2005/8/layout/vList2"/>
    <dgm:cxn modelId="{647DC072-3263-4F7F-B756-224751E64506}" type="presOf" srcId="{6702AE5C-AB68-44D9-97B7-CFBA6CE935F5}" destId="{ADD1009F-A50C-4CB3-8C16-CEBDEFFBB309}" srcOrd="0" destOrd="0" presId="urn:microsoft.com/office/officeart/2005/8/layout/vList2"/>
    <dgm:cxn modelId="{8626EC2A-AB36-4FE8-965A-8FFC74604583}" type="presOf" srcId="{7ABC8A0B-05AD-49A7-83E0-1EC6B09F3719}" destId="{F2E74E39-E0F3-4816-BE9E-DC7E43D0DEAA}" srcOrd="0" destOrd="0" presId="urn:microsoft.com/office/officeart/2005/8/layout/vList2"/>
    <dgm:cxn modelId="{D7DC70F2-7BB3-490C-BBA2-09CD809AD51C}" type="presOf" srcId="{69AA2802-0D35-4EFC-9AE1-FA73F919425F}" destId="{368ED0B9-2DFC-4BD2-8266-3421C361E18A}" srcOrd="0" destOrd="0" presId="urn:microsoft.com/office/officeart/2005/8/layout/vList2"/>
    <dgm:cxn modelId="{2B4CAFCA-2A23-4A82-898D-5F030BAEC2B7}" srcId="{65F0B63D-48F9-4C08-BA7A-9C31E5721C1F}" destId="{811B14D3-1E28-469D-894B-35EA3CCBBDF1}" srcOrd="4" destOrd="0" parTransId="{96D22A55-02E9-4212-B8B3-B4A09AA94105}" sibTransId="{233DDE71-7938-4D35-9596-84D9B480679A}"/>
    <dgm:cxn modelId="{4CB439D8-FC09-4959-B2D8-01A07F67F5D0}" srcId="{65F0B63D-48F9-4C08-BA7A-9C31E5721C1F}" destId="{FB73C602-12C0-459E-8F2B-353E2D46FA3A}" srcOrd="2" destOrd="0" parTransId="{B6A408F2-0D8E-419A-B93B-D57F33759C0C}" sibTransId="{A1D99807-B249-4D8D-947A-8CDB173D8A8D}"/>
    <dgm:cxn modelId="{0032B148-3F13-4080-8106-9DC0A7D2464D}" type="presOf" srcId="{811B14D3-1E28-469D-894B-35EA3CCBBDF1}" destId="{F9A839CC-B20F-490E-AF29-E0F96DD84C64}" srcOrd="0" destOrd="0" presId="urn:microsoft.com/office/officeart/2005/8/layout/vList2"/>
    <dgm:cxn modelId="{73F066EF-C054-4567-8C1A-A16FC490F447}" srcId="{65F0B63D-48F9-4C08-BA7A-9C31E5721C1F}" destId="{6702AE5C-AB68-44D9-97B7-CFBA6CE935F5}" srcOrd="3" destOrd="0" parTransId="{6DBCBE31-DC73-4EF5-B52E-72C3F6EFE7A7}" sibTransId="{2C2D7286-2B0C-40F9-9527-35864BA7B28B}"/>
    <dgm:cxn modelId="{C5AB1497-6D9E-428F-934F-632A8B188E7A}" type="presParOf" srcId="{7FC7B7DF-06CB-4251-A26E-A086F5789436}" destId="{368ED0B9-2DFC-4BD2-8266-3421C361E18A}" srcOrd="0" destOrd="0" presId="urn:microsoft.com/office/officeart/2005/8/layout/vList2"/>
    <dgm:cxn modelId="{D2EBE9E0-9F68-4662-BA83-E1655B1028C0}" type="presParOf" srcId="{7FC7B7DF-06CB-4251-A26E-A086F5789436}" destId="{DC34A1BA-D36B-418F-A294-771739F0948B}" srcOrd="1" destOrd="0" presId="urn:microsoft.com/office/officeart/2005/8/layout/vList2"/>
    <dgm:cxn modelId="{5E0EA241-2256-4A2F-A027-CBFD0A48B26E}" type="presParOf" srcId="{7FC7B7DF-06CB-4251-A26E-A086F5789436}" destId="{1FDB3AFC-BF74-4DA4-8C02-4A0F08CE3426}" srcOrd="2" destOrd="0" presId="urn:microsoft.com/office/officeart/2005/8/layout/vList2"/>
    <dgm:cxn modelId="{3092CD3D-E013-4984-BF11-4FB923CE3FCA}" type="presParOf" srcId="{7FC7B7DF-06CB-4251-A26E-A086F5789436}" destId="{DBDEC25D-0D19-4697-83F7-3520E4F2B63C}" srcOrd="3" destOrd="0" presId="urn:microsoft.com/office/officeart/2005/8/layout/vList2"/>
    <dgm:cxn modelId="{035E93B8-71CF-4454-A641-66AC763C8A82}" type="presParOf" srcId="{7FC7B7DF-06CB-4251-A26E-A086F5789436}" destId="{A451E8AF-932C-4658-A484-41D6527D97CD}" srcOrd="4" destOrd="0" presId="urn:microsoft.com/office/officeart/2005/8/layout/vList2"/>
    <dgm:cxn modelId="{FE09B589-EA5E-4D0D-888E-9A938911CF08}" type="presParOf" srcId="{7FC7B7DF-06CB-4251-A26E-A086F5789436}" destId="{EF958233-141B-4D8C-B1DC-878A6776D225}" srcOrd="5" destOrd="0" presId="urn:microsoft.com/office/officeart/2005/8/layout/vList2"/>
    <dgm:cxn modelId="{F663F788-B73E-4EA0-8328-AC89F791ACF0}" type="presParOf" srcId="{7FC7B7DF-06CB-4251-A26E-A086F5789436}" destId="{ADD1009F-A50C-4CB3-8C16-CEBDEFFBB309}" srcOrd="6" destOrd="0" presId="urn:microsoft.com/office/officeart/2005/8/layout/vList2"/>
    <dgm:cxn modelId="{ADA9C22E-ACB6-4AC5-BF4A-239D68DE3088}" type="presParOf" srcId="{7FC7B7DF-06CB-4251-A26E-A086F5789436}" destId="{45D6D83B-A012-4849-9024-817C19FF7453}" srcOrd="7" destOrd="0" presId="urn:microsoft.com/office/officeart/2005/8/layout/vList2"/>
    <dgm:cxn modelId="{9BAB3128-7DC4-4E73-BE80-48C671A031FB}" type="presParOf" srcId="{7FC7B7DF-06CB-4251-A26E-A086F5789436}" destId="{F9A839CC-B20F-490E-AF29-E0F96DD84C64}" srcOrd="8" destOrd="0" presId="urn:microsoft.com/office/officeart/2005/8/layout/vList2"/>
    <dgm:cxn modelId="{9864B3DB-9E89-4E77-A5E3-DB53D65A923D}" type="presParOf" srcId="{7FC7B7DF-06CB-4251-A26E-A086F5789436}" destId="{9904D5C0-38AA-4C49-A81C-E81EBB6AE854}" srcOrd="9" destOrd="0" presId="urn:microsoft.com/office/officeart/2005/8/layout/vList2"/>
    <dgm:cxn modelId="{66643CF7-0510-4BA9-96C4-22891DBB6CA6}" type="presParOf" srcId="{7FC7B7DF-06CB-4251-A26E-A086F5789436}" destId="{D3DCD2A8-2EAF-4DA5-88CE-A34A9AA0F8E9}" srcOrd="10" destOrd="0" presId="urn:microsoft.com/office/officeart/2005/8/layout/vList2"/>
    <dgm:cxn modelId="{C7FD20BD-0A13-4DCC-8EE7-167C9288DDF8}" type="presParOf" srcId="{7FC7B7DF-06CB-4251-A26E-A086F5789436}" destId="{C9C23C9E-C1C4-4D00-A73A-DE684C95A4CC}" srcOrd="11" destOrd="0" presId="urn:microsoft.com/office/officeart/2005/8/layout/vList2"/>
    <dgm:cxn modelId="{C08422B6-F71C-4455-888D-F1E4F3845623}" type="presParOf" srcId="{7FC7B7DF-06CB-4251-A26E-A086F5789436}" destId="{A9FD934E-28C0-45E9-8E25-3030BBD0E64F}" srcOrd="12" destOrd="0" presId="urn:microsoft.com/office/officeart/2005/8/layout/vList2"/>
    <dgm:cxn modelId="{80495762-D70F-4D54-88C7-5B583E29FDA6}" type="presParOf" srcId="{7FC7B7DF-06CB-4251-A26E-A086F5789436}" destId="{242EFD0D-253D-4AC3-90CC-99A745F92A88}" srcOrd="13" destOrd="0" presId="urn:microsoft.com/office/officeart/2005/8/layout/vList2"/>
    <dgm:cxn modelId="{31D58F80-3E30-4B10-96F3-0F9BCF86B32A}" type="presParOf" srcId="{7FC7B7DF-06CB-4251-A26E-A086F5789436}" destId="{F2E74E39-E0F3-4816-BE9E-DC7E43D0DEAA}" srcOrd="14" destOrd="0" presId="urn:microsoft.com/office/officeart/2005/8/layout/vList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E980C7-BCA9-4B06-828A-23705EEE768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127C2374-20A7-440B-8C51-05EEC5873B94}">
      <dgm:prSet/>
      <dgm:spPr/>
      <dgm:t>
        <a:bodyPr/>
        <a:lstStyle/>
        <a:p>
          <a:pPr rtl="0"/>
          <a:r>
            <a:rPr lang="fr-FR" dirty="0" smtClean="0"/>
            <a:t>Le rationalisme morbide évoque une affection mentale. Laquelle ? </a:t>
          </a:r>
          <a:endParaRPr lang="fr-FR" dirty="0"/>
        </a:p>
      </dgm:t>
    </dgm:pt>
    <dgm:pt modelId="{E1E4BB3F-4DB9-4DB5-8C52-EF55F57084A0}" type="parTrans" cxnId="{772EC22D-7035-446D-8639-E2E0018C2F7F}">
      <dgm:prSet/>
      <dgm:spPr/>
      <dgm:t>
        <a:bodyPr/>
        <a:lstStyle/>
        <a:p>
          <a:endParaRPr lang="fr-FR"/>
        </a:p>
      </dgm:t>
    </dgm:pt>
    <dgm:pt modelId="{7EECF91A-0645-4D2F-ABA9-466D6980EB5D}" type="sibTrans" cxnId="{772EC22D-7035-446D-8639-E2E0018C2F7F}">
      <dgm:prSet/>
      <dgm:spPr/>
      <dgm:t>
        <a:bodyPr/>
        <a:lstStyle/>
        <a:p>
          <a:endParaRPr lang="fr-FR"/>
        </a:p>
      </dgm:t>
    </dgm:pt>
    <dgm:pt modelId="{4FEDB6C8-458A-4F78-9F32-7CCEC6EEEB54}">
      <dgm:prSet/>
      <dgm:spPr/>
      <dgm:t>
        <a:bodyPr/>
        <a:lstStyle/>
        <a:p>
          <a:pPr rtl="0"/>
          <a:r>
            <a:rPr lang="fr-FR" dirty="0" smtClean="0"/>
            <a:t>A/Névrose obsessionnelle</a:t>
          </a:r>
          <a:endParaRPr lang="fr-FR" dirty="0"/>
        </a:p>
      </dgm:t>
    </dgm:pt>
    <dgm:pt modelId="{8B190BD8-47CB-43CE-BAB1-E763A79897AF}" type="parTrans" cxnId="{FBDA0060-6634-4844-83C3-9BA50B9B9D18}">
      <dgm:prSet/>
      <dgm:spPr/>
      <dgm:t>
        <a:bodyPr/>
        <a:lstStyle/>
        <a:p>
          <a:endParaRPr lang="fr-FR"/>
        </a:p>
      </dgm:t>
    </dgm:pt>
    <dgm:pt modelId="{143483EF-C7BF-48A8-B612-73854BB118F5}" type="sibTrans" cxnId="{FBDA0060-6634-4844-83C3-9BA50B9B9D18}">
      <dgm:prSet/>
      <dgm:spPr/>
      <dgm:t>
        <a:bodyPr/>
        <a:lstStyle/>
        <a:p>
          <a:endParaRPr lang="fr-FR"/>
        </a:p>
      </dgm:t>
    </dgm:pt>
    <dgm:pt modelId="{A8EC52E4-B9F6-4EA3-BE25-9652C089C6FC}">
      <dgm:prSet/>
      <dgm:spPr/>
      <dgm:t>
        <a:bodyPr/>
        <a:lstStyle/>
        <a:p>
          <a:pPr rtl="0"/>
          <a:r>
            <a:rPr lang="fr-FR" dirty="0" smtClean="0"/>
            <a:t>B/Crise d'originalité de l'adolescence</a:t>
          </a:r>
          <a:endParaRPr lang="fr-FR" dirty="0"/>
        </a:p>
      </dgm:t>
    </dgm:pt>
    <dgm:pt modelId="{05B1F894-F659-4FBE-BD33-858460DD9FB5}" type="parTrans" cxnId="{339DC3F0-6A8A-4BAE-9248-8BF2CD5562A9}">
      <dgm:prSet/>
      <dgm:spPr/>
      <dgm:t>
        <a:bodyPr/>
        <a:lstStyle/>
        <a:p>
          <a:endParaRPr lang="fr-FR"/>
        </a:p>
      </dgm:t>
    </dgm:pt>
    <dgm:pt modelId="{CE59CEDD-95F4-4F2F-96CA-2B008F81DB95}" type="sibTrans" cxnId="{339DC3F0-6A8A-4BAE-9248-8BF2CD5562A9}">
      <dgm:prSet/>
      <dgm:spPr/>
      <dgm:t>
        <a:bodyPr/>
        <a:lstStyle/>
        <a:p>
          <a:endParaRPr lang="fr-FR"/>
        </a:p>
      </dgm:t>
    </dgm:pt>
    <dgm:pt modelId="{D92DE31E-D7D2-47A4-A9BE-FA56B2D61E56}">
      <dgm:prSet/>
      <dgm:spPr/>
      <dgm:t>
        <a:bodyPr/>
        <a:lstStyle/>
        <a:p>
          <a:pPr rtl="0"/>
          <a:r>
            <a:rPr lang="fr-FR" dirty="0" smtClean="0"/>
            <a:t>C/Délire paranoïaque</a:t>
          </a:r>
          <a:endParaRPr lang="fr-FR" dirty="0"/>
        </a:p>
      </dgm:t>
    </dgm:pt>
    <dgm:pt modelId="{848EFF23-B8D8-49E0-88D1-3C795B233FA4}" type="parTrans" cxnId="{3653FFD4-CB28-4460-B6A3-03E50238B77C}">
      <dgm:prSet/>
      <dgm:spPr/>
      <dgm:t>
        <a:bodyPr/>
        <a:lstStyle/>
        <a:p>
          <a:endParaRPr lang="fr-FR"/>
        </a:p>
      </dgm:t>
    </dgm:pt>
    <dgm:pt modelId="{1C5D2A5B-AFD6-46BF-8DCE-07AE01D71FDA}" type="sibTrans" cxnId="{3653FFD4-CB28-4460-B6A3-03E50238B77C}">
      <dgm:prSet/>
      <dgm:spPr/>
      <dgm:t>
        <a:bodyPr/>
        <a:lstStyle/>
        <a:p>
          <a:endParaRPr lang="fr-FR"/>
        </a:p>
      </dgm:t>
    </dgm:pt>
    <dgm:pt modelId="{C5CFA090-88F3-4406-930E-CA948EDEB2DC}">
      <dgm:prSet/>
      <dgm:spPr/>
      <dgm:t>
        <a:bodyPr/>
        <a:lstStyle/>
        <a:p>
          <a:pPr rtl="0"/>
          <a:r>
            <a:rPr lang="fr-FR" dirty="0" smtClean="0"/>
            <a:t>D/Paraphrénie</a:t>
          </a:r>
          <a:endParaRPr lang="fr-FR" dirty="0"/>
        </a:p>
      </dgm:t>
    </dgm:pt>
    <dgm:pt modelId="{27C0DCF1-0102-47C9-8D4A-AA420F22AD19}" type="parTrans" cxnId="{2AC0159B-A88D-485E-B784-3C4633481D19}">
      <dgm:prSet/>
      <dgm:spPr/>
      <dgm:t>
        <a:bodyPr/>
        <a:lstStyle/>
        <a:p>
          <a:endParaRPr lang="fr-FR"/>
        </a:p>
      </dgm:t>
    </dgm:pt>
    <dgm:pt modelId="{D7895D49-6C58-44B8-B57A-FBA482DD67ED}" type="sibTrans" cxnId="{2AC0159B-A88D-485E-B784-3C4633481D19}">
      <dgm:prSet/>
      <dgm:spPr/>
      <dgm:t>
        <a:bodyPr/>
        <a:lstStyle/>
        <a:p>
          <a:endParaRPr lang="fr-FR"/>
        </a:p>
      </dgm:t>
    </dgm:pt>
    <dgm:pt modelId="{57B9FD0C-B7A6-4974-BF05-7E833691E0A9}">
      <dgm:prSet/>
      <dgm:spPr/>
      <dgm:t>
        <a:bodyPr/>
        <a:lstStyle/>
        <a:p>
          <a:pPr rtl="0"/>
          <a:r>
            <a:rPr lang="fr-FR" dirty="0" smtClean="0"/>
            <a:t>E/Schizophrénie</a:t>
          </a:r>
          <a:endParaRPr lang="fr-FR" dirty="0"/>
        </a:p>
      </dgm:t>
    </dgm:pt>
    <dgm:pt modelId="{02CB8FA3-5C94-4049-B5EC-95DAC1636D42}" type="parTrans" cxnId="{78E0B0BA-7CBE-4413-ADAA-ED645F8CCBFB}">
      <dgm:prSet/>
      <dgm:spPr/>
      <dgm:t>
        <a:bodyPr/>
        <a:lstStyle/>
        <a:p>
          <a:endParaRPr lang="fr-FR"/>
        </a:p>
      </dgm:t>
    </dgm:pt>
    <dgm:pt modelId="{B502AF2A-35F5-4A46-81EE-CDE35A8BFD6F}" type="sibTrans" cxnId="{78E0B0BA-7CBE-4413-ADAA-ED645F8CCBFB}">
      <dgm:prSet/>
      <dgm:spPr/>
      <dgm:t>
        <a:bodyPr/>
        <a:lstStyle/>
        <a:p>
          <a:endParaRPr lang="fr-FR"/>
        </a:p>
      </dgm:t>
    </dgm:pt>
    <dgm:pt modelId="{9F099C7E-8CA4-4CED-8AEE-B121EF103F34}">
      <dgm:prSet/>
      <dgm:spPr/>
      <dgm:t>
        <a:bodyPr/>
        <a:lstStyle/>
        <a:p>
          <a:pPr rtl="0"/>
          <a:r>
            <a:rPr lang="fr-FR" dirty="0" smtClean="0"/>
            <a:t>E</a:t>
          </a:r>
          <a:endParaRPr lang="fr-FR" dirty="0"/>
        </a:p>
      </dgm:t>
    </dgm:pt>
    <dgm:pt modelId="{ABD4F436-46CF-42A3-98CE-2AEF35C8F8A8}" type="parTrans" cxnId="{2DEE6338-763D-4CB1-8017-D6C62E6E5387}">
      <dgm:prSet/>
      <dgm:spPr/>
      <dgm:t>
        <a:bodyPr/>
        <a:lstStyle/>
        <a:p>
          <a:endParaRPr lang="fr-FR"/>
        </a:p>
      </dgm:t>
    </dgm:pt>
    <dgm:pt modelId="{89FFD7ED-9C72-434F-A6A0-A31B2F4B89D9}" type="sibTrans" cxnId="{2DEE6338-763D-4CB1-8017-D6C62E6E5387}">
      <dgm:prSet/>
      <dgm:spPr/>
      <dgm:t>
        <a:bodyPr/>
        <a:lstStyle/>
        <a:p>
          <a:endParaRPr lang="fr-FR"/>
        </a:p>
      </dgm:t>
    </dgm:pt>
    <dgm:pt modelId="{24F7DEDC-E85A-4440-A818-6BB6F8E6077C}">
      <dgm:prSet/>
      <dgm:spPr/>
      <dgm:t>
        <a:bodyPr/>
        <a:lstStyle/>
        <a:p>
          <a:pPr rtl="0"/>
          <a:r>
            <a:rPr lang="fr-FR" dirty="0" smtClean="0"/>
            <a:t>Rationalisme morbide: </a:t>
          </a:r>
          <a:r>
            <a:rPr lang="fr-FR" dirty="0" err="1" smtClean="0"/>
            <a:t>etablissement</a:t>
          </a:r>
          <a:r>
            <a:rPr lang="fr-FR" dirty="0" smtClean="0"/>
            <a:t> de liens de causalité déficients , absurdes</a:t>
          </a:r>
          <a:endParaRPr lang="fr-FR" dirty="0"/>
        </a:p>
      </dgm:t>
    </dgm:pt>
    <dgm:pt modelId="{41801507-8B3F-42B1-B7DC-B11B8B907298}" type="parTrans" cxnId="{5BCE4E21-41DD-47C3-B033-467EAC5F8137}">
      <dgm:prSet/>
      <dgm:spPr/>
      <dgm:t>
        <a:bodyPr/>
        <a:lstStyle/>
        <a:p>
          <a:endParaRPr lang="fr-FR"/>
        </a:p>
      </dgm:t>
    </dgm:pt>
    <dgm:pt modelId="{62CBF1FC-91A1-4DAC-AE47-A557892A60F1}" type="sibTrans" cxnId="{5BCE4E21-41DD-47C3-B033-467EAC5F8137}">
      <dgm:prSet/>
      <dgm:spPr/>
      <dgm:t>
        <a:bodyPr/>
        <a:lstStyle/>
        <a:p>
          <a:endParaRPr lang="fr-FR"/>
        </a:p>
      </dgm:t>
    </dgm:pt>
    <dgm:pt modelId="{14C9EB9F-1F51-49B1-9E3A-57FA93B6024D}" type="pres">
      <dgm:prSet presAssocID="{C5E980C7-BCA9-4B06-828A-23705EEE768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35D1F32-DC93-4A7E-9A42-2B0155A63050}" type="pres">
      <dgm:prSet presAssocID="{127C2374-20A7-440B-8C51-05EEC5873B94}" presName="parentText" presStyleLbl="node1" presStyleIdx="0" presStyleCnt="8" custScaleY="250676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3EFC7DC-006E-4953-B888-0BC4CFD42FDF}" type="pres">
      <dgm:prSet presAssocID="{7EECF91A-0645-4D2F-ABA9-466D6980EB5D}" presName="spacer" presStyleCnt="0"/>
      <dgm:spPr/>
    </dgm:pt>
    <dgm:pt modelId="{8B2B1698-60E8-4CDF-A67A-D69CF0957B8D}" type="pres">
      <dgm:prSet presAssocID="{4FEDB6C8-458A-4F78-9F32-7CCEC6EEEB54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7D44A9-C513-47B4-8284-E34F03124438}" type="pres">
      <dgm:prSet presAssocID="{143483EF-C7BF-48A8-B612-73854BB118F5}" presName="spacer" presStyleCnt="0"/>
      <dgm:spPr/>
    </dgm:pt>
    <dgm:pt modelId="{B83A2F56-9367-486C-8521-CDC3FDE6ADE7}" type="pres">
      <dgm:prSet presAssocID="{A8EC52E4-B9F6-4EA3-BE25-9652C089C6FC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F5046D-CE00-4F9A-A018-AFD9DC9F3A82}" type="pres">
      <dgm:prSet presAssocID="{CE59CEDD-95F4-4F2F-96CA-2B008F81DB95}" presName="spacer" presStyleCnt="0"/>
      <dgm:spPr/>
    </dgm:pt>
    <dgm:pt modelId="{8F26DF44-4E93-45F1-8136-67B3D9665E73}" type="pres">
      <dgm:prSet presAssocID="{D92DE31E-D7D2-47A4-A9BE-FA56B2D61E56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96B771D-8676-496A-9560-D3EC93805593}" type="pres">
      <dgm:prSet presAssocID="{1C5D2A5B-AFD6-46BF-8DCE-07AE01D71FDA}" presName="spacer" presStyleCnt="0"/>
      <dgm:spPr/>
    </dgm:pt>
    <dgm:pt modelId="{6C13A4F1-64FF-4503-84EF-7195516FC1DA}" type="pres">
      <dgm:prSet presAssocID="{C5CFA090-88F3-4406-930E-CA948EDEB2DC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292707-9809-46D6-80D8-80CFE454FC28}" type="pres">
      <dgm:prSet presAssocID="{D7895D49-6C58-44B8-B57A-FBA482DD67ED}" presName="spacer" presStyleCnt="0"/>
      <dgm:spPr/>
    </dgm:pt>
    <dgm:pt modelId="{D38A267C-10CB-4F0D-82A7-A1083982C00D}" type="pres">
      <dgm:prSet presAssocID="{57B9FD0C-B7A6-4974-BF05-7E833691E0A9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77AD8CB-8596-4D0A-B9F1-D1EDEA3E10BC}" type="pres">
      <dgm:prSet presAssocID="{B502AF2A-35F5-4A46-81EE-CDE35A8BFD6F}" presName="spacer" presStyleCnt="0"/>
      <dgm:spPr/>
    </dgm:pt>
    <dgm:pt modelId="{69A8AE6F-EFC0-4FDB-85AF-E6AA2225656E}" type="pres">
      <dgm:prSet presAssocID="{9F099C7E-8CA4-4CED-8AEE-B121EF103F34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2F4F0B0-4BD5-417F-AAB8-CD5F70D29FA0}" type="pres">
      <dgm:prSet presAssocID="{89FFD7ED-9C72-434F-A6A0-A31B2F4B89D9}" presName="spacer" presStyleCnt="0"/>
      <dgm:spPr/>
    </dgm:pt>
    <dgm:pt modelId="{89880F36-2851-480C-B3FA-8D8A32D043C0}" type="pres">
      <dgm:prSet presAssocID="{24F7DEDC-E85A-4440-A818-6BB6F8E6077C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BDA0060-6634-4844-83C3-9BA50B9B9D18}" srcId="{C5E980C7-BCA9-4B06-828A-23705EEE7682}" destId="{4FEDB6C8-458A-4F78-9F32-7CCEC6EEEB54}" srcOrd="1" destOrd="0" parTransId="{8B190BD8-47CB-43CE-BAB1-E763A79897AF}" sibTransId="{143483EF-C7BF-48A8-B612-73854BB118F5}"/>
    <dgm:cxn modelId="{772EC22D-7035-446D-8639-E2E0018C2F7F}" srcId="{C5E980C7-BCA9-4B06-828A-23705EEE7682}" destId="{127C2374-20A7-440B-8C51-05EEC5873B94}" srcOrd="0" destOrd="0" parTransId="{E1E4BB3F-4DB9-4DB5-8C52-EF55F57084A0}" sibTransId="{7EECF91A-0645-4D2F-ABA9-466D6980EB5D}"/>
    <dgm:cxn modelId="{69FA49B9-C3FB-4C35-AE24-7E9DBF17513C}" type="presOf" srcId="{C5E980C7-BCA9-4B06-828A-23705EEE7682}" destId="{14C9EB9F-1F51-49B1-9E3A-57FA93B6024D}" srcOrd="0" destOrd="0" presId="urn:microsoft.com/office/officeart/2005/8/layout/vList2"/>
    <dgm:cxn modelId="{F2535D14-3A3F-466B-99E1-60E88FCB6BBC}" type="presOf" srcId="{4FEDB6C8-458A-4F78-9F32-7CCEC6EEEB54}" destId="{8B2B1698-60E8-4CDF-A67A-D69CF0957B8D}" srcOrd="0" destOrd="0" presId="urn:microsoft.com/office/officeart/2005/8/layout/vList2"/>
    <dgm:cxn modelId="{339DC3F0-6A8A-4BAE-9248-8BF2CD5562A9}" srcId="{C5E980C7-BCA9-4B06-828A-23705EEE7682}" destId="{A8EC52E4-B9F6-4EA3-BE25-9652C089C6FC}" srcOrd="2" destOrd="0" parTransId="{05B1F894-F659-4FBE-BD33-858460DD9FB5}" sibTransId="{CE59CEDD-95F4-4F2F-96CA-2B008F81DB95}"/>
    <dgm:cxn modelId="{5C6B826E-2D23-4228-8A8E-74CF0A6CD67F}" type="presOf" srcId="{D92DE31E-D7D2-47A4-A9BE-FA56B2D61E56}" destId="{8F26DF44-4E93-45F1-8136-67B3D9665E73}" srcOrd="0" destOrd="0" presId="urn:microsoft.com/office/officeart/2005/8/layout/vList2"/>
    <dgm:cxn modelId="{C56E50C0-BD8A-4E37-8541-42C8432CC029}" type="presOf" srcId="{57B9FD0C-B7A6-4974-BF05-7E833691E0A9}" destId="{D38A267C-10CB-4F0D-82A7-A1083982C00D}" srcOrd="0" destOrd="0" presId="urn:microsoft.com/office/officeart/2005/8/layout/vList2"/>
    <dgm:cxn modelId="{42744830-0F35-4479-87F6-BB8B2C604E04}" type="presOf" srcId="{9F099C7E-8CA4-4CED-8AEE-B121EF103F34}" destId="{69A8AE6F-EFC0-4FDB-85AF-E6AA2225656E}" srcOrd="0" destOrd="0" presId="urn:microsoft.com/office/officeart/2005/8/layout/vList2"/>
    <dgm:cxn modelId="{1583C427-DB94-4337-9080-05EBD7384072}" type="presOf" srcId="{A8EC52E4-B9F6-4EA3-BE25-9652C089C6FC}" destId="{B83A2F56-9367-486C-8521-CDC3FDE6ADE7}" srcOrd="0" destOrd="0" presId="urn:microsoft.com/office/officeart/2005/8/layout/vList2"/>
    <dgm:cxn modelId="{2DEE6338-763D-4CB1-8017-D6C62E6E5387}" srcId="{C5E980C7-BCA9-4B06-828A-23705EEE7682}" destId="{9F099C7E-8CA4-4CED-8AEE-B121EF103F34}" srcOrd="6" destOrd="0" parTransId="{ABD4F436-46CF-42A3-98CE-2AEF35C8F8A8}" sibTransId="{89FFD7ED-9C72-434F-A6A0-A31B2F4B89D9}"/>
    <dgm:cxn modelId="{2AC0159B-A88D-485E-B784-3C4633481D19}" srcId="{C5E980C7-BCA9-4B06-828A-23705EEE7682}" destId="{C5CFA090-88F3-4406-930E-CA948EDEB2DC}" srcOrd="4" destOrd="0" parTransId="{27C0DCF1-0102-47C9-8D4A-AA420F22AD19}" sibTransId="{D7895D49-6C58-44B8-B57A-FBA482DD67ED}"/>
    <dgm:cxn modelId="{78E0B0BA-7CBE-4413-ADAA-ED645F8CCBFB}" srcId="{C5E980C7-BCA9-4B06-828A-23705EEE7682}" destId="{57B9FD0C-B7A6-4974-BF05-7E833691E0A9}" srcOrd="5" destOrd="0" parTransId="{02CB8FA3-5C94-4049-B5EC-95DAC1636D42}" sibTransId="{B502AF2A-35F5-4A46-81EE-CDE35A8BFD6F}"/>
    <dgm:cxn modelId="{29E1F839-7A37-49FF-9E1F-53130BEB4AF5}" type="presOf" srcId="{C5CFA090-88F3-4406-930E-CA948EDEB2DC}" destId="{6C13A4F1-64FF-4503-84EF-7195516FC1DA}" srcOrd="0" destOrd="0" presId="urn:microsoft.com/office/officeart/2005/8/layout/vList2"/>
    <dgm:cxn modelId="{B6CF06B4-8F8D-4EA8-8ABE-45470AAA9958}" type="presOf" srcId="{127C2374-20A7-440B-8C51-05EEC5873B94}" destId="{E35D1F32-DC93-4A7E-9A42-2B0155A63050}" srcOrd="0" destOrd="0" presId="urn:microsoft.com/office/officeart/2005/8/layout/vList2"/>
    <dgm:cxn modelId="{5F1DA079-6BA8-4AE1-AD26-FF2D1520A9BA}" type="presOf" srcId="{24F7DEDC-E85A-4440-A818-6BB6F8E6077C}" destId="{89880F36-2851-480C-B3FA-8D8A32D043C0}" srcOrd="0" destOrd="0" presId="urn:microsoft.com/office/officeart/2005/8/layout/vList2"/>
    <dgm:cxn modelId="{5BCE4E21-41DD-47C3-B033-467EAC5F8137}" srcId="{C5E980C7-BCA9-4B06-828A-23705EEE7682}" destId="{24F7DEDC-E85A-4440-A818-6BB6F8E6077C}" srcOrd="7" destOrd="0" parTransId="{41801507-8B3F-42B1-B7DC-B11B8B907298}" sibTransId="{62CBF1FC-91A1-4DAC-AE47-A557892A60F1}"/>
    <dgm:cxn modelId="{3653FFD4-CB28-4460-B6A3-03E50238B77C}" srcId="{C5E980C7-BCA9-4B06-828A-23705EEE7682}" destId="{D92DE31E-D7D2-47A4-A9BE-FA56B2D61E56}" srcOrd="3" destOrd="0" parTransId="{848EFF23-B8D8-49E0-88D1-3C795B233FA4}" sibTransId="{1C5D2A5B-AFD6-46BF-8DCE-07AE01D71FDA}"/>
    <dgm:cxn modelId="{482D7E1E-0A8B-444B-8530-78E16C432BD3}" type="presParOf" srcId="{14C9EB9F-1F51-49B1-9E3A-57FA93B6024D}" destId="{E35D1F32-DC93-4A7E-9A42-2B0155A63050}" srcOrd="0" destOrd="0" presId="urn:microsoft.com/office/officeart/2005/8/layout/vList2"/>
    <dgm:cxn modelId="{4A4D46C1-D131-4856-9228-456864792221}" type="presParOf" srcId="{14C9EB9F-1F51-49B1-9E3A-57FA93B6024D}" destId="{63EFC7DC-006E-4953-B888-0BC4CFD42FDF}" srcOrd="1" destOrd="0" presId="urn:microsoft.com/office/officeart/2005/8/layout/vList2"/>
    <dgm:cxn modelId="{77DF7E63-2D73-4B28-A7C5-FDA70CBD5F1B}" type="presParOf" srcId="{14C9EB9F-1F51-49B1-9E3A-57FA93B6024D}" destId="{8B2B1698-60E8-4CDF-A67A-D69CF0957B8D}" srcOrd="2" destOrd="0" presId="urn:microsoft.com/office/officeart/2005/8/layout/vList2"/>
    <dgm:cxn modelId="{2359A9C0-867B-4E43-BB00-DAAB566699F5}" type="presParOf" srcId="{14C9EB9F-1F51-49B1-9E3A-57FA93B6024D}" destId="{3F7D44A9-C513-47B4-8284-E34F03124438}" srcOrd="3" destOrd="0" presId="urn:microsoft.com/office/officeart/2005/8/layout/vList2"/>
    <dgm:cxn modelId="{F33180DB-7DFD-4F26-8B97-21E3C3B948D0}" type="presParOf" srcId="{14C9EB9F-1F51-49B1-9E3A-57FA93B6024D}" destId="{B83A2F56-9367-486C-8521-CDC3FDE6ADE7}" srcOrd="4" destOrd="0" presId="urn:microsoft.com/office/officeart/2005/8/layout/vList2"/>
    <dgm:cxn modelId="{9BECC295-0064-4166-B09A-50FC467D713B}" type="presParOf" srcId="{14C9EB9F-1F51-49B1-9E3A-57FA93B6024D}" destId="{81F5046D-CE00-4F9A-A018-AFD9DC9F3A82}" srcOrd="5" destOrd="0" presId="urn:microsoft.com/office/officeart/2005/8/layout/vList2"/>
    <dgm:cxn modelId="{DB2331C1-DC1D-4B15-B924-5ADFDE9DEA9C}" type="presParOf" srcId="{14C9EB9F-1F51-49B1-9E3A-57FA93B6024D}" destId="{8F26DF44-4E93-45F1-8136-67B3D9665E73}" srcOrd="6" destOrd="0" presId="urn:microsoft.com/office/officeart/2005/8/layout/vList2"/>
    <dgm:cxn modelId="{E3031DB5-C3F8-4086-9E16-60F4B0387043}" type="presParOf" srcId="{14C9EB9F-1F51-49B1-9E3A-57FA93B6024D}" destId="{C96B771D-8676-496A-9560-D3EC93805593}" srcOrd="7" destOrd="0" presId="urn:microsoft.com/office/officeart/2005/8/layout/vList2"/>
    <dgm:cxn modelId="{582E66E7-565A-450A-BA94-43A4C68BA0AB}" type="presParOf" srcId="{14C9EB9F-1F51-49B1-9E3A-57FA93B6024D}" destId="{6C13A4F1-64FF-4503-84EF-7195516FC1DA}" srcOrd="8" destOrd="0" presId="urn:microsoft.com/office/officeart/2005/8/layout/vList2"/>
    <dgm:cxn modelId="{5DD5E87B-1310-4D32-8862-157C1B2773A7}" type="presParOf" srcId="{14C9EB9F-1F51-49B1-9E3A-57FA93B6024D}" destId="{F2292707-9809-46D6-80D8-80CFE454FC28}" srcOrd="9" destOrd="0" presId="urn:microsoft.com/office/officeart/2005/8/layout/vList2"/>
    <dgm:cxn modelId="{E49A70BA-5E28-4BF7-AF50-F96A608ED078}" type="presParOf" srcId="{14C9EB9F-1F51-49B1-9E3A-57FA93B6024D}" destId="{D38A267C-10CB-4F0D-82A7-A1083982C00D}" srcOrd="10" destOrd="0" presId="urn:microsoft.com/office/officeart/2005/8/layout/vList2"/>
    <dgm:cxn modelId="{3D8D6067-2A8A-4ADD-B762-FBE71E34A9F0}" type="presParOf" srcId="{14C9EB9F-1F51-49B1-9E3A-57FA93B6024D}" destId="{977AD8CB-8596-4D0A-B9F1-D1EDEA3E10BC}" srcOrd="11" destOrd="0" presId="urn:microsoft.com/office/officeart/2005/8/layout/vList2"/>
    <dgm:cxn modelId="{3A925B9E-E00E-4702-83B6-D5552F42D2BE}" type="presParOf" srcId="{14C9EB9F-1F51-49B1-9E3A-57FA93B6024D}" destId="{69A8AE6F-EFC0-4FDB-85AF-E6AA2225656E}" srcOrd="12" destOrd="0" presId="urn:microsoft.com/office/officeart/2005/8/layout/vList2"/>
    <dgm:cxn modelId="{2EA9D4B3-979B-4DC9-AB45-ED1FAEDB2C10}" type="presParOf" srcId="{14C9EB9F-1F51-49B1-9E3A-57FA93B6024D}" destId="{62F4F0B0-4BD5-417F-AAB8-CD5F70D29FA0}" srcOrd="13" destOrd="0" presId="urn:microsoft.com/office/officeart/2005/8/layout/vList2"/>
    <dgm:cxn modelId="{CC3E4A97-44E1-427F-8347-F6E23DA9FD0D}" type="presParOf" srcId="{14C9EB9F-1F51-49B1-9E3A-57FA93B6024D}" destId="{89880F36-2851-480C-B3FA-8D8A32D043C0}" srcOrd="14" destOrd="0" presId="urn:microsoft.com/office/officeart/2005/8/layout/vList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74D970-1C59-4DC9-A853-0BDB44C90332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B48C8C9F-C2B4-4D05-AD20-5CA790E352FF}">
      <dgm:prSet/>
      <dgm:spPr/>
      <dgm:t>
        <a:bodyPr/>
        <a:lstStyle/>
        <a:p>
          <a:pPr rtl="0"/>
          <a:r>
            <a:rPr lang="fr-FR" dirty="0" smtClean="0"/>
            <a:t>A la phase d'état, le tableau clinique des psychoses schizophréniques comporte classiquement : </a:t>
          </a:r>
          <a:endParaRPr lang="fr-FR" dirty="0"/>
        </a:p>
      </dgm:t>
    </dgm:pt>
    <dgm:pt modelId="{730CBA69-BEEF-46DF-9645-2C94BE535AED}" type="parTrans" cxnId="{C8FE685D-9E60-41A5-8FBA-CDF77504D60C}">
      <dgm:prSet/>
      <dgm:spPr/>
      <dgm:t>
        <a:bodyPr/>
        <a:lstStyle/>
        <a:p>
          <a:endParaRPr lang="fr-FR"/>
        </a:p>
      </dgm:t>
    </dgm:pt>
    <dgm:pt modelId="{9A8027E6-1CA9-438A-8595-1C8A9DE6F5CF}" type="sibTrans" cxnId="{C8FE685D-9E60-41A5-8FBA-CDF77504D60C}">
      <dgm:prSet/>
      <dgm:spPr/>
      <dgm:t>
        <a:bodyPr/>
        <a:lstStyle/>
        <a:p>
          <a:endParaRPr lang="fr-FR"/>
        </a:p>
      </dgm:t>
    </dgm:pt>
    <dgm:pt modelId="{E2B46B82-6220-4FE7-A4FF-91C615F3AE01}">
      <dgm:prSet/>
      <dgm:spPr/>
      <dgm:t>
        <a:bodyPr/>
        <a:lstStyle/>
        <a:p>
          <a:pPr rtl="0"/>
          <a:r>
            <a:rPr lang="fr-FR" dirty="0" smtClean="0"/>
            <a:t>A/La dissociation psychique</a:t>
          </a:r>
          <a:endParaRPr lang="fr-FR" dirty="0"/>
        </a:p>
      </dgm:t>
    </dgm:pt>
    <dgm:pt modelId="{8858AFDD-6AC1-4CF4-A4B7-51176D2BB85E}" type="parTrans" cxnId="{36B49487-383D-4BA3-8A45-C139DB95C75E}">
      <dgm:prSet/>
      <dgm:spPr/>
      <dgm:t>
        <a:bodyPr/>
        <a:lstStyle/>
        <a:p>
          <a:endParaRPr lang="fr-FR"/>
        </a:p>
      </dgm:t>
    </dgm:pt>
    <dgm:pt modelId="{CE3474AA-372C-445C-B747-D6B03528BCEF}" type="sibTrans" cxnId="{36B49487-383D-4BA3-8A45-C139DB95C75E}">
      <dgm:prSet/>
      <dgm:spPr/>
      <dgm:t>
        <a:bodyPr/>
        <a:lstStyle/>
        <a:p>
          <a:endParaRPr lang="fr-FR"/>
        </a:p>
      </dgm:t>
    </dgm:pt>
    <dgm:pt modelId="{91D9E105-631B-4E9C-A0C3-C53D96D42BB0}">
      <dgm:prSet/>
      <dgm:spPr/>
      <dgm:t>
        <a:bodyPr/>
        <a:lstStyle/>
        <a:p>
          <a:pPr rtl="0"/>
          <a:r>
            <a:rPr lang="fr-FR" dirty="0" smtClean="0"/>
            <a:t>B/ Une activité délirante bien structurée </a:t>
          </a:r>
          <a:endParaRPr lang="fr-FR" dirty="0"/>
        </a:p>
      </dgm:t>
    </dgm:pt>
    <dgm:pt modelId="{9358B089-376D-487F-A318-2EF1B37B0DD6}" type="parTrans" cxnId="{C898C119-D408-4B1F-B33C-52421CFAADCF}">
      <dgm:prSet/>
      <dgm:spPr/>
      <dgm:t>
        <a:bodyPr/>
        <a:lstStyle/>
        <a:p>
          <a:endParaRPr lang="fr-FR"/>
        </a:p>
      </dgm:t>
    </dgm:pt>
    <dgm:pt modelId="{574E08E1-D6D8-4B16-AB2A-BB5DD89C7A28}" type="sibTrans" cxnId="{C898C119-D408-4B1F-B33C-52421CFAADCF}">
      <dgm:prSet/>
      <dgm:spPr/>
      <dgm:t>
        <a:bodyPr/>
        <a:lstStyle/>
        <a:p>
          <a:endParaRPr lang="fr-FR"/>
        </a:p>
      </dgm:t>
    </dgm:pt>
    <dgm:pt modelId="{22961343-5195-4C41-A0B3-8BBB329BCC46}">
      <dgm:prSet/>
      <dgm:spPr/>
      <dgm:t>
        <a:bodyPr/>
        <a:lstStyle/>
        <a:p>
          <a:pPr rtl="0"/>
          <a:r>
            <a:rPr lang="fr-FR" dirty="0" smtClean="0"/>
            <a:t>C/Histrionisme</a:t>
          </a:r>
          <a:endParaRPr lang="fr-FR" dirty="0"/>
        </a:p>
      </dgm:t>
    </dgm:pt>
    <dgm:pt modelId="{45B1AEF5-610E-4A85-A859-5CD677A0722A}" type="parTrans" cxnId="{96228C66-B51F-43D7-A6F0-DCCE21E2A046}">
      <dgm:prSet/>
      <dgm:spPr/>
      <dgm:t>
        <a:bodyPr/>
        <a:lstStyle/>
        <a:p>
          <a:endParaRPr lang="fr-FR"/>
        </a:p>
      </dgm:t>
    </dgm:pt>
    <dgm:pt modelId="{073BDF83-39C6-40E1-B3F0-041412FFABD3}" type="sibTrans" cxnId="{96228C66-B51F-43D7-A6F0-DCCE21E2A046}">
      <dgm:prSet/>
      <dgm:spPr/>
      <dgm:t>
        <a:bodyPr/>
        <a:lstStyle/>
        <a:p>
          <a:endParaRPr lang="fr-FR"/>
        </a:p>
      </dgm:t>
    </dgm:pt>
    <dgm:pt modelId="{DCEC68D4-C8B2-41FE-862C-34702BADA6F7}">
      <dgm:prSet/>
      <dgm:spPr/>
      <dgm:t>
        <a:bodyPr/>
        <a:lstStyle/>
        <a:p>
          <a:pPr rtl="0"/>
          <a:r>
            <a:rPr lang="fr-FR" dirty="0" smtClean="0"/>
            <a:t>D/Un retrait autistique</a:t>
          </a:r>
          <a:endParaRPr lang="fr-FR" dirty="0"/>
        </a:p>
      </dgm:t>
    </dgm:pt>
    <dgm:pt modelId="{F70B18DF-1971-4CF8-8302-C2AF67EAE6F1}" type="parTrans" cxnId="{D4660D12-8683-40CB-9382-46C6FC54F8CC}">
      <dgm:prSet/>
      <dgm:spPr/>
      <dgm:t>
        <a:bodyPr/>
        <a:lstStyle/>
        <a:p>
          <a:endParaRPr lang="fr-FR"/>
        </a:p>
      </dgm:t>
    </dgm:pt>
    <dgm:pt modelId="{88DB4641-3DE6-4379-BB6B-71FA3F7F763A}" type="sibTrans" cxnId="{D4660D12-8683-40CB-9382-46C6FC54F8CC}">
      <dgm:prSet/>
      <dgm:spPr/>
      <dgm:t>
        <a:bodyPr/>
        <a:lstStyle/>
        <a:p>
          <a:endParaRPr lang="fr-FR"/>
        </a:p>
      </dgm:t>
    </dgm:pt>
    <dgm:pt modelId="{26B4804F-3E18-46AF-B66C-C816AE3603A5}">
      <dgm:prSet/>
      <dgm:spPr/>
      <dgm:t>
        <a:bodyPr/>
        <a:lstStyle/>
        <a:p>
          <a:pPr rtl="0"/>
          <a:r>
            <a:rPr lang="fr-FR" dirty="0" smtClean="0"/>
            <a:t>E/Un délire paranoïde</a:t>
          </a:r>
          <a:endParaRPr lang="fr-FR" dirty="0"/>
        </a:p>
      </dgm:t>
    </dgm:pt>
    <dgm:pt modelId="{AAE7C56C-770B-4EDD-84CC-714E41A097F9}" type="parTrans" cxnId="{9C5909CB-352F-40DE-88DD-021B3878DC42}">
      <dgm:prSet/>
      <dgm:spPr/>
      <dgm:t>
        <a:bodyPr/>
        <a:lstStyle/>
        <a:p>
          <a:endParaRPr lang="fr-FR"/>
        </a:p>
      </dgm:t>
    </dgm:pt>
    <dgm:pt modelId="{31416B48-16F4-4FDF-A19F-1122DC44C80C}" type="sibTrans" cxnId="{9C5909CB-352F-40DE-88DD-021B3878DC42}">
      <dgm:prSet/>
      <dgm:spPr/>
      <dgm:t>
        <a:bodyPr/>
        <a:lstStyle/>
        <a:p>
          <a:endParaRPr lang="fr-FR"/>
        </a:p>
      </dgm:t>
    </dgm:pt>
    <dgm:pt modelId="{4BE4271E-4E6F-47B1-92C2-CA3C101FB9A7}">
      <dgm:prSet/>
      <dgm:spPr/>
      <dgm:t>
        <a:bodyPr/>
        <a:lstStyle/>
        <a:p>
          <a:pPr rtl="0"/>
          <a:r>
            <a:rPr lang="fr-FR" dirty="0" smtClean="0"/>
            <a:t>A/E</a:t>
          </a:r>
          <a:endParaRPr lang="fr-FR" dirty="0"/>
        </a:p>
      </dgm:t>
    </dgm:pt>
    <dgm:pt modelId="{39AEEEC4-6B28-423D-AA45-5E414A0E8890}" type="parTrans" cxnId="{5129369B-7A7A-4DDA-85E4-2AF4119FE708}">
      <dgm:prSet/>
      <dgm:spPr/>
      <dgm:t>
        <a:bodyPr/>
        <a:lstStyle/>
        <a:p>
          <a:endParaRPr lang="fr-FR"/>
        </a:p>
      </dgm:t>
    </dgm:pt>
    <dgm:pt modelId="{6952418B-20AF-4BDD-B543-E719EA34B377}" type="sibTrans" cxnId="{5129369B-7A7A-4DDA-85E4-2AF4119FE708}">
      <dgm:prSet/>
      <dgm:spPr/>
      <dgm:t>
        <a:bodyPr/>
        <a:lstStyle/>
        <a:p>
          <a:endParaRPr lang="fr-FR"/>
        </a:p>
      </dgm:t>
    </dgm:pt>
    <dgm:pt modelId="{7D177CC7-4666-4E61-AD57-905651F225E1}">
      <dgm:prSet/>
      <dgm:spPr/>
      <dgm:t>
        <a:bodyPr/>
        <a:lstStyle/>
        <a:p>
          <a:pPr rtl="0"/>
          <a:r>
            <a:rPr lang="fr-FR" dirty="0" smtClean="0"/>
            <a:t>Commentaires : B: délire paranoïaque </a:t>
          </a:r>
          <a:endParaRPr lang="fr-FR" dirty="0"/>
        </a:p>
      </dgm:t>
    </dgm:pt>
    <dgm:pt modelId="{19A2107C-F60F-44F7-8C95-3CBEA89D0FBE}" type="parTrans" cxnId="{54DCDE26-1109-45F5-BA12-237E7C5DD8BC}">
      <dgm:prSet/>
      <dgm:spPr/>
      <dgm:t>
        <a:bodyPr/>
        <a:lstStyle/>
        <a:p>
          <a:endParaRPr lang="fr-FR"/>
        </a:p>
      </dgm:t>
    </dgm:pt>
    <dgm:pt modelId="{27F1D464-4357-4CD6-9362-697C9E9BD08F}" type="sibTrans" cxnId="{54DCDE26-1109-45F5-BA12-237E7C5DD8BC}">
      <dgm:prSet/>
      <dgm:spPr/>
      <dgm:t>
        <a:bodyPr/>
        <a:lstStyle/>
        <a:p>
          <a:endParaRPr lang="fr-FR"/>
        </a:p>
      </dgm:t>
    </dgm:pt>
    <dgm:pt modelId="{B899636F-CD34-4FBB-B869-5103BAFFD6F1}" type="pres">
      <dgm:prSet presAssocID="{9E74D970-1C59-4DC9-A853-0BDB44C9033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96853C7-8FAD-41F5-B293-61BB46842E20}" type="pres">
      <dgm:prSet presAssocID="{B48C8C9F-C2B4-4D05-AD20-5CA790E352FF}" presName="parentText" presStyleLbl="node1" presStyleIdx="0" presStyleCnt="8" custScaleY="394341" custLinFactY="-178251" custLinFactNeighborX="-348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850CA4F-339D-4141-A4E4-03E86B162E41}" type="pres">
      <dgm:prSet presAssocID="{9A8027E6-1CA9-438A-8595-1C8A9DE6F5CF}" presName="spacer" presStyleCnt="0"/>
      <dgm:spPr/>
    </dgm:pt>
    <dgm:pt modelId="{AE4AECBA-3E8D-4AF6-BABA-8CA5E2898ABD}" type="pres">
      <dgm:prSet presAssocID="{E2B46B82-6220-4FE7-A4FF-91C615F3AE01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4D75370-A66F-4476-A343-1FFBB7786FDF}" type="pres">
      <dgm:prSet presAssocID="{CE3474AA-372C-445C-B747-D6B03528BCEF}" presName="spacer" presStyleCnt="0"/>
      <dgm:spPr/>
    </dgm:pt>
    <dgm:pt modelId="{3B957C33-D19D-4E46-AD22-D73299C9662F}" type="pres">
      <dgm:prSet presAssocID="{91D9E105-631B-4E9C-A0C3-C53D96D42BB0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8FD8FB9-250C-4042-BA5A-CF14A0BD96A7}" type="pres">
      <dgm:prSet presAssocID="{574E08E1-D6D8-4B16-AB2A-BB5DD89C7A28}" presName="spacer" presStyleCnt="0"/>
      <dgm:spPr/>
    </dgm:pt>
    <dgm:pt modelId="{28923D0E-6B84-49A9-9B36-252FB24ECEE3}" type="pres">
      <dgm:prSet presAssocID="{22961343-5195-4C41-A0B3-8BBB329BCC46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1165C73-BD2D-462A-803B-2302C3137531}" type="pres">
      <dgm:prSet presAssocID="{073BDF83-39C6-40E1-B3F0-041412FFABD3}" presName="spacer" presStyleCnt="0"/>
      <dgm:spPr/>
    </dgm:pt>
    <dgm:pt modelId="{67923138-2807-40C0-B486-9D9709D0CB40}" type="pres">
      <dgm:prSet presAssocID="{DCEC68D4-C8B2-41FE-862C-34702BADA6F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23AAB51-6C94-4F74-B05A-6C67CF78A082}" type="pres">
      <dgm:prSet presAssocID="{88DB4641-3DE6-4379-BB6B-71FA3F7F763A}" presName="spacer" presStyleCnt="0"/>
      <dgm:spPr/>
    </dgm:pt>
    <dgm:pt modelId="{6BF1F467-19AF-4915-A627-5E3DCF3DC4B6}" type="pres">
      <dgm:prSet presAssocID="{26B4804F-3E18-46AF-B66C-C816AE3603A5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E56057-7702-47B1-ACAB-FD21A495F1CF}" type="pres">
      <dgm:prSet presAssocID="{31416B48-16F4-4FDF-A19F-1122DC44C80C}" presName="spacer" presStyleCnt="0"/>
      <dgm:spPr/>
    </dgm:pt>
    <dgm:pt modelId="{62FCDF0D-CE12-42CA-99F8-C5E6392DDB78}" type="pres">
      <dgm:prSet presAssocID="{4BE4271E-4E6F-47B1-92C2-CA3C101FB9A7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92E044A-1FA6-4A4D-9F32-A9CE1B39FC8E}" type="pres">
      <dgm:prSet presAssocID="{6952418B-20AF-4BDD-B543-E719EA34B377}" presName="spacer" presStyleCnt="0"/>
      <dgm:spPr/>
    </dgm:pt>
    <dgm:pt modelId="{528FD741-0020-46D8-BF67-382E56F82D01}" type="pres">
      <dgm:prSet presAssocID="{7D177CC7-4666-4E61-AD57-905651F225E1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07DECFB-DD45-434E-A6C8-92852F3712B2}" type="presOf" srcId="{26B4804F-3E18-46AF-B66C-C816AE3603A5}" destId="{6BF1F467-19AF-4915-A627-5E3DCF3DC4B6}" srcOrd="0" destOrd="0" presId="urn:microsoft.com/office/officeart/2005/8/layout/vList2"/>
    <dgm:cxn modelId="{96228C66-B51F-43D7-A6F0-DCCE21E2A046}" srcId="{9E74D970-1C59-4DC9-A853-0BDB44C90332}" destId="{22961343-5195-4C41-A0B3-8BBB329BCC46}" srcOrd="3" destOrd="0" parTransId="{45B1AEF5-610E-4A85-A859-5CD677A0722A}" sibTransId="{073BDF83-39C6-40E1-B3F0-041412FFABD3}"/>
    <dgm:cxn modelId="{9C5909CB-352F-40DE-88DD-021B3878DC42}" srcId="{9E74D970-1C59-4DC9-A853-0BDB44C90332}" destId="{26B4804F-3E18-46AF-B66C-C816AE3603A5}" srcOrd="5" destOrd="0" parTransId="{AAE7C56C-770B-4EDD-84CC-714E41A097F9}" sibTransId="{31416B48-16F4-4FDF-A19F-1122DC44C80C}"/>
    <dgm:cxn modelId="{D4660D12-8683-40CB-9382-46C6FC54F8CC}" srcId="{9E74D970-1C59-4DC9-A853-0BDB44C90332}" destId="{DCEC68D4-C8B2-41FE-862C-34702BADA6F7}" srcOrd="4" destOrd="0" parTransId="{F70B18DF-1971-4CF8-8302-C2AF67EAE6F1}" sibTransId="{88DB4641-3DE6-4379-BB6B-71FA3F7F763A}"/>
    <dgm:cxn modelId="{8A5857E0-5821-40A2-8056-89EC1221D690}" type="presOf" srcId="{B48C8C9F-C2B4-4D05-AD20-5CA790E352FF}" destId="{D96853C7-8FAD-41F5-B293-61BB46842E20}" srcOrd="0" destOrd="0" presId="urn:microsoft.com/office/officeart/2005/8/layout/vList2"/>
    <dgm:cxn modelId="{C8FE685D-9E60-41A5-8FBA-CDF77504D60C}" srcId="{9E74D970-1C59-4DC9-A853-0BDB44C90332}" destId="{B48C8C9F-C2B4-4D05-AD20-5CA790E352FF}" srcOrd="0" destOrd="0" parTransId="{730CBA69-BEEF-46DF-9645-2C94BE535AED}" sibTransId="{9A8027E6-1CA9-438A-8595-1C8A9DE6F5CF}"/>
    <dgm:cxn modelId="{D9CF4500-9324-4EE7-8BDE-CD96F787294D}" type="presOf" srcId="{9E74D970-1C59-4DC9-A853-0BDB44C90332}" destId="{B899636F-CD34-4FBB-B869-5103BAFFD6F1}" srcOrd="0" destOrd="0" presId="urn:microsoft.com/office/officeart/2005/8/layout/vList2"/>
    <dgm:cxn modelId="{54DCDE26-1109-45F5-BA12-237E7C5DD8BC}" srcId="{9E74D970-1C59-4DC9-A853-0BDB44C90332}" destId="{7D177CC7-4666-4E61-AD57-905651F225E1}" srcOrd="7" destOrd="0" parTransId="{19A2107C-F60F-44F7-8C95-3CBEA89D0FBE}" sibTransId="{27F1D464-4357-4CD6-9362-697C9E9BD08F}"/>
    <dgm:cxn modelId="{C898C119-D408-4B1F-B33C-52421CFAADCF}" srcId="{9E74D970-1C59-4DC9-A853-0BDB44C90332}" destId="{91D9E105-631B-4E9C-A0C3-C53D96D42BB0}" srcOrd="2" destOrd="0" parTransId="{9358B089-376D-487F-A318-2EF1B37B0DD6}" sibTransId="{574E08E1-D6D8-4B16-AB2A-BB5DD89C7A28}"/>
    <dgm:cxn modelId="{36B49487-383D-4BA3-8A45-C139DB95C75E}" srcId="{9E74D970-1C59-4DC9-A853-0BDB44C90332}" destId="{E2B46B82-6220-4FE7-A4FF-91C615F3AE01}" srcOrd="1" destOrd="0" parTransId="{8858AFDD-6AC1-4CF4-A4B7-51176D2BB85E}" sibTransId="{CE3474AA-372C-445C-B747-D6B03528BCEF}"/>
    <dgm:cxn modelId="{0CA9C13F-1A23-4D6C-8B29-15747D9B0ACD}" type="presOf" srcId="{22961343-5195-4C41-A0B3-8BBB329BCC46}" destId="{28923D0E-6B84-49A9-9B36-252FB24ECEE3}" srcOrd="0" destOrd="0" presId="urn:microsoft.com/office/officeart/2005/8/layout/vList2"/>
    <dgm:cxn modelId="{5129369B-7A7A-4DDA-85E4-2AF4119FE708}" srcId="{9E74D970-1C59-4DC9-A853-0BDB44C90332}" destId="{4BE4271E-4E6F-47B1-92C2-CA3C101FB9A7}" srcOrd="6" destOrd="0" parTransId="{39AEEEC4-6B28-423D-AA45-5E414A0E8890}" sibTransId="{6952418B-20AF-4BDD-B543-E719EA34B377}"/>
    <dgm:cxn modelId="{D3A53F3E-C741-4C7B-8ED9-964D2DFF58D5}" type="presOf" srcId="{4BE4271E-4E6F-47B1-92C2-CA3C101FB9A7}" destId="{62FCDF0D-CE12-42CA-99F8-C5E6392DDB78}" srcOrd="0" destOrd="0" presId="urn:microsoft.com/office/officeart/2005/8/layout/vList2"/>
    <dgm:cxn modelId="{A22DC28C-0973-4709-A657-2F8F1FCB77E2}" type="presOf" srcId="{7D177CC7-4666-4E61-AD57-905651F225E1}" destId="{528FD741-0020-46D8-BF67-382E56F82D01}" srcOrd="0" destOrd="0" presId="urn:microsoft.com/office/officeart/2005/8/layout/vList2"/>
    <dgm:cxn modelId="{08062550-1D96-4861-8BC7-4AEA0A150B55}" type="presOf" srcId="{91D9E105-631B-4E9C-A0C3-C53D96D42BB0}" destId="{3B957C33-D19D-4E46-AD22-D73299C9662F}" srcOrd="0" destOrd="0" presId="urn:microsoft.com/office/officeart/2005/8/layout/vList2"/>
    <dgm:cxn modelId="{A2C90C90-1521-4F99-9A6D-13317F241507}" type="presOf" srcId="{DCEC68D4-C8B2-41FE-862C-34702BADA6F7}" destId="{67923138-2807-40C0-B486-9D9709D0CB40}" srcOrd="0" destOrd="0" presId="urn:microsoft.com/office/officeart/2005/8/layout/vList2"/>
    <dgm:cxn modelId="{03A9D593-1C30-4C70-8FB4-6C9EF5183A47}" type="presOf" srcId="{E2B46B82-6220-4FE7-A4FF-91C615F3AE01}" destId="{AE4AECBA-3E8D-4AF6-BABA-8CA5E2898ABD}" srcOrd="0" destOrd="0" presId="urn:microsoft.com/office/officeart/2005/8/layout/vList2"/>
    <dgm:cxn modelId="{195FEBE9-73FF-4B62-BA73-C616EF3B6404}" type="presParOf" srcId="{B899636F-CD34-4FBB-B869-5103BAFFD6F1}" destId="{D96853C7-8FAD-41F5-B293-61BB46842E20}" srcOrd="0" destOrd="0" presId="urn:microsoft.com/office/officeart/2005/8/layout/vList2"/>
    <dgm:cxn modelId="{6D077813-3AD2-42AB-BEAD-C6CE49CAAE62}" type="presParOf" srcId="{B899636F-CD34-4FBB-B869-5103BAFFD6F1}" destId="{0850CA4F-339D-4141-A4E4-03E86B162E41}" srcOrd="1" destOrd="0" presId="urn:microsoft.com/office/officeart/2005/8/layout/vList2"/>
    <dgm:cxn modelId="{1E746ED2-EF5E-42FA-8C24-CBB732138555}" type="presParOf" srcId="{B899636F-CD34-4FBB-B869-5103BAFFD6F1}" destId="{AE4AECBA-3E8D-4AF6-BABA-8CA5E2898ABD}" srcOrd="2" destOrd="0" presId="urn:microsoft.com/office/officeart/2005/8/layout/vList2"/>
    <dgm:cxn modelId="{81924712-DC10-4198-B91E-2C7C20896A55}" type="presParOf" srcId="{B899636F-CD34-4FBB-B869-5103BAFFD6F1}" destId="{F4D75370-A66F-4476-A343-1FFBB7786FDF}" srcOrd="3" destOrd="0" presId="urn:microsoft.com/office/officeart/2005/8/layout/vList2"/>
    <dgm:cxn modelId="{D7B0C7C0-2959-4AC2-9A74-C970F3FD0D51}" type="presParOf" srcId="{B899636F-CD34-4FBB-B869-5103BAFFD6F1}" destId="{3B957C33-D19D-4E46-AD22-D73299C9662F}" srcOrd="4" destOrd="0" presId="urn:microsoft.com/office/officeart/2005/8/layout/vList2"/>
    <dgm:cxn modelId="{1F093D49-CE78-49C8-84E4-1E36E8E747BE}" type="presParOf" srcId="{B899636F-CD34-4FBB-B869-5103BAFFD6F1}" destId="{48FD8FB9-250C-4042-BA5A-CF14A0BD96A7}" srcOrd="5" destOrd="0" presId="urn:microsoft.com/office/officeart/2005/8/layout/vList2"/>
    <dgm:cxn modelId="{5F1C6D6D-67E7-427B-B163-9570D08E9F1B}" type="presParOf" srcId="{B899636F-CD34-4FBB-B869-5103BAFFD6F1}" destId="{28923D0E-6B84-49A9-9B36-252FB24ECEE3}" srcOrd="6" destOrd="0" presId="urn:microsoft.com/office/officeart/2005/8/layout/vList2"/>
    <dgm:cxn modelId="{8EDD113F-518C-4493-B4FF-C1C0F06CC74D}" type="presParOf" srcId="{B899636F-CD34-4FBB-B869-5103BAFFD6F1}" destId="{F1165C73-BD2D-462A-803B-2302C3137531}" srcOrd="7" destOrd="0" presId="urn:microsoft.com/office/officeart/2005/8/layout/vList2"/>
    <dgm:cxn modelId="{46852EC0-F6D5-4F15-98F2-71237D54AD7C}" type="presParOf" srcId="{B899636F-CD34-4FBB-B869-5103BAFFD6F1}" destId="{67923138-2807-40C0-B486-9D9709D0CB40}" srcOrd="8" destOrd="0" presId="urn:microsoft.com/office/officeart/2005/8/layout/vList2"/>
    <dgm:cxn modelId="{727DD5CB-148B-485E-A1C4-43BC7D92BABE}" type="presParOf" srcId="{B899636F-CD34-4FBB-B869-5103BAFFD6F1}" destId="{423AAB51-6C94-4F74-B05A-6C67CF78A082}" srcOrd="9" destOrd="0" presId="urn:microsoft.com/office/officeart/2005/8/layout/vList2"/>
    <dgm:cxn modelId="{49F636EC-1A39-45D3-829A-8A3A6876F71F}" type="presParOf" srcId="{B899636F-CD34-4FBB-B869-5103BAFFD6F1}" destId="{6BF1F467-19AF-4915-A627-5E3DCF3DC4B6}" srcOrd="10" destOrd="0" presId="urn:microsoft.com/office/officeart/2005/8/layout/vList2"/>
    <dgm:cxn modelId="{08F4CED7-A644-42C9-A9D7-A95709DBE727}" type="presParOf" srcId="{B899636F-CD34-4FBB-B869-5103BAFFD6F1}" destId="{A7E56057-7702-47B1-ACAB-FD21A495F1CF}" srcOrd="11" destOrd="0" presId="urn:microsoft.com/office/officeart/2005/8/layout/vList2"/>
    <dgm:cxn modelId="{A0080A07-EE6A-4F6B-B220-D921645FFB3E}" type="presParOf" srcId="{B899636F-CD34-4FBB-B869-5103BAFFD6F1}" destId="{62FCDF0D-CE12-42CA-99F8-C5E6392DDB78}" srcOrd="12" destOrd="0" presId="urn:microsoft.com/office/officeart/2005/8/layout/vList2"/>
    <dgm:cxn modelId="{829B1D3B-C553-4E33-8D22-63584D1948EE}" type="presParOf" srcId="{B899636F-CD34-4FBB-B869-5103BAFFD6F1}" destId="{892E044A-1FA6-4A4D-9F32-A9CE1B39FC8E}" srcOrd="13" destOrd="0" presId="urn:microsoft.com/office/officeart/2005/8/layout/vList2"/>
    <dgm:cxn modelId="{F8596867-8926-46B4-AD45-CD82B24B005A}" type="presParOf" srcId="{B899636F-CD34-4FBB-B869-5103BAFFD6F1}" destId="{528FD741-0020-46D8-BF67-382E56F82D01}" srcOrd="14" destOrd="0" presId="urn:microsoft.com/office/officeart/2005/8/layout/vList2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4E4E7C-6B08-42EA-922B-C43F24C9CB47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DDD7662E-D0A0-4D77-AD8D-DA122E87B9E5}">
      <dgm:prSet/>
      <dgm:spPr/>
      <dgm:t>
        <a:bodyPr/>
        <a:lstStyle/>
        <a:p>
          <a:pPr rtl="0"/>
          <a:r>
            <a:rPr lang="fr-FR" dirty="0" smtClean="0"/>
            <a:t>Le traitement au long cours d'un état schizophrénique par les neuroleptiques peut engendrer, comme effet(s) indésirable(s) : </a:t>
          </a:r>
          <a:endParaRPr lang="fr-FR" dirty="0"/>
        </a:p>
      </dgm:t>
    </dgm:pt>
    <dgm:pt modelId="{51FA9B2F-09E0-4DA7-ABFC-C008482D0968}" type="parTrans" cxnId="{6AC17220-6534-48C6-BA26-D85E12E62B0C}">
      <dgm:prSet/>
      <dgm:spPr/>
      <dgm:t>
        <a:bodyPr/>
        <a:lstStyle/>
        <a:p>
          <a:endParaRPr lang="fr-FR"/>
        </a:p>
      </dgm:t>
    </dgm:pt>
    <dgm:pt modelId="{FE185C90-9E25-495D-B160-7A7F28F35AB2}" type="sibTrans" cxnId="{6AC17220-6534-48C6-BA26-D85E12E62B0C}">
      <dgm:prSet/>
      <dgm:spPr/>
      <dgm:t>
        <a:bodyPr/>
        <a:lstStyle/>
        <a:p>
          <a:endParaRPr lang="fr-FR"/>
        </a:p>
      </dgm:t>
    </dgm:pt>
    <dgm:pt modelId="{5130F050-9EC3-4B25-BC25-C4EF0285B6A2}">
      <dgm:prSet/>
      <dgm:spPr/>
      <dgm:t>
        <a:bodyPr/>
        <a:lstStyle/>
        <a:p>
          <a:pPr rtl="0"/>
          <a:r>
            <a:rPr lang="fr-FR" dirty="0" smtClean="0"/>
            <a:t>A/Syndrome de passivité indifférence</a:t>
          </a:r>
          <a:endParaRPr lang="fr-FR" dirty="0"/>
        </a:p>
      </dgm:t>
    </dgm:pt>
    <dgm:pt modelId="{2BD4FA19-0778-443D-BB93-C6FB4C584933}" type="parTrans" cxnId="{22303FCF-5C78-4DD8-9F3A-38588E101DE6}">
      <dgm:prSet/>
      <dgm:spPr/>
      <dgm:t>
        <a:bodyPr/>
        <a:lstStyle/>
        <a:p>
          <a:endParaRPr lang="fr-FR"/>
        </a:p>
      </dgm:t>
    </dgm:pt>
    <dgm:pt modelId="{5178FE31-77DA-4D83-9800-67E4588BA2BD}" type="sibTrans" cxnId="{22303FCF-5C78-4DD8-9F3A-38588E101DE6}">
      <dgm:prSet/>
      <dgm:spPr/>
      <dgm:t>
        <a:bodyPr/>
        <a:lstStyle/>
        <a:p>
          <a:endParaRPr lang="fr-FR"/>
        </a:p>
      </dgm:t>
    </dgm:pt>
    <dgm:pt modelId="{8C6B7C65-4BF0-417C-BEC6-8AF960D75987}">
      <dgm:prSet/>
      <dgm:spPr/>
      <dgm:t>
        <a:bodyPr/>
        <a:lstStyle/>
        <a:p>
          <a:pPr rtl="0"/>
          <a:r>
            <a:rPr lang="fr-FR" dirty="0" smtClean="0"/>
            <a:t>B/Dyskinésies tardives</a:t>
          </a:r>
          <a:endParaRPr lang="fr-FR" dirty="0"/>
        </a:p>
      </dgm:t>
    </dgm:pt>
    <dgm:pt modelId="{BF4BD2C2-C1F4-44EB-AFD0-80AD70EB0BC4}" type="parTrans" cxnId="{1BD7F287-BFF7-43F6-8265-F1F3E2288372}">
      <dgm:prSet/>
      <dgm:spPr/>
      <dgm:t>
        <a:bodyPr/>
        <a:lstStyle/>
        <a:p>
          <a:endParaRPr lang="fr-FR"/>
        </a:p>
      </dgm:t>
    </dgm:pt>
    <dgm:pt modelId="{BC37D53D-15A5-4A81-AC04-BA5D226709ED}" type="sibTrans" cxnId="{1BD7F287-BFF7-43F6-8265-F1F3E2288372}">
      <dgm:prSet/>
      <dgm:spPr/>
      <dgm:t>
        <a:bodyPr/>
        <a:lstStyle/>
        <a:p>
          <a:endParaRPr lang="fr-FR"/>
        </a:p>
      </dgm:t>
    </dgm:pt>
    <dgm:pt modelId="{0FBBEF5A-A4DF-42AA-BEF9-3B90FBFDEBDF}">
      <dgm:prSet/>
      <dgm:spPr/>
      <dgm:t>
        <a:bodyPr/>
        <a:lstStyle/>
        <a:p>
          <a:pPr rtl="0"/>
          <a:r>
            <a:rPr lang="fr-FR" dirty="0" smtClean="0"/>
            <a:t>C/Galactorrhée</a:t>
          </a:r>
          <a:endParaRPr lang="fr-FR" dirty="0"/>
        </a:p>
      </dgm:t>
    </dgm:pt>
    <dgm:pt modelId="{4F75712E-B560-45A0-A381-F0D05BDC0E2A}" type="parTrans" cxnId="{273F72FB-C86F-46E7-86F2-1DA132DEE873}">
      <dgm:prSet/>
      <dgm:spPr/>
      <dgm:t>
        <a:bodyPr/>
        <a:lstStyle/>
        <a:p>
          <a:endParaRPr lang="fr-FR"/>
        </a:p>
      </dgm:t>
    </dgm:pt>
    <dgm:pt modelId="{16C97373-A22F-4864-8D46-C026685F7E4E}" type="sibTrans" cxnId="{273F72FB-C86F-46E7-86F2-1DA132DEE873}">
      <dgm:prSet/>
      <dgm:spPr/>
      <dgm:t>
        <a:bodyPr/>
        <a:lstStyle/>
        <a:p>
          <a:endParaRPr lang="fr-FR"/>
        </a:p>
      </dgm:t>
    </dgm:pt>
    <dgm:pt modelId="{099534F8-C4C6-4A15-86C1-E41C16D7B028}">
      <dgm:prSet/>
      <dgm:spPr/>
      <dgm:t>
        <a:bodyPr/>
        <a:lstStyle/>
        <a:p>
          <a:pPr rtl="0"/>
          <a:r>
            <a:rPr lang="fr-FR" dirty="0" smtClean="0"/>
            <a:t>D/Syndrome </a:t>
          </a:r>
          <a:r>
            <a:rPr lang="fr-FR" dirty="0" err="1" smtClean="0"/>
            <a:t>polyuro</a:t>
          </a:r>
          <a:r>
            <a:rPr lang="fr-FR" dirty="0" smtClean="0"/>
            <a:t>-</a:t>
          </a:r>
          <a:r>
            <a:rPr lang="fr-FR" dirty="0" err="1" smtClean="0"/>
            <a:t>polydipsique</a:t>
          </a:r>
          <a:endParaRPr lang="fr-FR" dirty="0"/>
        </a:p>
      </dgm:t>
    </dgm:pt>
    <dgm:pt modelId="{F8CC31B4-A5A9-4E62-928E-EF51B6C09162}" type="parTrans" cxnId="{52246FB2-4A87-415D-BA95-D961AF319EA5}">
      <dgm:prSet/>
      <dgm:spPr/>
      <dgm:t>
        <a:bodyPr/>
        <a:lstStyle/>
        <a:p>
          <a:endParaRPr lang="fr-FR"/>
        </a:p>
      </dgm:t>
    </dgm:pt>
    <dgm:pt modelId="{B8AFB46E-13EF-4FCA-A292-A1A56AE0EF31}" type="sibTrans" cxnId="{52246FB2-4A87-415D-BA95-D961AF319EA5}">
      <dgm:prSet/>
      <dgm:spPr/>
      <dgm:t>
        <a:bodyPr/>
        <a:lstStyle/>
        <a:p>
          <a:endParaRPr lang="fr-FR"/>
        </a:p>
      </dgm:t>
    </dgm:pt>
    <dgm:pt modelId="{5DF730F7-6910-447C-A8E3-38366B903AB9}">
      <dgm:prSet/>
      <dgm:spPr/>
      <dgm:t>
        <a:bodyPr/>
        <a:lstStyle/>
        <a:p>
          <a:pPr rtl="0"/>
          <a:r>
            <a:rPr lang="fr-FR" dirty="0" smtClean="0"/>
            <a:t>E/Prise de poids</a:t>
          </a:r>
          <a:endParaRPr lang="fr-FR" dirty="0"/>
        </a:p>
      </dgm:t>
    </dgm:pt>
    <dgm:pt modelId="{FB85F71E-5F23-4766-A2ED-6520508D2403}" type="parTrans" cxnId="{0E74C792-D523-4ED6-B7CE-B11D42780D9A}">
      <dgm:prSet/>
      <dgm:spPr/>
      <dgm:t>
        <a:bodyPr/>
        <a:lstStyle/>
        <a:p>
          <a:endParaRPr lang="fr-FR"/>
        </a:p>
      </dgm:t>
    </dgm:pt>
    <dgm:pt modelId="{C279B975-99AA-4A67-867F-D8B3A322AB8A}" type="sibTrans" cxnId="{0E74C792-D523-4ED6-B7CE-B11D42780D9A}">
      <dgm:prSet/>
      <dgm:spPr/>
      <dgm:t>
        <a:bodyPr/>
        <a:lstStyle/>
        <a:p>
          <a:endParaRPr lang="fr-FR"/>
        </a:p>
      </dgm:t>
    </dgm:pt>
    <dgm:pt modelId="{BC0C6C94-C4E6-4782-B0B9-0A5299C79AE2}">
      <dgm:prSet/>
      <dgm:spPr/>
      <dgm:t>
        <a:bodyPr/>
        <a:lstStyle/>
        <a:p>
          <a:pPr rtl="0"/>
          <a:r>
            <a:rPr lang="fr-FR" dirty="0" smtClean="0"/>
            <a:t>A/B/C/E</a:t>
          </a:r>
          <a:endParaRPr lang="fr-FR" dirty="0"/>
        </a:p>
      </dgm:t>
    </dgm:pt>
    <dgm:pt modelId="{0241E1B6-1F32-4D89-8476-033915DB43BA}" type="parTrans" cxnId="{8D0D54E5-956B-4B38-A92B-5D205C845E86}">
      <dgm:prSet/>
      <dgm:spPr/>
      <dgm:t>
        <a:bodyPr/>
        <a:lstStyle/>
        <a:p>
          <a:endParaRPr lang="fr-FR"/>
        </a:p>
      </dgm:t>
    </dgm:pt>
    <dgm:pt modelId="{63822A3E-DD92-479D-9B2E-AD3BB6136124}" type="sibTrans" cxnId="{8D0D54E5-956B-4B38-A92B-5D205C845E86}">
      <dgm:prSet/>
      <dgm:spPr/>
      <dgm:t>
        <a:bodyPr/>
        <a:lstStyle/>
        <a:p>
          <a:endParaRPr lang="fr-FR"/>
        </a:p>
      </dgm:t>
    </dgm:pt>
    <dgm:pt modelId="{10DD41ED-C8A3-47EC-8C3A-3AA98035A224}" type="pres">
      <dgm:prSet presAssocID="{D64E4E7C-6B08-42EA-922B-C43F24C9CB4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F1936F5-D5D7-4921-B14A-FC696D30BF93}" type="pres">
      <dgm:prSet presAssocID="{DDD7662E-D0A0-4D77-AD8D-DA122E87B9E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EE1A60E-00D6-48FD-9A2E-567074C74734}" type="pres">
      <dgm:prSet presAssocID="{FE185C90-9E25-495D-B160-7A7F28F35AB2}" presName="spacer" presStyleCnt="0"/>
      <dgm:spPr/>
    </dgm:pt>
    <dgm:pt modelId="{02CAF706-D336-423A-978A-6AB1A043CFF5}" type="pres">
      <dgm:prSet presAssocID="{5130F050-9EC3-4B25-BC25-C4EF0285B6A2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D06F71-27CA-4551-91E5-5C5815D8B48F}" type="pres">
      <dgm:prSet presAssocID="{5178FE31-77DA-4D83-9800-67E4588BA2BD}" presName="spacer" presStyleCnt="0"/>
      <dgm:spPr/>
    </dgm:pt>
    <dgm:pt modelId="{BBB0026E-DA5C-426A-BF5C-E26103C1CF2E}" type="pres">
      <dgm:prSet presAssocID="{8C6B7C65-4BF0-417C-BEC6-8AF960D75987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ABD7396-4D42-49E5-BB04-679B4EBDCDBC}" type="pres">
      <dgm:prSet presAssocID="{BC37D53D-15A5-4A81-AC04-BA5D226709ED}" presName="spacer" presStyleCnt="0"/>
      <dgm:spPr/>
    </dgm:pt>
    <dgm:pt modelId="{9B5BC49B-F2DD-45FA-B937-08FE24AFC0A2}" type="pres">
      <dgm:prSet presAssocID="{0FBBEF5A-A4DF-42AA-BEF9-3B90FBFDEBDF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76C105-59D2-4728-9F8A-5C80E741BFB8}" type="pres">
      <dgm:prSet presAssocID="{16C97373-A22F-4864-8D46-C026685F7E4E}" presName="spacer" presStyleCnt="0"/>
      <dgm:spPr/>
    </dgm:pt>
    <dgm:pt modelId="{6960112C-F746-41BE-B202-EBCE64552C3A}" type="pres">
      <dgm:prSet presAssocID="{099534F8-C4C6-4A15-86C1-E41C16D7B028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0E9537-D4AA-472A-9C2F-8108DECBACE7}" type="pres">
      <dgm:prSet presAssocID="{B8AFB46E-13EF-4FCA-A292-A1A56AE0EF31}" presName="spacer" presStyleCnt="0"/>
      <dgm:spPr/>
    </dgm:pt>
    <dgm:pt modelId="{51D605A6-313D-469A-BA40-FE20E55BDA64}" type="pres">
      <dgm:prSet presAssocID="{5DF730F7-6910-447C-A8E3-38366B903AB9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9C0C37-84B8-42A3-9008-3B23629E4948}" type="pres">
      <dgm:prSet presAssocID="{C279B975-99AA-4A67-867F-D8B3A322AB8A}" presName="spacer" presStyleCnt="0"/>
      <dgm:spPr/>
    </dgm:pt>
    <dgm:pt modelId="{AF7FE21E-A2B4-4D0B-A388-07B832844840}" type="pres">
      <dgm:prSet presAssocID="{BC0C6C94-C4E6-4782-B0B9-0A5299C79AE2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B863A22-E599-4B7D-AD2D-C6603014663B}" type="presOf" srcId="{5130F050-9EC3-4B25-BC25-C4EF0285B6A2}" destId="{02CAF706-D336-423A-978A-6AB1A043CFF5}" srcOrd="0" destOrd="0" presId="urn:microsoft.com/office/officeart/2005/8/layout/vList2"/>
    <dgm:cxn modelId="{A3483D79-F275-4707-85CF-D8ED779693D1}" type="presOf" srcId="{8C6B7C65-4BF0-417C-BEC6-8AF960D75987}" destId="{BBB0026E-DA5C-426A-BF5C-E26103C1CF2E}" srcOrd="0" destOrd="0" presId="urn:microsoft.com/office/officeart/2005/8/layout/vList2"/>
    <dgm:cxn modelId="{6684E685-77BA-49B3-94AB-F3960DAE1525}" type="presOf" srcId="{BC0C6C94-C4E6-4782-B0B9-0A5299C79AE2}" destId="{AF7FE21E-A2B4-4D0B-A388-07B832844840}" srcOrd="0" destOrd="0" presId="urn:microsoft.com/office/officeart/2005/8/layout/vList2"/>
    <dgm:cxn modelId="{52246FB2-4A87-415D-BA95-D961AF319EA5}" srcId="{D64E4E7C-6B08-42EA-922B-C43F24C9CB47}" destId="{099534F8-C4C6-4A15-86C1-E41C16D7B028}" srcOrd="4" destOrd="0" parTransId="{F8CC31B4-A5A9-4E62-928E-EF51B6C09162}" sibTransId="{B8AFB46E-13EF-4FCA-A292-A1A56AE0EF31}"/>
    <dgm:cxn modelId="{ACF62718-0B70-4F9E-9905-D4407FF18A40}" type="presOf" srcId="{DDD7662E-D0A0-4D77-AD8D-DA122E87B9E5}" destId="{CF1936F5-D5D7-4921-B14A-FC696D30BF93}" srcOrd="0" destOrd="0" presId="urn:microsoft.com/office/officeart/2005/8/layout/vList2"/>
    <dgm:cxn modelId="{1BD7F287-BFF7-43F6-8265-F1F3E2288372}" srcId="{D64E4E7C-6B08-42EA-922B-C43F24C9CB47}" destId="{8C6B7C65-4BF0-417C-BEC6-8AF960D75987}" srcOrd="2" destOrd="0" parTransId="{BF4BD2C2-C1F4-44EB-AFD0-80AD70EB0BC4}" sibTransId="{BC37D53D-15A5-4A81-AC04-BA5D226709ED}"/>
    <dgm:cxn modelId="{9CE4298E-B836-46AB-95E1-31A7E7EDBA5F}" type="presOf" srcId="{0FBBEF5A-A4DF-42AA-BEF9-3B90FBFDEBDF}" destId="{9B5BC49B-F2DD-45FA-B937-08FE24AFC0A2}" srcOrd="0" destOrd="0" presId="urn:microsoft.com/office/officeart/2005/8/layout/vList2"/>
    <dgm:cxn modelId="{D125E454-2E34-4D53-90B9-F4C219C42FF1}" type="presOf" srcId="{D64E4E7C-6B08-42EA-922B-C43F24C9CB47}" destId="{10DD41ED-C8A3-47EC-8C3A-3AA98035A224}" srcOrd="0" destOrd="0" presId="urn:microsoft.com/office/officeart/2005/8/layout/vList2"/>
    <dgm:cxn modelId="{CD3DA230-A3BD-4EB1-97C6-5E3116C746A1}" type="presOf" srcId="{5DF730F7-6910-447C-A8E3-38366B903AB9}" destId="{51D605A6-313D-469A-BA40-FE20E55BDA64}" srcOrd="0" destOrd="0" presId="urn:microsoft.com/office/officeart/2005/8/layout/vList2"/>
    <dgm:cxn modelId="{0E74C792-D523-4ED6-B7CE-B11D42780D9A}" srcId="{D64E4E7C-6B08-42EA-922B-C43F24C9CB47}" destId="{5DF730F7-6910-447C-A8E3-38366B903AB9}" srcOrd="5" destOrd="0" parTransId="{FB85F71E-5F23-4766-A2ED-6520508D2403}" sibTransId="{C279B975-99AA-4A67-867F-D8B3A322AB8A}"/>
    <dgm:cxn modelId="{19F166CF-97D0-4126-93B3-868B9BA08CF4}" type="presOf" srcId="{099534F8-C4C6-4A15-86C1-E41C16D7B028}" destId="{6960112C-F746-41BE-B202-EBCE64552C3A}" srcOrd="0" destOrd="0" presId="urn:microsoft.com/office/officeart/2005/8/layout/vList2"/>
    <dgm:cxn modelId="{6AC17220-6534-48C6-BA26-D85E12E62B0C}" srcId="{D64E4E7C-6B08-42EA-922B-C43F24C9CB47}" destId="{DDD7662E-D0A0-4D77-AD8D-DA122E87B9E5}" srcOrd="0" destOrd="0" parTransId="{51FA9B2F-09E0-4DA7-ABFC-C008482D0968}" sibTransId="{FE185C90-9E25-495D-B160-7A7F28F35AB2}"/>
    <dgm:cxn modelId="{22303FCF-5C78-4DD8-9F3A-38588E101DE6}" srcId="{D64E4E7C-6B08-42EA-922B-C43F24C9CB47}" destId="{5130F050-9EC3-4B25-BC25-C4EF0285B6A2}" srcOrd="1" destOrd="0" parTransId="{2BD4FA19-0778-443D-BB93-C6FB4C584933}" sibTransId="{5178FE31-77DA-4D83-9800-67E4588BA2BD}"/>
    <dgm:cxn modelId="{273F72FB-C86F-46E7-86F2-1DA132DEE873}" srcId="{D64E4E7C-6B08-42EA-922B-C43F24C9CB47}" destId="{0FBBEF5A-A4DF-42AA-BEF9-3B90FBFDEBDF}" srcOrd="3" destOrd="0" parTransId="{4F75712E-B560-45A0-A381-F0D05BDC0E2A}" sibTransId="{16C97373-A22F-4864-8D46-C026685F7E4E}"/>
    <dgm:cxn modelId="{8D0D54E5-956B-4B38-A92B-5D205C845E86}" srcId="{D64E4E7C-6B08-42EA-922B-C43F24C9CB47}" destId="{BC0C6C94-C4E6-4782-B0B9-0A5299C79AE2}" srcOrd="6" destOrd="0" parTransId="{0241E1B6-1F32-4D89-8476-033915DB43BA}" sibTransId="{63822A3E-DD92-479D-9B2E-AD3BB6136124}"/>
    <dgm:cxn modelId="{3A215C57-80A5-4B86-9675-CBFCA8F82AEA}" type="presParOf" srcId="{10DD41ED-C8A3-47EC-8C3A-3AA98035A224}" destId="{CF1936F5-D5D7-4921-B14A-FC696D30BF93}" srcOrd="0" destOrd="0" presId="urn:microsoft.com/office/officeart/2005/8/layout/vList2"/>
    <dgm:cxn modelId="{9EE167D5-BEA2-459B-8517-38B3B5F0AC44}" type="presParOf" srcId="{10DD41ED-C8A3-47EC-8C3A-3AA98035A224}" destId="{6EE1A60E-00D6-48FD-9A2E-567074C74734}" srcOrd="1" destOrd="0" presId="urn:microsoft.com/office/officeart/2005/8/layout/vList2"/>
    <dgm:cxn modelId="{F091A3E9-61F8-4D25-AC2F-2F8F4072250C}" type="presParOf" srcId="{10DD41ED-C8A3-47EC-8C3A-3AA98035A224}" destId="{02CAF706-D336-423A-978A-6AB1A043CFF5}" srcOrd="2" destOrd="0" presId="urn:microsoft.com/office/officeart/2005/8/layout/vList2"/>
    <dgm:cxn modelId="{E35EE69F-ED9B-4AEE-AA16-58A568738728}" type="presParOf" srcId="{10DD41ED-C8A3-47EC-8C3A-3AA98035A224}" destId="{ACD06F71-27CA-4551-91E5-5C5815D8B48F}" srcOrd="3" destOrd="0" presId="urn:microsoft.com/office/officeart/2005/8/layout/vList2"/>
    <dgm:cxn modelId="{DF308CF2-E0B4-4DDB-9D7A-558336A74A53}" type="presParOf" srcId="{10DD41ED-C8A3-47EC-8C3A-3AA98035A224}" destId="{BBB0026E-DA5C-426A-BF5C-E26103C1CF2E}" srcOrd="4" destOrd="0" presId="urn:microsoft.com/office/officeart/2005/8/layout/vList2"/>
    <dgm:cxn modelId="{6A2E3559-A365-4D97-9E5E-4AB5CB46450D}" type="presParOf" srcId="{10DD41ED-C8A3-47EC-8C3A-3AA98035A224}" destId="{4ABD7396-4D42-49E5-BB04-679B4EBDCDBC}" srcOrd="5" destOrd="0" presId="urn:microsoft.com/office/officeart/2005/8/layout/vList2"/>
    <dgm:cxn modelId="{CB5F49BA-9E51-40B4-9246-5BA24C885899}" type="presParOf" srcId="{10DD41ED-C8A3-47EC-8C3A-3AA98035A224}" destId="{9B5BC49B-F2DD-45FA-B937-08FE24AFC0A2}" srcOrd="6" destOrd="0" presId="urn:microsoft.com/office/officeart/2005/8/layout/vList2"/>
    <dgm:cxn modelId="{9E190041-5760-4406-9A45-BACD843A29A3}" type="presParOf" srcId="{10DD41ED-C8A3-47EC-8C3A-3AA98035A224}" destId="{8D76C105-59D2-4728-9F8A-5C80E741BFB8}" srcOrd="7" destOrd="0" presId="urn:microsoft.com/office/officeart/2005/8/layout/vList2"/>
    <dgm:cxn modelId="{B503A756-9252-491C-82C3-55A690AD4EDB}" type="presParOf" srcId="{10DD41ED-C8A3-47EC-8C3A-3AA98035A224}" destId="{6960112C-F746-41BE-B202-EBCE64552C3A}" srcOrd="8" destOrd="0" presId="urn:microsoft.com/office/officeart/2005/8/layout/vList2"/>
    <dgm:cxn modelId="{D0B1F7AC-15B1-44FB-8970-BEBA59A7FB1F}" type="presParOf" srcId="{10DD41ED-C8A3-47EC-8C3A-3AA98035A224}" destId="{550E9537-D4AA-472A-9C2F-8108DECBACE7}" srcOrd="9" destOrd="0" presId="urn:microsoft.com/office/officeart/2005/8/layout/vList2"/>
    <dgm:cxn modelId="{748D60FD-18EF-4087-BF1E-249521D57D46}" type="presParOf" srcId="{10DD41ED-C8A3-47EC-8C3A-3AA98035A224}" destId="{51D605A6-313D-469A-BA40-FE20E55BDA64}" srcOrd="10" destOrd="0" presId="urn:microsoft.com/office/officeart/2005/8/layout/vList2"/>
    <dgm:cxn modelId="{C11EE5F3-8C38-46B7-8FA0-B4E8F3BE0778}" type="presParOf" srcId="{10DD41ED-C8A3-47EC-8C3A-3AA98035A224}" destId="{769C0C37-84B8-42A3-9008-3B23629E4948}" srcOrd="11" destOrd="0" presId="urn:microsoft.com/office/officeart/2005/8/layout/vList2"/>
    <dgm:cxn modelId="{0CFB6D20-7EAC-417B-80F4-0D553D2DA7B4}" type="presParOf" srcId="{10DD41ED-C8A3-47EC-8C3A-3AA98035A224}" destId="{AF7FE21E-A2B4-4D0B-A388-07B832844840}" srcOrd="12" destOrd="0" presId="urn:microsoft.com/office/officeart/2005/8/layout/vList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B7A734E-FBCA-48AD-B556-6EC957D8E8C8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F69CAF17-F81C-4D25-8C5E-BED364EB6376}">
      <dgm:prSet/>
      <dgm:spPr/>
      <dgm:t>
        <a:bodyPr/>
        <a:lstStyle/>
        <a:p>
          <a:pPr rtl="0"/>
          <a:r>
            <a:rPr lang="fr-FR" dirty="0" smtClean="0"/>
            <a:t>L’autisme schizophrénique désigne : </a:t>
          </a:r>
          <a:endParaRPr lang="fr-FR" dirty="0"/>
        </a:p>
      </dgm:t>
    </dgm:pt>
    <dgm:pt modelId="{C95A9144-E8F3-40B0-BAC3-E8A817FBE2C9}" type="parTrans" cxnId="{22EBABAF-FADC-416D-B5F5-0AF2B452E5A7}">
      <dgm:prSet/>
      <dgm:spPr/>
      <dgm:t>
        <a:bodyPr/>
        <a:lstStyle/>
        <a:p>
          <a:endParaRPr lang="fr-FR"/>
        </a:p>
      </dgm:t>
    </dgm:pt>
    <dgm:pt modelId="{ADDA6BF7-BD42-416F-A9FD-FA44B754A47C}" type="sibTrans" cxnId="{22EBABAF-FADC-416D-B5F5-0AF2B452E5A7}">
      <dgm:prSet/>
      <dgm:spPr/>
      <dgm:t>
        <a:bodyPr/>
        <a:lstStyle/>
        <a:p>
          <a:endParaRPr lang="fr-FR"/>
        </a:p>
      </dgm:t>
    </dgm:pt>
    <dgm:pt modelId="{B2BC4484-A629-420A-BD32-D0FDC1670EF9}">
      <dgm:prSet/>
      <dgm:spPr/>
      <dgm:t>
        <a:bodyPr/>
        <a:lstStyle/>
        <a:p>
          <a:pPr rtl="0"/>
          <a:r>
            <a:rPr lang="fr-FR" dirty="0" smtClean="0"/>
            <a:t>A/Un délire hypocondriaque</a:t>
          </a:r>
          <a:endParaRPr lang="fr-FR" dirty="0"/>
        </a:p>
      </dgm:t>
    </dgm:pt>
    <dgm:pt modelId="{B76B99DF-4F57-40BA-AC80-80CCCEBAC7EA}" type="parTrans" cxnId="{8EC96E3E-D3EF-47FE-8919-F83C6D4E1C10}">
      <dgm:prSet/>
      <dgm:spPr/>
      <dgm:t>
        <a:bodyPr/>
        <a:lstStyle/>
        <a:p>
          <a:endParaRPr lang="fr-FR"/>
        </a:p>
      </dgm:t>
    </dgm:pt>
    <dgm:pt modelId="{695BADDE-7B24-46C3-A9AD-04024FEDEB77}" type="sibTrans" cxnId="{8EC96E3E-D3EF-47FE-8919-F83C6D4E1C10}">
      <dgm:prSet/>
      <dgm:spPr/>
      <dgm:t>
        <a:bodyPr/>
        <a:lstStyle/>
        <a:p>
          <a:endParaRPr lang="fr-FR"/>
        </a:p>
      </dgm:t>
    </dgm:pt>
    <dgm:pt modelId="{B0DE80F2-82D3-4B6A-AFC3-2887088CD5A1}">
      <dgm:prSet/>
      <dgm:spPr/>
      <dgm:t>
        <a:bodyPr/>
        <a:lstStyle/>
        <a:p>
          <a:pPr rtl="0"/>
          <a:r>
            <a:rPr lang="fr-FR" dirty="0" smtClean="0"/>
            <a:t>B/Une perte de contact avec la réalité</a:t>
          </a:r>
          <a:endParaRPr lang="fr-FR" dirty="0"/>
        </a:p>
      </dgm:t>
    </dgm:pt>
    <dgm:pt modelId="{83DEE19B-90EE-4FA1-8086-B329A8E663B0}" type="parTrans" cxnId="{F3BAF655-DD10-4458-8305-744EF7663815}">
      <dgm:prSet/>
      <dgm:spPr/>
      <dgm:t>
        <a:bodyPr/>
        <a:lstStyle/>
        <a:p>
          <a:endParaRPr lang="fr-FR"/>
        </a:p>
      </dgm:t>
    </dgm:pt>
    <dgm:pt modelId="{EA6BBAFF-5F13-4950-90DA-543609E3E3F4}" type="sibTrans" cxnId="{F3BAF655-DD10-4458-8305-744EF7663815}">
      <dgm:prSet/>
      <dgm:spPr/>
      <dgm:t>
        <a:bodyPr/>
        <a:lstStyle/>
        <a:p>
          <a:endParaRPr lang="fr-FR"/>
        </a:p>
      </dgm:t>
    </dgm:pt>
    <dgm:pt modelId="{648112DB-5797-4641-A485-8E6DBC9FD3B0}">
      <dgm:prSet/>
      <dgm:spPr/>
      <dgm:t>
        <a:bodyPr/>
        <a:lstStyle/>
        <a:p>
          <a:pPr rtl="0"/>
          <a:r>
            <a:rPr lang="fr-FR" dirty="0" smtClean="0"/>
            <a:t>C/Un refuge dans la vie imaginaire</a:t>
          </a:r>
          <a:endParaRPr lang="fr-FR" dirty="0"/>
        </a:p>
      </dgm:t>
    </dgm:pt>
    <dgm:pt modelId="{6F64705B-03DA-4307-AC59-03CE1DEF04CD}" type="parTrans" cxnId="{B62579FC-7881-4305-B849-8D53CE012EB9}">
      <dgm:prSet/>
      <dgm:spPr/>
      <dgm:t>
        <a:bodyPr/>
        <a:lstStyle/>
        <a:p>
          <a:endParaRPr lang="fr-FR"/>
        </a:p>
      </dgm:t>
    </dgm:pt>
    <dgm:pt modelId="{D5B186F7-C85E-4ADB-8D0B-B039A7E22E67}" type="sibTrans" cxnId="{B62579FC-7881-4305-B849-8D53CE012EB9}">
      <dgm:prSet/>
      <dgm:spPr/>
      <dgm:t>
        <a:bodyPr/>
        <a:lstStyle/>
        <a:p>
          <a:endParaRPr lang="fr-FR"/>
        </a:p>
      </dgm:t>
    </dgm:pt>
    <dgm:pt modelId="{B4ED2508-93BC-4B7D-B9EC-7F461418F7A4}">
      <dgm:prSet/>
      <dgm:spPr/>
      <dgm:t>
        <a:bodyPr/>
        <a:lstStyle/>
        <a:p>
          <a:pPr rtl="0"/>
          <a:r>
            <a:rPr lang="fr-FR" dirty="0" smtClean="0"/>
            <a:t>D/Une idée délirante mégalomaniaque</a:t>
          </a:r>
          <a:endParaRPr lang="fr-FR" dirty="0"/>
        </a:p>
      </dgm:t>
    </dgm:pt>
    <dgm:pt modelId="{09084F0F-2669-4C48-85AC-AEAE5AF7C1EF}" type="parTrans" cxnId="{63DA8F24-C333-4C7F-9C33-D22D57407B3C}">
      <dgm:prSet/>
      <dgm:spPr/>
      <dgm:t>
        <a:bodyPr/>
        <a:lstStyle/>
        <a:p>
          <a:endParaRPr lang="fr-FR"/>
        </a:p>
      </dgm:t>
    </dgm:pt>
    <dgm:pt modelId="{FC6A3D21-28E6-4DFE-8C2D-F8F30CFECCAC}" type="sibTrans" cxnId="{63DA8F24-C333-4C7F-9C33-D22D57407B3C}">
      <dgm:prSet/>
      <dgm:spPr/>
      <dgm:t>
        <a:bodyPr/>
        <a:lstStyle/>
        <a:p>
          <a:endParaRPr lang="fr-FR"/>
        </a:p>
      </dgm:t>
    </dgm:pt>
    <dgm:pt modelId="{16287563-C4FF-4E16-B734-6ACF125C9DA2}">
      <dgm:prSet/>
      <dgm:spPr/>
      <dgm:t>
        <a:bodyPr/>
        <a:lstStyle/>
        <a:p>
          <a:pPr rtl="0"/>
          <a:r>
            <a:rPr lang="fr-FR" dirty="0" smtClean="0"/>
            <a:t>E/L’hypertrophie du MOI</a:t>
          </a:r>
          <a:endParaRPr lang="fr-FR" dirty="0"/>
        </a:p>
      </dgm:t>
    </dgm:pt>
    <dgm:pt modelId="{BB60B330-744A-4420-BA4A-4C09AFCF91E1}" type="parTrans" cxnId="{3C7E48D1-CD80-480F-B631-F4D30903ACD2}">
      <dgm:prSet/>
      <dgm:spPr/>
      <dgm:t>
        <a:bodyPr/>
        <a:lstStyle/>
        <a:p>
          <a:endParaRPr lang="fr-FR"/>
        </a:p>
      </dgm:t>
    </dgm:pt>
    <dgm:pt modelId="{EF915F87-8D0D-4701-B3A1-5EF5A20BB159}" type="sibTrans" cxnId="{3C7E48D1-CD80-480F-B631-F4D30903ACD2}">
      <dgm:prSet/>
      <dgm:spPr/>
      <dgm:t>
        <a:bodyPr/>
        <a:lstStyle/>
        <a:p>
          <a:endParaRPr lang="fr-FR"/>
        </a:p>
      </dgm:t>
    </dgm:pt>
    <dgm:pt modelId="{BCF0CFF5-584D-4ECA-8D4E-C9F2D5FED2F9}">
      <dgm:prSet/>
      <dgm:spPr/>
      <dgm:t>
        <a:bodyPr/>
        <a:lstStyle/>
        <a:p>
          <a:pPr rtl="0"/>
          <a:r>
            <a:rPr lang="fr-FR" dirty="0" smtClean="0"/>
            <a:t>B/C</a:t>
          </a:r>
          <a:endParaRPr lang="fr-FR" dirty="0"/>
        </a:p>
      </dgm:t>
    </dgm:pt>
    <dgm:pt modelId="{B6F2FDA7-4A7D-477F-81A2-5888D6311522}" type="parTrans" cxnId="{A22A800D-DCEB-4B69-AA07-80D991AD9B65}">
      <dgm:prSet/>
      <dgm:spPr/>
      <dgm:t>
        <a:bodyPr/>
        <a:lstStyle/>
        <a:p>
          <a:endParaRPr lang="fr-FR"/>
        </a:p>
      </dgm:t>
    </dgm:pt>
    <dgm:pt modelId="{C7CB93A8-7FF0-443C-A66E-7CB2E8ACB44E}" type="sibTrans" cxnId="{A22A800D-DCEB-4B69-AA07-80D991AD9B65}">
      <dgm:prSet/>
      <dgm:spPr/>
      <dgm:t>
        <a:bodyPr/>
        <a:lstStyle/>
        <a:p>
          <a:endParaRPr lang="fr-FR"/>
        </a:p>
      </dgm:t>
    </dgm:pt>
    <dgm:pt modelId="{09A2B033-966F-49F8-A225-90AE33A1DCA7}">
      <dgm:prSet/>
      <dgm:spPr/>
      <dgm:t>
        <a:bodyPr/>
        <a:lstStyle/>
        <a:p>
          <a:pPr rtl="0"/>
          <a:r>
            <a:rPr lang="fr-FR" dirty="0" smtClean="0"/>
            <a:t>COMMENTAIRES : D, E: </a:t>
          </a:r>
          <a:r>
            <a:rPr lang="fr-FR" dirty="0" err="1" smtClean="0"/>
            <a:t>accés</a:t>
          </a:r>
          <a:r>
            <a:rPr lang="fr-FR" dirty="0" smtClean="0"/>
            <a:t> maniaque</a:t>
          </a:r>
          <a:endParaRPr lang="fr-FR" dirty="0"/>
        </a:p>
      </dgm:t>
    </dgm:pt>
    <dgm:pt modelId="{52DBE1DB-4608-46FB-AEB8-D84F9454B8C5}" type="parTrans" cxnId="{3EED953F-A7AE-479C-AA9C-57982CBC869F}">
      <dgm:prSet/>
      <dgm:spPr/>
      <dgm:t>
        <a:bodyPr/>
        <a:lstStyle/>
        <a:p>
          <a:endParaRPr lang="fr-FR"/>
        </a:p>
      </dgm:t>
    </dgm:pt>
    <dgm:pt modelId="{2842BCCF-F2B5-4269-8B43-9FEECE349A54}" type="sibTrans" cxnId="{3EED953F-A7AE-479C-AA9C-57982CBC869F}">
      <dgm:prSet/>
      <dgm:spPr/>
      <dgm:t>
        <a:bodyPr/>
        <a:lstStyle/>
        <a:p>
          <a:endParaRPr lang="fr-FR"/>
        </a:p>
      </dgm:t>
    </dgm:pt>
    <dgm:pt modelId="{64A6504E-8E6D-49F0-9DFB-BB13F652C5C2}" type="pres">
      <dgm:prSet presAssocID="{0B7A734E-FBCA-48AD-B556-6EC957D8E8C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0616CF6-575D-4196-98BB-2DAC4950895A}" type="pres">
      <dgm:prSet presAssocID="{F69CAF17-F81C-4D25-8C5E-BED364EB6376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6BB9A01-505A-4F0C-ADC6-CC330E8656C4}" type="pres">
      <dgm:prSet presAssocID="{ADDA6BF7-BD42-416F-A9FD-FA44B754A47C}" presName="spacer" presStyleCnt="0"/>
      <dgm:spPr/>
    </dgm:pt>
    <dgm:pt modelId="{57B1614F-36F4-4609-8DFE-2F05BAABBE09}" type="pres">
      <dgm:prSet presAssocID="{B2BC4484-A629-420A-BD32-D0FDC1670EF9}" presName="parentText" presStyleLbl="node1" presStyleIdx="1" presStyleCnt="8" custLinFactNeighborX="-348" custLinFactNeighborY="-654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394C87-9814-4C1F-950D-EC9CC75E09BF}" type="pres">
      <dgm:prSet presAssocID="{695BADDE-7B24-46C3-A9AD-04024FEDEB77}" presName="spacer" presStyleCnt="0"/>
      <dgm:spPr/>
    </dgm:pt>
    <dgm:pt modelId="{B966BD3E-20AD-4C43-A63A-E2FB608A8906}" type="pres">
      <dgm:prSet presAssocID="{B0DE80F2-82D3-4B6A-AFC3-2887088CD5A1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CF409A-8783-45E5-90B8-48A4C2BACEFB}" type="pres">
      <dgm:prSet presAssocID="{EA6BBAFF-5F13-4950-90DA-543609E3E3F4}" presName="spacer" presStyleCnt="0"/>
      <dgm:spPr/>
    </dgm:pt>
    <dgm:pt modelId="{7E3AD893-E3D8-4733-B3A9-F7E44F95B0A7}" type="pres">
      <dgm:prSet presAssocID="{648112DB-5797-4641-A485-8E6DBC9FD3B0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32E05E-3695-4997-91BC-766746B5E8C1}" type="pres">
      <dgm:prSet presAssocID="{D5B186F7-C85E-4ADB-8D0B-B039A7E22E67}" presName="spacer" presStyleCnt="0"/>
      <dgm:spPr/>
    </dgm:pt>
    <dgm:pt modelId="{BF33BA83-F37A-4258-87A7-5762BF4BAAEC}" type="pres">
      <dgm:prSet presAssocID="{B4ED2508-93BC-4B7D-B9EC-7F461418F7A4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FEC459D-B67A-4A48-979C-4EA0CCE0C9CB}" type="pres">
      <dgm:prSet presAssocID="{FC6A3D21-28E6-4DFE-8C2D-F8F30CFECCAC}" presName="spacer" presStyleCnt="0"/>
      <dgm:spPr/>
    </dgm:pt>
    <dgm:pt modelId="{D41839E3-D435-4690-A6C3-3DFE7AECD30E}" type="pres">
      <dgm:prSet presAssocID="{16287563-C4FF-4E16-B734-6ACF125C9DA2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0CC22C-3110-4420-B263-01353D7CD349}" type="pres">
      <dgm:prSet presAssocID="{EF915F87-8D0D-4701-B3A1-5EF5A20BB159}" presName="spacer" presStyleCnt="0"/>
      <dgm:spPr/>
    </dgm:pt>
    <dgm:pt modelId="{8F93DD79-6B9C-40A0-A254-57F73E4312D2}" type="pres">
      <dgm:prSet presAssocID="{BCF0CFF5-584D-4ECA-8D4E-C9F2D5FED2F9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CC1888-0CA9-494A-8314-3ED031F261A7}" type="pres">
      <dgm:prSet presAssocID="{C7CB93A8-7FF0-443C-A66E-7CB2E8ACB44E}" presName="spacer" presStyleCnt="0"/>
      <dgm:spPr/>
    </dgm:pt>
    <dgm:pt modelId="{12E1554B-CC27-4FEB-8EFF-FDE9E8022B55}" type="pres">
      <dgm:prSet presAssocID="{09A2B033-966F-49F8-A225-90AE33A1DCA7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EC96E3E-D3EF-47FE-8919-F83C6D4E1C10}" srcId="{0B7A734E-FBCA-48AD-B556-6EC957D8E8C8}" destId="{B2BC4484-A629-420A-BD32-D0FDC1670EF9}" srcOrd="1" destOrd="0" parTransId="{B76B99DF-4F57-40BA-AC80-80CCCEBAC7EA}" sibTransId="{695BADDE-7B24-46C3-A9AD-04024FEDEB77}"/>
    <dgm:cxn modelId="{606B38CA-7BED-4151-A0CC-C190780EB8A3}" type="presOf" srcId="{648112DB-5797-4641-A485-8E6DBC9FD3B0}" destId="{7E3AD893-E3D8-4733-B3A9-F7E44F95B0A7}" srcOrd="0" destOrd="0" presId="urn:microsoft.com/office/officeart/2005/8/layout/vList2"/>
    <dgm:cxn modelId="{BF097D2B-DEC0-4D06-B716-0067CBFC5B73}" type="presOf" srcId="{0B7A734E-FBCA-48AD-B556-6EC957D8E8C8}" destId="{64A6504E-8E6D-49F0-9DFB-BB13F652C5C2}" srcOrd="0" destOrd="0" presId="urn:microsoft.com/office/officeart/2005/8/layout/vList2"/>
    <dgm:cxn modelId="{63DA8F24-C333-4C7F-9C33-D22D57407B3C}" srcId="{0B7A734E-FBCA-48AD-B556-6EC957D8E8C8}" destId="{B4ED2508-93BC-4B7D-B9EC-7F461418F7A4}" srcOrd="4" destOrd="0" parTransId="{09084F0F-2669-4C48-85AC-AEAE5AF7C1EF}" sibTransId="{FC6A3D21-28E6-4DFE-8C2D-F8F30CFECCAC}"/>
    <dgm:cxn modelId="{3EED953F-A7AE-479C-AA9C-57982CBC869F}" srcId="{0B7A734E-FBCA-48AD-B556-6EC957D8E8C8}" destId="{09A2B033-966F-49F8-A225-90AE33A1DCA7}" srcOrd="7" destOrd="0" parTransId="{52DBE1DB-4608-46FB-AEB8-D84F9454B8C5}" sibTransId="{2842BCCF-F2B5-4269-8B43-9FEECE349A54}"/>
    <dgm:cxn modelId="{A22A800D-DCEB-4B69-AA07-80D991AD9B65}" srcId="{0B7A734E-FBCA-48AD-B556-6EC957D8E8C8}" destId="{BCF0CFF5-584D-4ECA-8D4E-C9F2D5FED2F9}" srcOrd="6" destOrd="0" parTransId="{B6F2FDA7-4A7D-477F-81A2-5888D6311522}" sibTransId="{C7CB93A8-7FF0-443C-A66E-7CB2E8ACB44E}"/>
    <dgm:cxn modelId="{B343EC39-567F-43CA-93D1-006043175555}" type="presOf" srcId="{B4ED2508-93BC-4B7D-B9EC-7F461418F7A4}" destId="{BF33BA83-F37A-4258-87A7-5762BF4BAAEC}" srcOrd="0" destOrd="0" presId="urn:microsoft.com/office/officeart/2005/8/layout/vList2"/>
    <dgm:cxn modelId="{5FA5EC5F-2515-45D3-B734-6C65008255D8}" type="presOf" srcId="{B2BC4484-A629-420A-BD32-D0FDC1670EF9}" destId="{57B1614F-36F4-4609-8DFE-2F05BAABBE09}" srcOrd="0" destOrd="0" presId="urn:microsoft.com/office/officeart/2005/8/layout/vList2"/>
    <dgm:cxn modelId="{3C7E48D1-CD80-480F-B631-F4D30903ACD2}" srcId="{0B7A734E-FBCA-48AD-B556-6EC957D8E8C8}" destId="{16287563-C4FF-4E16-B734-6ACF125C9DA2}" srcOrd="5" destOrd="0" parTransId="{BB60B330-744A-4420-BA4A-4C09AFCF91E1}" sibTransId="{EF915F87-8D0D-4701-B3A1-5EF5A20BB159}"/>
    <dgm:cxn modelId="{22EBABAF-FADC-416D-B5F5-0AF2B452E5A7}" srcId="{0B7A734E-FBCA-48AD-B556-6EC957D8E8C8}" destId="{F69CAF17-F81C-4D25-8C5E-BED364EB6376}" srcOrd="0" destOrd="0" parTransId="{C95A9144-E8F3-40B0-BAC3-E8A817FBE2C9}" sibTransId="{ADDA6BF7-BD42-416F-A9FD-FA44B754A47C}"/>
    <dgm:cxn modelId="{98FDCD03-BA3A-4A3D-8A7B-AFC69BE25FD2}" type="presOf" srcId="{09A2B033-966F-49F8-A225-90AE33A1DCA7}" destId="{12E1554B-CC27-4FEB-8EFF-FDE9E8022B55}" srcOrd="0" destOrd="0" presId="urn:microsoft.com/office/officeart/2005/8/layout/vList2"/>
    <dgm:cxn modelId="{4218AD54-1B0C-40AE-BEAB-CD8E58FE0D4B}" type="presOf" srcId="{F69CAF17-F81C-4D25-8C5E-BED364EB6376}" destId="{40616CF6-575D-4196-98BB-2DAC4950895A}" srcOrd="0" destOrd="0" presId="urn:microsoft.com/office/officeart/2005/8/layout/vList2"/>
    <dgm:cxn modelId="{F3BAF655-DD10-4458-8305-744EF7663815}" srcId="{0B7A734E-FBCA-48AD-B556-6EC957D8E8C8}" destId="{B0DE80F2-82D3-4B6A-AFC3-2887088CD5A1}" srcOrd="2" destOrd="0" parTransId="{83DEE19B-90EE-4FA1-8086-B329A8E663B0}" sibTransId="{EA6BBAFF-5F13-4950-90DA-543609E3E3F4}"/>
    <dgm:cxn modelId="{D34A3458-DCE3-4933-948D-9234FDBB9BF1}" type="presOf" srcId="{B0DE80F2-82D3-4B6A-AFC3-2887088CD5A1}" destId="{B966BD3E-20AD-4C43-A63A-E2FB608A8906}" srcOrd="0" destOrd="0" presId="urn:microsoft.com/office/officeart/2005/8/layout/vList2"/>
    <dgm:cxn modelId="{8DA2F9C5-0312-4DDC-890A-662D3AD83AC4}" type="presOf" srcId="{16287563-C4FF-4E16-B734-6ACF125C9DA2}" destId="{D41839E3-D435-4690-A6C3-3DFE7AECD30E}" srcOrd="0" destOrd="0" presId="urn:microsoft.com/office/officeart/2005/8/layout/vList2"/>
    <dgm:cxn modelId="{AA0133E8-D567-4F6F-9F0C-2A69223A96E4}" type="presOf" srcId="{BCF0CFF5-584D-4ECA-8D4E-C9F2D5FED2F9}" destId="{8F93DD79-6B9C-40A0-A254-57F73E4312D2}" srcOrd="0" destOrd="0" presId="urn:microsoft.com/office/officeart/2005/8/layout/vList2"/>
    <dgm:cxn modelId="{B62579FC-7881-4305-B849-8D53CE012EB9}" srcId="{0B7A734E-FBCA-48AD-B556-6EC957D8E8C8}" destId="{648112DB-5797-4641-A485-8E6DBC9FD3B0}" srcOrd="3" destOrd="0" parTransId="{6F64705B-03DA-4307-AC59-03CE1DEF04CD}" sibTransId="{D5B186F7-C85E-4ADB-8D0B-B039A7E22E67}"/>
    <dgm:cxn modelId="{8E51C528-ED6C-4207-A06F-F4507A246680}" type="presParOf" srcId="{64A6504E-8E6D-49F0-9DFB-BB13F652C5C2}" destId="{40616CF6-575D-4196-98BB-2DAC4950895A}" srcOrd="0" destOrd="0" presId="urn:microsoft.com/office/officeart/2005/8/layout/vList2"/>
    <dgm:cxn modelId="{06576066-04CA-49E9-9879-14D2319B8BF2}" type="presParOf" srcId="{64A6504E-8E6D-49F0-9DFB-BB13F652C5C2}" destId="{66BB9A01-505A-4F0C-ADC6-CC330E8656C4}" srcOrd="1" destOrd="0" presId="urn:microsoft.com/office/officeart/2005/8/layout/vList2"/>
    <dgm:cxn modelId="{0A20CED8-1511-42EE-A727-7379B91A8218}" type="presParOf" srcId="{64A6504E-8E6D-49F0-9DFB-BB13F652C5C2}" destId="{57B1614F-36F4-4609-8DFE-2F05BAABBE09}" srcOrd="2" destOrd="0" presId="urn:microsoft.com/office/officeart/2005/8/layout/vList2"/>
    <dgm:cxn modelId="{0A9054C7-52BC-4D91-906C-75F68729E32C}" type="presParOf" srcId="{64A6504E-8E6D-49F0-9DFB-BB13F652C5C2}" destId="{87394C87-9814-4C1F-950D-EC9CC75E09BF}" srcOrd="3" destOrd="0" presId="urn:microsoft.com/office/officeart/2005/8/layout/vList2"/>
    <dgm:cxn modelId="{CF6DBBFD-3B28-4618-B097-161878E7F78E}" type="presParOf" srcId="{64A6504E-8E6D-49F0-9DFB-BB13F652C5C2}" destId="{B966BD3E-20AD-4C43-A63A-E2FB608A8906}" srcOrd="4" destOrd="0" presId="urn:microsoft.com/office/officeart/2005/8/layout/vList2"/>
    <dgm:cxn modelId="{8F206DE3-498B-4A43-A513-C1F481DAE0FC}" type="presParOf" srcId="{64A6504E-8E6D-49F0-9DFB-BB13F652C5C2}" destId="{D3CF409A-8783-45E5-90B8-48A4C2BACEFB}" srcOrd="5" destOrd="0" presId="urn:microsoft.com/office/officeart/2005/8/layout/vList2"/>
    <dgm:cxn modelId="{21B24729-A192-4B08-8DB8-60DB45C79B03}" type="presParOf" srcId="{64A6504E-8E6D-49F0-9DFB-BB13F652C5C2}" destId="{7E3AD893-E3D8-4733-B3A9-F7E44F95B0A7}" srcOrd="6" destOrd="0" presId="urn:microsoft.com/office/officeart/2005/8/layout/vList2"/>
    <dgm:cxn modelId="{8390F1AB-F786-4872-80B9-8DFDC0BDFB1C}" type="presParOf" srcId="{64A6504E-8E6D-49F0-9DFB-BB13F652C5C2}" destId="{8D32E05E-3695-4997-91BC-766746B5E8C1}" srcOrd="7" destOrd="0" presId="urn:microsoft.com/office/officeart/2005/8/layout/vList2"/>
    <dgm:cxn modelId="{BC2798E7-0270-4EA3-B51C-04EFB00FCBCD}" type="presParOf" srcId="{64A6504E-8E6D-49F0-9DFB-BB13F652C5C2}" destId="{BF33BA83-F37A-4258-87A7-5762BF4BAAEC}" srcOrd="8" destOrd="0" presId="urn:microsoft.com/office/officeart/2005/8/layout/vList2"/>
    <dgm:cxn modelId="{A5516CAC-8C48-45A9-8A6D-C612EBD7FC7B}" type="presParOf" srcId="{64A6504E-8E6D-49F0-9DFB-BB13F652C5C2}" destId="{9FEC459D-B67A-4A48-979C-4EA0CCE0C9CB}" srcOrd="9" destOrd="0" presId="urn:microsoft.com/office/officeart/2005/8/layout/vList2"/>
    <dgm:cxn modelId="{6E9C111A-0244-43A8-AFD1-210E6CE01E4C}" type="presParOf" srcId="{64A6504E-8E6D-49F0-9DFB-BB13F652C5C2}" destId="{D41839E3-D435-4690-A6C3-3DFE7AECD30E}" srcOrd="10" destOrd="0" presId="urn:microsoft.com/office/officeart/2005/8/layout/vList2"/>
    <dgm:cxn modelId="{01F4631E-A8BC-4841-BB4F-9031F66E7BB2}" type="presParOf" srcId="{64A6504E-8E6D-49F0-9DFB-BB13F652C5C2}" destId="{060CC22C-3110-4420-B263-01353D7CD349}" srcOrd="11" destOrd="0" presId="urn:microsoft.com/office/officeart/2005/8/layout/vList2"/>
    <dgm:cxn modelId="{2B16B0E5-F6DD-4442-937B-FBBE4C5BF231}" type="presParOf" srcId="{64A6504E-8E6D-49F0-9DFB-BB13F652C5C2}" destId="{8F93DD79-6B9C-40A0-A254-57F73E4312D2}" srcOrd="12" destOrd="0" presId="urn:microsoft.com/office/officeart/2005/8/layout/vList2"/>
    <dgm:cxn modelId="{76B148EA-B932-474D-956B-5378FB0FF0D7}" type="presParOf" srcId="{64A6504E-8E6D-49F0-9DFB-BB13F652C5C2}" destId="{07CC1888-0CA9-494A-8314-3ED031F261A7}" srcOrd="13" destOrd="0" presId="urn:microsoft.com/office/officeart/2005/8/layout/vList2"/>
    <dgm:cxn modelId="{592B5AC8-5B99-4E5E-A86D-96E4BD07CABE}" type="presParOf" srcId="{64A6504E-8E6D-49F0-9DFB-BB13F652C5C2}" destId="{12E1554B-CC27-4FEB-8EFF-FDE9E8022B55}" srcOrd="14" destOrd="0" presId="urn:microsoft.com/office/officeart/2005/8/layout/vList2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B754F62-00EC-4F0E-B33F-53BFE35F0D16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656D8D59-7925-49ED-955A-4CF2CDD32CF5}">
      <dgm:prSet/>
      <dgm:spPr/>
      <dgm:t>
        <a:bodyPr/>
        <a:lstStyle/>
        <a:p>
          <a:pPr rtl="0"/>
          <a:r>
            <a:rPr lang="fr-FR" dirty="0" smtClean="0"/>
            <a:t>La schizophrénie paranoïde se caractérise par : </a:t>
          </a:r>
          <a:endParaRPr lang="fr-FR" dirty="0"/>
        </a:p>
      </dgm:t>
    </dgm:pt>
    <dgm:pt modelId="{514A8650-1A0F-461F-86BD-E405D555B320}" type="parTrans" cxnId="{7835C0C0-7AF2-458A-9FF7-1D3ECEBE7B3B}">
      <dgm:prSet/>
      <dgm:spPr/>
      <dgm:t>
        <a:bodyPr/>
        <a:lstStyle/>
        <a:p>
          <a:endParaRPr lang="fr-FR"/>
        </a:p>
      </dgm:t>
    </dgm:pt>
    <dgm:pt modelId="{A1605D16-4BF2-4F17-A283-A713846593F2}" type="sibTrans" cxnId="{7835C0C0-7AF2-458A-9FF7-1D3ECEBE7B3B}">
      <dgm:prSet/>
      <dgm:spPr/>
      <dgm:t>
        <a:bodyPr/>
        <a:lstStyle/>
        <a:p>
          <a:endParaRPr lang="fr-FR"/>
        </a:p>
      </dgm:t>
    </dgm:pt>
    <dgm:pt modelId="{BC1F126E-9C97-455A-8EB5-5473012175F3}">
      <dgm:prSet/>
      <dgm:spPr/>
      <dgm:t>
        <a:bodyPr/>
        <a:lstStyle/>
        <a:p>
          <a:pPr rtl="0"/>
          <a:r>
            <a:rPr lang="fr-FR" dirty="0" smtClean="0"/>
            <a:t>A/Une discordance idéo-affective</a:t>
          </a:r>
          <a:endParaRPr lang="fr-FR" dirty="0"/>
        </a:p>
      </dgm:t>
    </dgm:pt>
    <dgm:pt modelId="{13727350-D983-4970-A10A-80542836BBD4}" type="parTrans" cxnId="{620F96AC-B381-4EB5-A2F1-CD701AB9BE75}">
      <dgm:prSet/>
      <dgm:spPr/>
      <dgm:t>
        <a:bodyPr/>
        <a:lstStyle/>
        <a:p>
          <a:endParaRPr lang="fr-FR"/>
        </a:p>
      </dgm:t>
    </dgm:pt>
    <dgm:pt modelId="{8D99DD31-CC66-4E91-A584-4F7325B2BE72}" type="sibTrans" cxnId="{620F96AC-B381-4EB5-A2F1-CD701AB9BE75}">
      <dgm:prSet/>
      <dgm:spPr/>
      <dgm:t>
        <a:bodyPr/>
        <a:lstStyle/>
        <a:p>
          <a:endParaRPr lang="fr-FR"/>
        </a:p>
      </dgm:t>
    </dgm:pt>
    <dgm:pt modelId="{C518190B-8E7A-4C57-950A-B064AF7323FA}">
      <dgm:prSet/>
      <dgm:spPr/>
      <dgm:t>
        <a:bodyPr/>
        <a:lstStyle/>
        <a:p>
          <a:pPr rtl="0"/>
          <a:r>
            <a:rPr lang="fr-FR" dirty="0" smtClean="0"/>
            <a:t>B/Un délire mal systématisé</a:t>
          </a:r>
          <a:endParaRPr lang="fr-FR" dirty="0"/>
        </a:p>
      </dgm:t>
    </dgm:pt>
    <dgm:pt modelId="{29C01245-D1B2-4FD6-9FEE-A19844AFF678}" type="parTrans" cxnId="{A8D691D3-F945-4527-A01B-23FDAF81E2F4}">
      <dgm:prSet/>
      <dgm:spPr/>
      <dgm:t>
        <a:bodyPr/>
        <a:lstStyle/>
        <a:p>
          <a:endParaRPr lang="fr-FR"/>
        </a:p>
      </dgm:t>
    </dgm:pt>
    <dgm:pt modelId="{95893559-ECAC-46EC-977B-B4A853C7344D}" type="sibTrans" cxnId="{A8D691D3-F945-4527-A01B-23FDAF81E2F4}">
      <dgm:prSet/>
      <dgm:spPr/>
      <dgm:t>
        <a:bodyPr/>
        <a:lstStyle/>
        <a:p>
          <a:endParaRPr lang="fr-FR"/>
        </a:p>
      </dgm:t>
    </dgm:pt>
    <dgm:pt modelId="{EAAE6EA1-4003-4070-9439-54A1A31B1AE2}">
      <dgm:prSet/>
      <dgm:spPr/>
      <dgm:t>
        <a:bodyPr/>
        <a:lstStyle/>
        <a:p>
          <a:pPr rtl="0"/>
          <a:r>
            <a:rPr lang="fr-FR" dirty="0" smtClean="0"/>
            <a:t>C/La présence d'hallucinations</a:t>
          </a:r>
          <a:endParaRPr lang="fr-FR" dirty="0"/>
        </a:p>
      </dgm:t>
    </dgm:pt>
    <dgm:pt modelId="{D1A45EEA-AA15-49AC-8F78-73D57D76BCDF}" type="parTrans" cxnId="{521693D9-8A92-4078-A6F7-F6D33F74D18C}">
      <dgm:prSet/>
      <dgm:spPr/>
      <dgm:t>
        <a:bodyPr/>
        <a:lstStyle/>
        <a:p>
          <a:endParaRPr lang="fr-FR"/>
        </a:p>
      </dgm:t>
    </dgm:pt>
    <dgm:pt modelId="{C4CB0BA3-B805-477E-BBB4-FC28DDB79984}" type="sibTrans" cxnId="{521693D9-8A92-4078-A6F7-F6D33F74D18C}">
      <dgm:prSet/>
      <dgm:spPr/>
      <dgm:t>
        <a:bodyPr/>
        <a:lstStyle/>
        <a:p>
          <a:endParaRPr lang="fr-FR"/>
        </a:p>
      </dgm:t>
    </dgm:pt>
    <dgm:pt modelId="{0538143F-D477-47E1-9ED1-A3932C489076}">
      <dgm:prSet/>
      <dgm:spPr/>
      <dgm:t>
        <a:bodyPr/>
        <a:lstStyle/>
        <a:p>
          <a:pPr rtl="0"/>
          <a:r>
            <a:rPr lang="fr-FR" dirty="0" smtClean="0"/>
            <a:t>D/Des troubles du cours de la pensée</a:t>
          </a:r>
          <a:endParaRPr lang="fr-FR" dirty="0"/>
        </a:p>
      </dgm:t>
    </dgm:pt>
    <dgm:pt modelId="{8665AEC7-81BC-4A99-B779-0C8DD3AD7974}" type="parTrans" cxnId="{877EE217-8377-431D-AEC0-287C766686D8}">
      <dgm:prSet/>
      <dgm:spPr/>
      <dgm:t>
        <a:bodyPr/>
        <a:lstStyle/>
        <a:p>
          <a:endParaRPr lang="fr-FR"/>
        </a:p>
      </dgm:t>
    </dgm:pt>
    <dgm:pt modelId="{6A920EF7-A9E4-4D18-9239-2B0199683B99}" type="sibTrans" cxnId="{877EE217-8377-431D-AEC0-287C766686D8}">
      <dgm:prSet/>
      <dgm:spPr/>
      <dgm:t>
        <a:bodyPr/>
        <a:lstStyle/>
        <a:p>
          <a:endParaRPr lang="fr-FR"/>
        </a:p>
      </dgm:t>
    </dgm:pt>
    <dgm:pt modelId="{277C87EF-16FA-4518-9D84-0434B8D11601}">
      <dgm:prSet/>
      <dgm:spPr/>
      <dgm:t>
        <a:bodyPr/>
        <a:lstStyle/>
        <a:p>
          <a:pPr rtl="0"/>
          <a:r>
            <a:rPr lang="fr-FR" dirty="0" smtClean="0"/>
            <a:t>E/Une angoisse de dépersonnalisation</a:t>
          </a:r>
          <a:endParaRPr lang="fr-FR" dirty="0"/>
        </a:p>
      </dgm:t>
    </dgm:pt>
    <dgm:pt modelId="{D1A8F737-0459-4D5A-BF13-109A9D310FCC}" type="parTrans" cxnId="{8A06A337-9971-4271-BB48-1EC7D12FC68C}">
      <dgm:prSet/>
      <dgm:spPr/>
      <dgm:t>
        <a:bodyPr/>
        <a:lstStyle/>
        <a:p>
          <a:endParaRPr lang="fr-FR"/>
        </a:p>
      </dgm:t>
    </dgm:pt>
    <dgm:pt modelId="{D6DC1E2C-9A4E-450E-92D7-68208F2379A0}" type="sibTrans" cxnId="{8A06A337-9971-4271-BB48-1EC7D12FC68C}">
      <dgm:prSet/>
      <dgm:spPr/>
      <dgm:t>
        <a:bodyPr/>
        <a:lstStyle/>
        <a:p>
          <a:endParaRPr lang="fr-FR"/>
        </a:p>
      </dgm:t>
    </dgm:pt>
    <dgm:pt modelId="{D3D0E863-9C31-4BE1-AD42-D609BBF9DE1D}">
      <dgm:prSet/>
      <dgm:spPr/>
      <dgm:t>
        <a:bodyPr/>
        <a:lstStyle/>
        <a:p>
          <a:pPr rtl="0"/>
          <a:r>
            <a:rPr lang="fr-FR" dirty="0" smtClean="0"/>
            <a:t>A B C D E</a:t>
          </a:r>
          <a:endParaRPr lang="fr-FR" dirty="0"/>
        </a:p>
      </dgm:t>
    </dgm:pt>
    <dgm:pt modelId="{81FAD8F3-D3D8-44FD-85C0-530C0969C77D}" type="parTrans" cxnId="{6D47D36F-4140-4F82-806A-CD1F5F94772C}">
      <dgm:prSet/>
      <dgm:spPr/>
      <dgm:t>
        <a:bodyPr/>
        <a:lstStyle/>
        <a:p>
          <a:endParaRPr lang="fr-FR"/>
        </a:p>
      </dgm:t>
    </dgm:pt>
    <dgm:pt modelId="{F5743D03-E40F-4F81-85E9-694A6DFB0496}" type="sibTrans" cxnId="{6D47D36F-4140-4F82-806A-CD1F5F94772C}">
      <dgm:prSet/>
      <dgm:spPr/>
      <dgm:t>
        <a:bodyPr/>
        <a:lstStyle/>
        <a:p>
          <a:endParaRPr lang="fr-FR"/>
        </a:p>
      </dgm:t>
    </dgm:pt>
    <dgm:pt modelId="{13780610-FE79-41D2-881A-E5FFE7292AE0}" type="pres">
      <dgm:prSet presAssocID="{7B754F62-00EC-4F0E-B33F-53BFE35F0D1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2722302-77AC-4990-91F6-AED7D402BD25}" type="pres">
      <dgm:prSet presAssocID="{656D8D59-7925-49ED-955A-4CF2CDD32CF5}" presName="parentText" presStyleLbl="node1" presStyleIdx="0" presStyleCnt="7" custScaleY="25378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3ED841E-BBF0-4174-9964-9563074DE5A9}" type="pres">
      <dgm:prSet presAssocID="{A1605D16-4BF2-4F17-A283-A713846593F2}" presName="spacer" presStyleCnt="0"/>
      <dgm:spPr/>
    </dgm:pt>
    <dgm:pt modelId="{EC464C5A-DD15-4580-BC16-69515313CED5}" type="pres">
      <dgm:prSet presAssocID="{BC1F126E-9C97-455A-8EB5-5473012175F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43680D-5659-4CCD-8ACC-6ADA6F2BC945}" type="pres">
      <dgm:prSet presAssocID="{8D99DD31-CC66-4E91-A584-4F7325B2BE72}" presName="spacer" presStyleCnt="0"/>
      <dgm:spPr/>
    </dgm:pt>
    <dgm:pt modelId="{B440DFFE-B1D1-47FD-9644-60AC883392C9}" type="pres">
      <dgm:prSet presAssocID="{C518190B-8E7A-4C57-950A-B064AF7323FA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E4DAD1-0E81-43EB-BD35-BEA80390AB44}" type="pres">
      <dgm:prSet presAssocID="{95893559-ECAC-46EC-977B-B4A853C7344D}" presName="spacer" presStyleCnt="0"/>
      <dgm:spPr/>
    </dgm:pt>
    <dgm:pt modelId="{813F6271-A079-4C5D-94B0-CA044DBECF61}" type="pres">
      <dgm:prSet presAssocID="{EAAE6EA1-4003-4070-9439-54A1A31B1AE2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50F93E-F6DF-482A-B86F-19E4E8D4D31F}" type="pres">
      <dgm:prSet presAssocID="{C4CB0BA3-B805-477E-BBB4-FC28DDB79984}" presName="spacer" presStyleCnt="0"/>
      <dgm:spPr/>
    </dgm:pt>
    <dgm:pt modelId="{F528DE8F-0EF7-4F9D-B3D0-71C9FCCEA3AE}" type="pres">
      <dgm:prSet presAssocID="{0538143F-D477-47E1-9ED1-A3932C489076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388A6B6-E3F7-410F-AE24-1014372C572A}" type="pres">
      <dgm:prSet presAssocID="{6A920EF7-A9E4-4D18-9239-2B0199683B99}" presName="spacer" presStyleCnt="0"/>
      <dgm:spPr/>
    </dgm:pt>
    <dgm:pt modelId="{9BAD09A1-722B-40B6-A779-70BF0A7F69F6}" type="pres">
      <dgm:prSet presAssocID="{277C87EF-16FA-4518-9D84-0434B8D11601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CB43E65-5C49-40D7-8C5B-61D53695E693}" type="pres">
      <dgm:prSet presAssocID="{D6DC1E2C-9A4E-450E-92D7-68208F2379A0}" presName="spacer" presStyleCnt="0"/>
      <dgm:spPr/>
    </dgm:pt>
    <dgm:pt modelId="{59849E02-5E1C-440A-96B1-64A9F13B79C1}" type="pres">
      <dgm:prSet presAssocID="{D3D0E863-9C31-4BE1-AD42-D609BBF9DE1D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8D691D3-F945-4527-A01B-23FDAF81E2F4}" srcId="{7B754F62-00EC-4F0E-B33F-53BFE35F0D16}" destId="{C518190B-8E7A-4C57-950A-B064AF7323FA}" srcOrd="2" destOrd="0" parTransId="{29C01245-D1B2-4FD6-9FEE-A19844AFF678}" sibTransId="{95893559-ECAC-46EC-977B-B4A853C7344D}"/>
    <dgm:cxn modelId="{D9710B32-C374-44DB-A9AF-33DDDB511623}" type="presOf" srcId="{BC1F126E-9C97-455A-8EB5-5473012175F3}" destId="{EC464C5A-DD15-4580-BC16-69515313CED5}" srcOrd="0" destOrd="0" presId="urn:microsoft.com/office/officeart/2005/8/layout/vList2"/>
    <dgm:cxn modelId="{C5D7FE2C-D1A2-49D0-A0E1-324ED6806D13}" type="presOf" srcId="{656D8D59-7925-49ED-955A-4CF2CDD32CF5}" destId="{82722302-77AC-4990-91F6-AED7D402BD25}" srcOrd="0" destOrd="0" presId="urn:microsoft.com/office/officeart/2005/8/layout/vList2"/>
    <dgm:cxn modelId="{F8DF211B-239B-4B41-AB38-30F15CFBE672}" type="presOf" srcId="{D3D0E863-9C31-4BE1-AD42-D609BBF9DE1D}" destId="{59849E02-5E1C-440A-96B1-64A9F13B79C1}" srcOrd="0" destOrd="0" presId="urn:microsoft.com/office/officeart/2005/8/layout/vList2"/>
    <dgm:cxn modelId="{8A06A337-9971-4271-BB48-1EC7D12FC68C}" srcId="{7B754F62-00EC-4F0E-B33F-53BFE35F0D16}" destId="{277C87EF-16FA-4518-9D84-0434B8D11601}" srcOrd="5" destOrd="0" parTransId="{D1A8F737-0459-4D5A-BF13-109A9D310FCC}" sibTransId="{D6DC1E2C-9A4E-450E-92D7-68208F2379A0}"/>
    <dgm:cxn modelId="{7835C0C0-7AF2-458A-9FF7-1D3ECEBE7B3B}" srcId="{7B754F62-00EC-4F0E-B33F-53BFE35F0D16}" destId="{656D8D59-7925-49ED-955A-4CF2CDD32CF5}" srcOrd="0" destOrd="0" parTransId="{514A8650-1A0F-461F-86BD-E405D555B320}" sibTransId="{A1605D16-4BF2-4F17-A283-A713846593F2}"/>
    <dgm:cxn modelId="{620F96AC-B381-4EB5-A2F1-CD701AB9BE75}" srcId="{7B754F62-00EC-4F0E-B33F-53BFE35F0D16}" destId="{BC1F126E-9C97-455A-8EB5-5473012175F3}" srcOrd="1" destOrd="0" parTransId="{13727350-D983-4970-A10A-80542836BBD4}" sibTransId="{8D99DD31-CC66-4E91-A584-4F7325B2BE72}"/>
    <dgm:cxn modelId="{84DA150B-EC6C-4746-9FE3-9513BE68E33A}" type="presOf" srcId="{7B754F62-00EC-4F0E-B33F-53BFE35F0D16}" destId="{13780610-FE79-41D2-881A-E5FFE7292AE0}" srcOrd="0" destOrd="0" presId="urn:microsoft.com/office/officeart/2005/8/layout/vList2"/>
    <dgm:cxn modelId="{877EE217-8377-431D-AEC0-287C766686D8}" srcId="{7B754F62-00EC-4F0E-B33F-53BFE35F0D16}" destId="{0538143F-D477-47E1-9ED1-A3932C489076}" srcOrd="4" destOrd="0" parTransId="{8665AEC7-81BC-4A99-B779-0C8DD3AD7974}" sibTransId="{6A920EF7-A9E4-4D18-9239-2B0199683B99}"/>
    <dgm:cxn modelId="{C8A7FB58-A25B-447E-8C30-693565BF330D}" type="presOf" srcId="{EAAE6EA1-4003-4070-9439-54A1A31B1AE2}" destId="{813F6271-A079-4C5D-94B0-CA044DBECF61}" srcOrd="0" destOrd="0" presId="urn:microsoft.com/office/officeart/2005/8/layout/vList2"/>
    <dgm:cxn modelId="{3D85F173-34E8-42E7-A97E-D6709E4905D1}" type="presOf" srcId="{277C87EF-16FA-4518-9D84-0434B8D11601}" destId="{9BAD09A1-722B-40B6-A779-70BF0A7F69F6}" srcOrd="0" destOrd="0" presId="urn:microsoft.com/office/officeart/2005/8/layout/vList2"/>
    <dgm:cxn modelId="{521693D9-8A92-4078-A6F7-F6D33F74D18C}" srcId="{7B754F62-00EC-4F0E-B33F-53BFE35F0D16}" destId="{EAAE6EA1-4003-4070-9439-54A1A31B1AE2}" srcOrd="3" destOrd="0" parTransId="{D1A45EEA-AA15-49AC-8F78-73D57D76BCDF}" sibTransId="{C4CB0BA3-B805-477E-BBB4-FC28DDB79984}"/>
    <dgm:cxn modelId="{DA742737-A64D-460A-A801-BF91F1723FA0}" type="presOf" srcId="{C518190B-8E7A-4C57-950A-B064AF7323FA}" destId="{B440DFFE-B1D1-47FD-9644-60AC883392C9}" srcOrd="0" destOrd="0" presId="urn:microsoft.com/office/officeart/2005/8/layout/vList2"/>
    <dgm:cxn modelId="{6D47D36F-4140-4F82-806A-CD1F5F94772C}" srcId="{7B754F62-00EC-4F0E-B33F-53BFE35F0D16}" destId="{D3D0E863-9C31-4BE1-AD42-D609BBF9DE1D}" srcOrd="6" destOrd="0" parTransId="{81FAD8F3-D3D8-44FD-85C0-530C0969C77D}" sibTransId="{F5743D03-E40F-4F81-85E9-694A6DFB0496}"/>
    <dgm:cxn modelId="{2312DF4F-44CA-4803-B38F-D76B71394E46}" type="presOf" srcId="{0538143F-D477-47E1-9ED1-A3932C489076}" destId="{F528DE8F-0EF7-4F9D-B3D0-71C9FCCEA3AE}" srcOrd="0" destOrd="0" presId="urn:microsoft.com/office/officeart/2005/8/layout/vList2"/>
    <dgm:cxn modelId="{32DF8DDF-D2A1-4C30-AE6D-4FE5227CCFB2}" type="presParOf" srcId="{13780610-FE79-41D2-881A-E5FFE7292AE0}" destId="{82722302-77AC-4990-91F6-AED7D402BD25}" srcOrd="0" destOrd="0" presId="urn:microsoft.com/office/officeart/2005/8/layout/vList2"/>
    <dgm:cxn modelId="{173F76B2-7836-4E30-97E8-45AD523EB998}" type="presParOf" srcId="{13780610-FE79-41D2-881A-E5FFE7292AE0}" destId="{33ED841E-BBF0-4174-9964-9563074DE5A9}" srcOrd="1" destOrd="0" presId="urn:microsoft.com/office/officeart/2005/8/layout/vList2"/>
    <dgm:cxn modelId="{6AC32D0B-49D5-4FE8-8B22-7BF1971FC09A}" type="presParOf" srcId="{13780610-FE79-41D2-881A-E5FFE7292AE0}" destId="{EC464C5A-DD15-4580-BC16-69515313CED5}" srcOrd="2" destOrd="0" presId="urn:microsoft.com/office/officeart/2005/8/layout/vList2"/>
    <dgm:cxn modelId="{858BEF65-27D4-43A7-80EE-E94C6F9FFB53}" type="presParOf" srcId="{13780610-FE79-41D2-881A-E5FFE7292AE0}" destId="{2343680D-5659-4CCD-8ACC-6ADA6F2BC945}" srcOrd="3" destOrd="0" presId="urn:microsoft.com/office/officeart/2005/8/layout/vList2"/>
    <dgm:cxn modelId="{724B9E06-EF12-48D0-BBE7-C492F2728F8F}" type="presParOf" srcId="{13780610-FE79-41D2-881A-E5FFE7292AE0}" destId="{B440DFFE-B1D1-47FD-9644-60AC883392C9}" srcOrd="4" destOrd="0" presId="urn:microsoft.com/office/officeart/2005/8/layout/vList2"/>
    <dgm:cxn modelId="{53DE0E7B-7D8E-4781-A920-EAEB782E75A1}" type="presParOf" srcId="{13780610-FE79-41D2-881A-E5FFE7292AE0}" destId="{61E4DAD1-0E81-43EB-BD35-BEA80390AB44}" srcOrd="5" destOrd="0" presId="urn:microsoft.com/office/officeart/2005/8/layout/vList2"/>
    <dgm:cxn modelId="{F153C28B-5613-4F73-8D7E-F87A589601C0}" type="presParOf" srcId="{13780610-FE79-41D2-881A-E5FFE7292AE0}" destId="{813F6271-A079-4C5D-94B0-CA044DBECF61}" srcOrd="6" destOrd="0" presId="urn:microsoft.com/office/officeart/2005/8/layout/vList2"/>
    <dgm:cxn modelId="{AE3A9165-A280-4182-8DC7-3060CE2162FB}" type="presParOf" srcId="{13780610-FE79-41D2-881A-E5FFE7292AE0}" destId="{FC50F93E-F6DF-482A-B86F-19E4E8D4D31F}" srcOrd="7" destOrd="0" presId="urn:microsoft.com/office/officeart/2005/8/layout/vList2"/>
    <dgm:cxn modelId="{FFDB8EA5-536D-4F40-9E81-AB42FE855BD2}" type="presParOf" srcId="{13780610-FE79-41D2-881A-E5FFE7292AE0}" destId="{F528DE8F-0EF7-4F9D-B3D0-71C9FCCEA3AE}" srcOrd="8" destOrd="0" presId="urn:microsoft.com/office/officeart/2005/8/layout/vList2"/>
    <dgm:cxn modelId="{0E8CED67-04BA-49DA-828F-928DE8FE5D93}" type="presParOf" srcId="{13780610-FE79-41D2-881A-E5FFE7292AE0}" destId="{1388A6B6-E3F7-410F-AE24-1014372C572A}" srcOrd="9" destOrd="0" presId="urn:microsoft.com/office/officeart/2005/8/layout/vList2"/>
    <dgm:cxn modelId="{851132B2-F393-4DBA-8DB3-E0F6974DB0C1}" type="presParOf" srcId="{13780610-FE79-41D2-881A-E5FFE7292AE0}" destId="{9BAD09A1-722B-40B6-A779-70BF0A7F69F6}" srcOrd="10" destOrd="0" presId="urn:microsoft.com/office/officeart/2005/8/layout/vList2"/>
    <dgm:cxn modelId="{240FEDA0-1435-474D-A96F-B3C095BAF795}" type="presParOf" srcId="{13780610-FE79-41D2-881A-E5FFE7292AE0}" destId="{ECB43E65-5C49-40D7-8C5B-61D53695E693}" srcOrd="11" destOrd="0" presId="urn:microsoft.com/office/officeart/2005/8/layout/vList2"/>
    <dgm:cxn modelId="{403451CE-67A3-435C-B043-9A2F97678C0C}" type="presParOf" srcId="{13780610-FE79-41D2-881A-E5FFE7292AE0}" destId="{59849E02-5E1C-440A-96B1-64A9F13B79C1}" srcOrd="12" destOrd="0" presId="urn:microsoft.com/office/officeart/2005/8/layout/vList2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D921594-C160-473E-B5D4-92F1B2EADCE0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2DA0C473-4870-442A-8583-FFD7F79BD763}">
      <dgm:prSet/>
      <dgm:spPr/>
      <dgm:t>
        <a:bodyPr/>
        <a:lstStyle/>
        <a:p>
          <a:pPr rtl="0"/>
          <a:r>
            <a:rPr lang="fr-FR" dirty="0" smtClean="0"/>
            <a:t>Quel système anatomique est impliqué dans la survenue des effets extrapyramidaux des neuroleptiques ? </a:t>
          </a:r>
          <a:endParaRPr lang="fr-FR" dirty="0"/>
        </a:p>
      </dgm:t>
    </dgm:pt>
    <dgm:pt modelId="{011981E5-8D64-4854-A140-7976549581DE}" type="parTrans" cxnId="{F2DB9A3B-68A4-44C3-BC36-722ED52DA817}">
      <dgm:prSet/>
      <dgm:spPr/>
      <dgm:t>
        <a:bodyPr/>
        <a:lstStyle/>
        <a:p>
          <a:endParaRPr lang="fr-FR"/>
        </a:p>
      </dgm:t>
    </dgm:pt>
    <dgm:pt modelId="{68EE3B6D-69E0-4AE8-8868-49C65DB7230A}" type="sibTrans" cxnId="{F2DB9A3B-68A4-44C3-BC36-722ED52DA817}">
      <dgm:prSet/>
      <dgm:spPr/>
      <dgm:t>
        <a:bodyPr/>
        <a:lstStyle/>
        <a:p>
          <a:endParaRPr lang="fr-FR"/>
        </a:p>
      </dgm:t>
    </dgm:pt>
    <dgm:pt modelId="{9946F0D1-5382-4BFE-9131-8C845303332E}">
      <dgm:prSet/>
      <dgm:spPr/>
      <dgm:t>
        <a:bodyPr/>
        <a:lstStyle/>
        <a:p>
          <a:pPr rtl="0"/>
          <a:r>
            <a:rPr lang="fr-FR" dirty="0" smtClean="0"/>
            <a:t>A/Système limbique</a:t>
          </a:r>
          <a:endParaRPr lang="fr-FR" dirty="0"/>
        </a:p>
      </dgm:t>
    </dgm:pt>
    <dgm:pt modelId="{D450F1E4-51D0-47E4-AEE5-35A1FD215F65}" type="parTrans" cxnId="{E6C68C95-394C-4CB1-AD7B-43CFD79C788A}">
      <dgm:prSet/>
      <dgm:spPr/>
      <dgm:t>
        <a:bodyPr/>
        <a:lstStyle/>
        <a:p>
          <a:endParaRPr lang="fr-FR"/>
        </a:p>
      </dgm:t>
    </dgm:pt>
    <dgm:pt modelId="{F35331E4-BC14-4C0D-BA07-26E9AB3AFFEA}" type="sibTrans" cxnId="{E6C68C95-394C-4CB1-AD7B-43CFD79C788A}">
      <dgm:prSet/>
      <dgm:spPr/>
      <dgm:t>
        <a:bodyPr/>
        <a:lstStyle/>
        <a:p>
          <a:endParaRPr lang="fr-FR"/>
        </a:p>
      </dgm:t>
    </dgm:pt>
    <dgm:pt modelId="{1971F49E-37AD-4E2A-B5BF-1D39C4BA3F93}">
      <dgm:prSet/>
      <dgm:spPr/>
      <dgm:t>
        <a:bodyPr/>
        <a:lstStyle/>
        <a:p>
          <a:pPr rtl="0"/>
          <a:r>
            <a:rPr lang="fr-FR" dirty="0" smtClean="0"/>
            <a:t>B/Système </a:t>
          </a:r>
          <a:r>
            <a:rPr lang="fr-FR" dirty="0" err="1" smtClean="0"/>
            <a:t>tubéro</a:t>
          </a:r>
          <a:r>
            <a:rPr lang="fr-FR" dirty="0" smtClean="0"/>
            <a:t>-</a:t>
          </a:r>
          <a:r>
            <a:rPr lang="fr-FR" dirty="0" err="1" smtClean="0"/>
            <a:t>infundibulaire</a:t>
          </a:r>
          <a:endParaRPr lang="fr-FR" dirty="0"/>
        </a:p>
      </dgm:t>
    </dgm:pt>
    <dgm:pt modelId="{17CCEE83-07AE-41ED-9D4A-19C8E1A88FFA}" type="parTrans" cxnId="{2F3BB455-8737-4CD2-97FD-CAB3315ACFDF}">
      <dgm:prSet/>
      <dgm:spPr/>
      <dgm:t>
        <a:bodyPr/>
        <a:lstStyle/>
        <a:p>
          <a:endParaRPr lang="fr-FR"/>
        </a:p>
      </dgm:t>
    </dgm:pt>
    <dgm:pt modelId="{EECFC8C9-E457-46AE-96FE-82A2D5C8F3D7}" type="sibTrans" cxnId="{2F3BB455-8737-4CD2-97FD-CAB3315ACFDF}">
      <dgm:prSet/>
      <dgm:spPr/>
      <dgm:t>
        <a:bodyPr/>
        <a:lstStyle/>
        <a:p>
          <a:endParaRPr lang="fr-FR"/>
        </a:p>
      </dgm:t>
    </dgm:pt>
    <dgm:pt modelId="{6F8A0B6F-E4E9-4B47-83B2-BC610A786668}">
      <dgm:prSet/>
      <dgm:spPr/>
      <dgm:t>
        <a:bodyPr/>
        <a:lstStyle/>
        <a:p>
          <a:pPr rtl="0"/>
          <a:r>
            <a:rPr lang="fr-FR" dirty="0" smtClean="0"/>
            <a:t>C/Système </a:t>
          </a:r>
          <a:r>
            <a:rPr lang="fr-FR" dirty="0" err="1" smtClean="0"/>
            <a:t>nigro</a:t>
          </a:r>
          <a:r>
            <a:rPr lang="fr-FR" dirty="0" smtClean="0"/>
            <a:t>-</a:t>
          </a:r>
          <a:r>
            <a:rPr lang="fr-FR" dirty="0" err="1" smtClean="0"/>
            <a:t>striatal</a:t>
          </a:r>
          <a:endParaRPr lang="fr-FR" dirty="0"/>
        </a:p>
      </dgm:t>
    </dgm:pt>
    <dgm:pt modelId="{03B94B5A-635D-4A44-8D3B-17C8DE382256}" type="parTrans" cxnId="{43280A5E-B844-4A19-A90D-7743EAD0770B}">
      <dgm:prSet/>
      <dgm:spPr/>
      <dgm:t>
        <a:bodyPr/>
        <a:lstStyle/>
        <a:p>
          <a:endParaRPr lang="fr-FR"/>
        </a:p>
      </dgm:t>
    </dgm:pt>
    <dgm:pt modelId="{FB295DB9-E7E1-476C-A4F8-6BC7DAA92BF8}" type="sibTrans" cxnId="{43280A5E-B844-4A19-A90D-7743EAD0770B}">
      <dgm:prSet/>
      <dgm:spPr/>
      <dgm:t>
        <a:bodyPr/>
        <a:lstStyle/>
        <a:p>
          <a:endParaRPr lang="fr-FR"/>
        </a:p>
      </dgm:t>
    </dgm:pt>
    <dgm:pt modelId="{ACD90DD9-77FE-4332-BE76-060D534FFFF8}">
      <dgm:prSet/>
      <dgm:spPr/>
      <dgm:t>
        <a:bodyPr/>
        <a:lstStyle/>
        <a:p>
          <a:pPr rtl="0"/>
          <a:r>
            <a:rPr lang="fr-FR" dirty="0" smtClean="0"/>
            <a:t>D/Système méso-cortical</a:t>
          </a:r>
          <a:endParaRPr lang="fr-FR" dirty="0"/>
        </a:p>
      </dgm:t>
    </dgm:pt>
    <dgm:pt modelId="{87F50157-9005-4594-8EE9-FF95E893E875}" type="parTrans" cxnId="{2CAE4FFB-86AD-4058-A44E-871264A23330}">
      <dgm:prSet/>
      <dgm:spPr/>
      <dgm:t>
        <a:bodyPr/>
        <a:lstStyle/>
        <a:p>
          <a:endParaRPr lang="fr-FR"/>
        </a:p>
      </dgm:t>
    </dgm:pt>
    <dgm:pt modelId="{12C2166B-BB0A-4CA7-8C6E-C81FAAE023C2}" type="sibTrans" cxnId="{2CAE4FFB-86AD-4058-A44E-871264A23330}">
      <dgm:prSet/>
      <dgm:spPr/>
      <dgm:t>
        <a:bodyPr/>
        <a:lstStyle/>
        <a:p>
          <a:endParaRPr lang="fr-FR"/>
        </a:p>
      </dgm:t>
    </dgm:pt>
    <dgm:pt modelId="{D2C8B634-FB61-44FA-B4EE-94EEAF3F8231}">
      <dgm:prSet/>
      <dgm:spPr/>
      <dgm:t>
        <a:bodyPr/>
        <a:lstStyle/>
        <a:p>
          <a:pPr rtl="0"/>
          <a:r>
            <a:rPr lang="fr-FR" dirty="0" smtClean="0"/>
            <a:t>E/Système méso-</a:t>
          </a:r>
          <a:r>
            <a:rPr lang="fr-FR" dirty="0" err="1" smtClean="0"/>
            <a:t>hippocampique</a:t>
          </a:r>
          <a:endParaRPr lang="fr-FR" dirty="0"/>
        </a:p>
      </dgm:t>
    </dgm:pt>
    <dgm:pt modelId="{C394DD73-9523-4A50-8022-65DA80CA67EF}" type="parTrans" cxnId="{821BF128-8BF2-4CCB-9393-4686396AF26B}">
      <dgm:prSet/>
      <dgm:spPr/>
      <dgm:t>
        <a:bodyPr/>
        <a:lstStyle/>
        <a:p>
          <a:endParaRPr lang="fr-FR"/>
        </a:p>
      </dgm:t>
    </dgm:pt>
    <dgm:pt modelId="{4453B82B-D37F-4C94-B0BB-8892130D0915}" type="sibTrans" cxnId="{821BF128-8BF2-4CCB-9393-4686396AF26B}">
      <dgm:prSet/>
      <dgm:spPr/>
      <dgm:t>
        <a:bodyPr/>
        <a:lstStyle/>
        <a:p>
          <a:endParaRPr lang="fr-FR"/>
        </a:p>
      </dgm:t>
    </dgm:pt>
    <dgm:pt modelId="{DA60C0C7-D5C0-4FDA-9CAC-0B7AFAB2240F}">
      <dgm:prSet/>
      <dgm:spPr/>
      <dgm:t>
        <a:bodyPr/>
        <a:lstStyle/>
        <a:p>
          <a:pPr rtl="0"/>
          <a:r>
            <a:rPr lang="fr-FR" dirty="0" smtClean="0"/>
            <a:t>C :</a:t>
          </a:r>
          <a:r>
            <a:rPr lang="fr-FR" b="1" dirty="0" smtClean="0"/>
            <a:t> </a:t>
          </a:r>
          <a:r>
            <a:rPr lang="fr-FR" dirty="0" smtClean="0"/>
            <a:t> Le déficit de dopamine entraîne les symptômes extrapyramidaux et son hyperactivité l’apparition de dyskinésies, de tics, de mouvements </a:t>
          </a:r>
          <a:r>
            <a:rPr lang="fr-FR" dirty="0" err="1" smtClean="0"/>
            <a:t>hyperkinétiques</a:t>
          </a:r>
          <a:r>
            <a:rPr lang="fr-FR" dirty="0" smtClean="0"/>
            <a:t> </a:t>
          </a:r>
          <a:endParaRPr lang="fr-FR" dirty="0"/>
        </a:p>
      </dgm:t>
    </dgm:pt>
    <dgm:pt modelId="{D130EA59-5F44-4E5F-8576-7289927F29E5}" type="parTrans" cxnId="{6B93D60F-87B8-47B3-9873-0E4388284CFF}">
      <dgm:prSet/>
      <dgm:spPr/>
      <dgm:t>
        <a:bodyPr/>
        <a:lstStyle/>
        <a:p>
          <a:endParaRPr lang="fr-FR"/>
        </a:p>
      </dgm:t>
    </dgm:pt>
    <dgm:pt modelId="{0944C1E0-7104-49C1-91D0-1EBCE48F610C}" type="sibTrans" cxnId="{6B93D60F-87B8-47B3-9873-0E4388284CFF}">
      <dgm:prSet/>
      <dgm:spPr/>
      <dgm:t>
        <a:bodyPr/>
        <a:lstStyle/>
        <a:p>
          <a:endParaRPr lang="fr-FR"/>
        </a:p>
      </dgm:t>
    </dgm:pt>
    <dgm:pt modelId="{49032709-0571-499A-BD32-9032F0B87A22}">
      <dgm:prSet/>
      <dgm:spPr/>
      <dgm:t>
        <a:bodyPr/>
        <a:lstStyle/>
        <a:p>
          <a:pPr rtl="0"/>
          <a:r>
            <a:rPr lang="fr-FR" dirty="0" err="1" smtClean="0"/>
            <a:t>tubéro</a:t>
          </a:r>
          <a:r>
            <a:rPr lang="fr-FR" dirty="0" smtClean="0"/>
            <a:t>-</a:t>
          </a:r>
          <a:r>
            <a:rPr lang="fr-FR" dirty="0" err="1" smtClean="0"/>
            <a:t>infundibulaire</a:t>
          </a:r>
          <a:r>
            <a:rPr lang="fr-FR" dirty="0" smtClean="0"/>
            <a:t>: A l’état normal l’action dopaminergique inhibe la sécrétion de prolactine et son déficit est à l’origine de galactorrhée, d’aménorrhée, de troubles sexuels.</a:t>
          </a:r>
        </a:p>
        <a:p>
          <a:pPr rtl="0"/>
          <a:r>
            <a:rPr lang="fr-FR" dirty="0" smtClean="0"/>
            <a:t>Limbique </a:t>
          </a:r>
          <a:r>
            <a:rPr lang="fr-FR" dirty="0" err="1" smtClean="0"/>
            <a:t>symptomes</a:t>
          </a:r>
          <a:r>
            <a:rPr lang="fr-FR" smtClean="0"/>
            <a:t> positifs</a:t>
          </a:r>
          <a:endParaRPr lang="fr-FR" dirty="0"/>
        </a:p>
      </dgm:t>
    </dgm:pt>
    <dgm:pt modelId="{BBB6D67D-0607-48A9-AC29-A0529FB8D46A}" type="parTrans" cxnId="{A2342A82-3981-4108-AF68-3A9E68F36435}">
      <dgm:prSet/>
      <dgm:spPr/>
      <dgm:t>
        <a:bodyPr/>
        <a:lstStyle/>
        <a:p>
          <a:endParaRPr lang="fr-FR"/>
        </a:p>
      </dgm:t>
    </dgm:pt>
    <dgm:pt modelId="{B68523B0-BB6A-42E4-92C8-922F1E03921F}" type="sibTrans" cxnId="{A2342A82-3981-4108-AF68-3A9E68F36435}">
      <dgm:prSet/>
      <dgm:spPr/>
      <dgm:t>
        <a:bodyPr/>
        <a:lstStyle/>
        <a:p>
          <a:endParaRPr lang="fr-FR"/>
        </a:p>
      </dgm:t>
    </dgm:pt>
    <dgm:pt modelId="{4D7F812E-1315-4C54-9E2F-3B32622700BC}" type="pres">
      <dgm:prSet presAssocID="{DD921594-C160-473E-B5D4-92F1B2EADC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B3E91AE-8CE0-4580-BC01-AC3235F5EF67}" type="pres">
      <dgm:prSet presAssocID="{2DA0C473-4870-442A-8583-FFD7F79BD763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64DA41A-26F2-42A4-801E-98BAD740B486}" type="pres">
      <dgm:prSet presAssocID="{68EE3B6D-69E0-4AE8-8868-49C65DB7230A}" presName="spacer" presStyleCnt="0"/>
      <dgm:spPr/>
    </dgm:pt>
    <dgm:pt modelId="{87F46EF9-382C-4B2B-B1AA-B440125431AA}" type="pres">
      <dgm:prSet presAssocID="{9946F0D1-5382-4BFE-9131-8C845303332E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475860-7A60-4583-82DC-56F1F5CAA5D3}" type="pres">
      <dgm:prSet presAssocID="{F35331E4-BC14-4C0D-BA07-26E9AB3AFFEA}" presName="spacer" presStyleCnt="0"/>
      <dgm:spPr/>
    </dgm:pt>
    <dgm:pt modelId="{B7E189CC-F356-4E61-AE7A-59EC217DBF0C}" type="pres">
      <dgm:prSet presAssocID="{1971F49E-37AD-4E2A-B5BF-1D39C4BA3F93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06F8FC5-740A-48E9-AAE0-11B11DDA7412}" type="pres">
      <dgm:prSet presAssocID="{EECFC8C9-E457-46AE-96FE-82A2D5C8F3D7}" presName="spacer" presStyleCnt="0"/>
      <dgm:spPr/>
    </dgm:pt>
    <dgm:pt modelId="{06A9EA74-89BE-4515-8357-23793B4A5DD7}" type="pres">
      <dgm:prSet presAssocID="{6F8A0B6F-E4E9-4B47-83B2-BC610A786668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612F98E-734F-455A-B5A4-03EC08C4496A}" type="pres">
      <dgm:prSet presAssocID="{FB295DB9-E7E1-476C-A4F8-6BC7DAA92BF8}" presName="spacer" presStyleCnt="0"/>
      <dgm:spPr/>
    </dgm:pt>
    <dgm:pt modelId="{339D80CD-CE7C-454E-81F7-A9A8F120D392}" type="pres">
      <dgm:prSet presAssocID="{ACD90DD9-77FE-4332-BE76-060D534FFFF8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328E9FD-3C7E-46F4-93B3-D6EB66A62012}" type="pres">
      <dgm:prSet presAssocID="{12C2166B-BB0A-4CA7-8C6E-C81FAAE023C2}" presName="spacer" presStyleCnt="0"/>
      <dgm:spPr/>
    </dgm:pt>
    <dgm:pt modelId="{E5696457-3A0F-45FA-874F-9CB960099FE8}" type="pres">
      <dgm:prSet presAssocID="{D2C8B634-FB61-44FA-B4EE-94EEAF3F8231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EE428F8-D311-4820-A87A-86AEAD6C9CF6}" type="pres">
      <dgm:prSet presAssocID="{4453B82B-D37F-4C94-B0BB-8892130D0915}" presName="spacer" presStyleCnt="0"/>
      <dgm:spPr/>
    </dgm:pt>
    <dgm:pt modelId="{BB78A986-17EB-4BD0-A1DB-3170CF64DD2F}" type="pres">
      <dgm:prSet presAssocID="{DA60C0C7-D5C0-4FDA-9CAC-0B7AFAB2240F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119306-2EAA-406C-AE21-18F0006E8482}" type="pres">
      <dgm:prSet presAssocID="{0944C1E0-7104-49C1-91D0-1EBCE48F610C}" presName="spacer" presStyleCnt="0"/>
      <dgm:spPr/>
    </dgm:pt>
    <dgm:pt modelId="{4F1391CC-C63A-4618-93EE-3581615A5EC7}" type="pres">
      <dgm:prSet presAssocID="{49032709-0571-499A-BD32-9032F0B87A22}" presName="parentText" presStyleLbl="node1" presStyleIdx="7" presStyleCnt="8" custScaleY="259466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81598B7-EAEE-4884-AD44-9EF6AA71C464}" type="presOf" srcId="{DD921594-C160-473E-B5D4-92F1B2EADCE0}" destId="{4D7F812E-1315-4C54-9E2F-3B32622700BC}" srcOrd="0" destOrd="0" presId="urn:microsoft.com/office/officeart/2005/8/layout/vList2"/>
    <dgm:cxn modelId="{C61715EA-0944-4A9B-B44F-B7C1D33A37CD}" type="presOf" srcId="{6F8A0B6F-E4E9-4B47-83B2-BC610A786668}" destId="{06A9EA74-89BE-4515-8357-23793B4A5DD7}" srcOrd="0" destOrd="0" presId="urn:microsoft.com/office/officeart/2005/8/layout/vList2"/>
    <dgm:cxn modelId="{2F3BB455-8737-4CD2-97FD-CAB3315ACFDF}" srcId="{DD921594-C160-473E-B5D4-92F1B2EADCE0}" destId="{1971F49E-37AD-4E2A-B5BF-1D39C4BA3F93}" srcOrd="2" destOrd="0" parTransId="{17CCEE83-07AE-41ED-9D4A-19C8E1A88FFA}" sibTransId="{EECFC8C9-E457-46AE-96FE-82A2D5C8F3D7}"/>
    <dgm:cxn modelId="{761ECC0E-4B7C-4E43-9253-66C8B5F84F08}" type="presOf" srcId="{ACD90DD9-77FE-4332-BE76-060D534FFFF8}" destId="{339D80CD-CE7C-454E-81F7-A9A8F120D392}" srcOrd="0" destOrd="0" presId="urn:microsoft.com/office/officeart/2005/8/layout/vList2"/>
    <dgm:cxn modelId="{EBC81D1F-0DCE-4DD7-92DA-DFA6380BC693}" type="presOf" srcId="{DA60C0C7-D5C0-4FDA-9CAC-0B7AFAB2240F}" destId="{BB78A986-17EB-4BD0-A1DB-3170CF64DD2F}" srcOrd="0" destOrd="0" presId="urn:microsoft.com/office/officeart/2005/8/layout/vList2"/>
    <dgm:cxn modelId="{821BF128-8BF2-4CCB-9393-4686396AF26B}" srcId="{DD921594-C160-473E-B5D4-92F1B2EADCE0}" destId="{D2C8B634-FB61-44FA-B4EE-94EEAF3F8231}" srcOrd="5" destOrd="0" parTransId="{C394DD73-9523-4A50-8022-65DA80CA67EF}" sibTransId="{4453B82B-D37F-4C94-B0BB-8892130D0915}"/>
    <dgm:cxn modelId="{43280A5E-B844-4A19-A90D-7743EAD0770B}" srcId="{DD921594-C160-473E-B5D4-92F1B2EADCE0}" destId="{6F8A0B6F-E4E9-4B47-83B2-BC610A786668}" srcOrd="3" destOrd="0" parTransId="{03B94B5A-635D-4A44-8D3B-17C8DE382256}" sibTransId="{FB295DB9-E7E1-476C-A4F8-6BC7DAA92BF8}"/>
    <dgm:cxn modelId="{E6C68C95-394C-4CB1-AD7B-43CFD79C788A}" srcId="{DD921594-C160-473E-B5D4-92F1B2EADCE0}" destId="{9946F0D1-5382-4BFE-9131-8C845303332E}" srcOrd="1" destOrd="0" parTransId="{D450F1E4-51D0-47E4-AEE5-35A1FD215F65}" sibTransId="{F35331E4-BC14-4C0D-BA07-26E9AB3AFFEA}"/>
    <dgm:cxn modelId="{A2342A82-3981-4108-AF68-3A9E68F36435}" srcId="{DD921594-C160-473E-B5D4-92F1B2EADCE0}" destId="{49032709-0571-499A-BD32-9032F0B87A22}" srcOrd="7" destOrd="0" parTransId="{BBB6D67D-0607-48A9-AC29-A0529FB8D46A}" sibTransId="{B68523B0-BB6A-42E4-92C8-922F1E03921F}"/>
    <dgm:cxn modelId="{9B987CCD-3A2E-4C8D-9122-14B4522DABAD}" type="presOf" srcId="{2DA0C473-4870-442A-8583-FFD7F79BD763}" destId="{CB3E91AE-8CE0-4580-BC01-AC3235F5EF67}" srcOrd="0" destOrd="0" presId="urn:microsoft.com/office/officeart/2005/8/layout/vList2"/>
    <dgm:cxn modelId="{4F03ED92-6358-4FAA-ADC1-7847CB27C894}" type="presOf" srcId="{49032709-0571-499A-BD32-9032F0B87A22}" destId="{4F1391CC-C63A-4618-93EE-3581615A5EC7}" srcOrd="0" destOrd="0" presId="urn:microsoft.com/office/officeart/2005/8/layout/vList2"/>
    <dgm:cxn modelId="{CF56CAC2-A6EE-4687-B7F8-CF3C8F5B9995}" type="presOf" srcId="{9946F0D1-5382-4BFE-9131-8C845303332E}" destId="{87F46EF9-382C-4B2B-B1AA-B440125431AA}" srcOrd="0" destOrd="0" presId="urn:microsoft.com/office/officeart/2005/8/layout/vList2"/>
    <dgm:cxn modelId="{4AA88114-5A18-4A1F-828A-DB2E674684A1}" type="presOf" srcId="{1971F49E-37AD-4E2A-B5BF-1D39C4BA3F93}" destId="{B7E189CC-F356-4E61-AE7A-59EC217DBF0C}" srcOrd="0" destOrd="0" presId="urn:microsoft.com/office/officeart/2005/8/layout/vList2"/>
    <dgm:cxn modelId="{A22E9121-32A8-4CAD-B23E-A6248C92992E}" type="presOf" srcId="{D2C8B634-FB61-44FA-B4EE-94EEAF3F8231}" destId="{E5696457-3A0F-45FA-874F-9CB960099FE8}" srcOrd="0" destOrd="0" presId="urn:microsoft.com/office/officeart/2005/8/layout/vList2"/>
    <dgm:cxn modelId="{F2DB9A3B-68A4-44C3-BC36-722ED52DA817}" srcId="{DD921594-C160-473E-B5D4-92F1B2EADCE0}" destId="{2DA0C473-4870-442A-8583-FFD7F79BD763}" srcOrd="0" destOrd="0" parTransId="{011981E5-8D64-4854-A140-7976549581DE}" sibTransId="{68EE3B6D-69E0-4AE8-8868-49C65DB7230A}"/>
    <dgm:cxn modelId="{6B93D60F-87B8-47B3-9873-0E4388284CFF}" srcId="{DD921594-C160-473E-B5D4-92F1B2EADCE0}" destId="{DA60C0C7-D5C0-4FDA-9CAC-0B7AFAB2240F}" srcOrd="6" destOrd="0" parTransId="{D130EA59-5F44-4E5F-8576-7289927F29E5}" sibTransId="{0944C1E0-7104-49C1-91D0-1EBCE48F610C}"/>
    <dgm:cxn modelId="{2CAE4FFB-86AD-4058-A44E-871264A23330}" srcId="{DD921594-C160-473E-B5D4-92F1B2EADCE0}" destId="{ACD90DD9-77FE-4332-BE76-060D534FFFF8}" srcOrd="4" destOrd="0" parTransId="{87F50157-9005-4594-8EE9-FF95E893E875}" sibTransId="{12C2166B-BB0A-4CA7-8C6E-C81FAAE023C2}"/>
    <dgm:cxn modelId="{ABC0BF09-0001-436D-8761-8D28EFF4B71C}" type="presParOf" srcId="{4D7F812E-1315-4C54-9E2F-3B32622700BC}" destId="{CB3E91AE-8CE0-4580-BC01-AC3235F5EF67}" srcOrd="0" destOrd="0" presId="urn:microsoft.com/office/officeart/2005/8/layout/vList2"/>
    <dgm:cxn modelId="{76B77F0B-490D-4147-AB14-127061082DF5}" type="presParOf" srcId="{4D7F812E-1315-4C54-9E2F-3B32622700BC}" destId="{664DA41A-26F2-42A4-801E-98BAD740B486}" srcOrd="1" destOrd="0" presId="urn:microsoft.com/office/officeart/2005/8/layout/vList2"/>
    <dgm:cxn modelId="{D958BAEB-A243-47EA-8C64-4D068E54DA6D}" type="presParOf" srcId="{4D7F812E-1315-4C54-9E2F-3B32622700BC}" destId="{87F46EF9-382C-4B2B-B1AA-B440125431AA}" srcOrd="2" destOrd="0" presId="urn:microsoft.com/office/officeart/2005/8/layout/vList2"/>
    <dgm:cxn modelId="{411DB30A-6033-49FD-87BC-D4D9850A5417}" type="presParOf" srcId="{4D7F812E-1315-4C54-9E2F-3B32622700BC}" destId="{1B475860-7A60-4583-82DC-56F1F5CAA5D3}" srcOrd="3" destOrd="0" presId="urn:microsoft.com/office/officeart/2005/8/layout/vList2"/>
    <dgm:cxn modelId="{57189C6C-87B2-4720-8C5D-321C18B781F8}" type="presParOf" srcId="{4D7F812E-1315-4C54-9E2F-3B32622700BC}" destId="{B7E189CC-F356-4E61-AE7A-59EC217DBF0C}" srcOrd="4" destOrd="0" presId="urn:microsoft.com/office/officeart/2005/8/layout/vList2"/>
    <dgm:cxn modelId="{90E970AD-87D2-440C-AD74-BBD2C0A00DBA}" type="presParOf" srcId="{4D7F812E-1315-4C54-9E2F-3B32622700BC}" destId="{206F8FC5-740A-48E9-AAE0-11B11DDA7412}" srcOrd="5" destOrd="0" presId="urn:microsoft.com/office/officeart/2005/8/layout/vList2"/>
    <dgm:cxn modelId="{3A8AB0DD-B1BC-4A6E-B80A-9BE8C8A1BF62}" type="presParOf" srcId="{4D7F812E-1315-4C54-9E2F-3B32622700BC}" destId="{06A9EA74-89BE-4515-8357-23793B4A5DD7}" srcOrd="6" destOrd="0" presId="urn:microsoft.com/office/officeart/2005/8/layout/vList2"/>
    <dgm:cxn modelId="{FFA7C82A-B808-446D-9D1D-56C39C46F28E}" type="presParOf" srcId="{4D7F812E-1315-4C54-9E2F-3B32622700BC}" destId="{E612F98E-734F-455A-B5A4-03EC08C4496A}" srcOrd="7" destOrd="0" presId="urn:microsoft.com/office/officeart/2005/8/layout/vList2"/>
    <dgm:cxn modelId="{A93EFC2A-1126-400E-92A1-17D5A6FC0A93}" type="presParOf" srcId="{4D7F812E-1315-4C54-9E2F-3B32622700BC}" destId="{339D80CD-CE7C-454E-81F7-A9A8F120D392}" srcOrd="8" destOrd="0" presId="urn:microsoft.com/office/officeart/2005/8/layout/vList2"/>
    <dgm:cxn modelId="{C2D92074-1542-4C0D-B0F0-8F23EADD00C4}" type="presParOf" srcId="{4D7F812E-1315-4C54-9E2F-3B32622700BC}" destId="{5328E9FD-3C7E-46F4-93B3-D6EB66A62012}" srcOrd="9" destOrd="0" presId="urn:microsoft.com/office/officeart/2005/8/layout/vList2"/>
    <dgm:cxn modelId="{9551FBFE-2401-430D-9CB4-81AB83D5067E}" type="presParOf" srcId="{4D7F812E-1315-4C54-9E2F-3B32622700BC}" destId="{E5696457-3A0F-45FA-874F-9CB960099FE8}" srcOrd="10" destOrd="0" presId="urn:microsoft.com/office/officeart/2005/8/layout/vList2"/>
    <dgm:cxn modelId="{CB3D4D76-D86D-4473-90C8-5EDA21656AD4}" type="presParOf" srcId="{4D7F812E-1315-4C54-9E2F-3B32622700BC}" destId="{7EE428F8-D311-4820-A87A-86AEAD6C9CF6}" srcOrd="11" destOrd="0" presId="urn:microsoft.com/office/officeart/2005/8/layout/vList2"/>
    <dgm:cxn modelId="{5003660B-7E4B-4012-9030-B816D119CC3E}" type="presParOf" srcId="{4D7F812E-1315-4C54-9E2F-3B32622700BC}" destId="{BB78A986-17EB-4BD0-A1DB-3170CF64DD2F}" srcOrd="12" destOrd="0" presId="urn:microsoft.com/office/officeart/2005/8/layout/vList2"/>
    <dgm:cxn modelId="{9AAD68DB-5D8A-4B8E-8025-CDDE791C02A6}" type="presParOf" srcId="{4D7F812E-1315-4C54-9E2F-3B32622700BC}" destId="{70119306-2EAA-406C-AE21-18F0006E8482}" srcOrd="13" destOrd="0" presId="urn:microsoft.com/office/officeart/2005/8/layout/vList2"/>
    <dgm:cxn modelId="{4FBA83CC-777B-4798-9B3F-F9EF283AFE52}" type="presParOf" srcId="{4D7F812E-1315-4C54-9E2F-3B32622700BC}" destId="{4F1391CC-C63A-4618-93EE-3581615A5EC7}" srcOrd="14" destOrd="0" presId="urn:microsoft.com/office/officeart/2005/8/layout/vList2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4EC3D72-8318-4A8B-A2EE-B0ADFBC676ED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819BAEAF-ABA7-41E8-8C86-75E890BA0C7D}">
      <dgm:prSet/>
      <dgm:spPr/>
      <dgm:t>
        <a:bodyPr/>
        <a:lstStyle/>
        <a:p>
          <a:pPr rtl="0"/>
          <a:r>
            <a:rPr lang="fr-FR" dirty="0" smtClean="0"/>
            <a:t>Les neuroleptiques se caractérisent par : </a:t>
          </a:r>
          <a:endParaRPr lang="fr-FR" dirty="0"/>
        </a:p>
      </dgm:t>
    </dgm:pt>
    <dgm:pt modelId="{D78B159F-6831-435A-948E-97A115014399}" type="parTrans" cxnId="{F2B89BC3-1D2B-446E-BA10-97BE5F2E2938}">
      <dgm:prSet/>
      <dgm:spPr/>
      <dgm:t>
        <a:bodyPr/>
        <a:lstStyle/>
        <a:p>
          <a:endParaRPr lang="fr-FR"/>
        </a:p>
      </dgm:t>
    </dgm:pt>
    <dgm:pt modelId="{85601D46-A3EE-4B4B-B313-70FD5611CF0D}" type="sibTrans" cxnId="{F2B89BC3-1D2B-446E-BA10-97BE5F2E2938}">
      <dgm:prSet/>
      <dgm:spPr/>
      <dgm:t>
        <a:bodyPr/>
        <a:lstStyle/>
        <a:p>
          <a:endParaRPr lang="fr-FR"/>
        </a:p>
      </dgm:t>
    </dgm:pt>
    <dgm:pt modelId="{D2CFFDE6-2954-4D56-89B5-636930D968EE}">
      <dgm:prSet/>
      <dgm:spPr/>
      <dgm:t>
        <a:bodyPr/>
        <a:lstStyle/>
        <a:p>
          <a:pPr rtl="0"/>
          <a:r>
            <a:rPr lang="fr-FR" dirty="0" smtClean="0"/>
            <a:t>A/Une action inhibitrice sur l'excitation et l'agitation</a:t>
          </a:r>
          <a:endParaRPr lang="fr-FR" dirty="0"/>
        </a:p>
      </dgm:t>
    </dgm:pt>
    <dgm:pt modelId="{FB64B281-8C97-4833-B73F-FBACFDD19200}" type="parTrans" cxnId="{ED0B1218-6A99-4000-9DEC-1B2B2EBCFA47}">
      <dgm:prSet/>
      <dgm:spPr/>
      <dgm:t>
        <a:bodyPr/>
        <a:lstStyle/>
        <a:p>
          <a:endParaRPr lang="fr-FR"/>
        </a:p>
      </dgm:t>
    </dgm:pt>
    <dgm:pt modelId="{11B71A47-1506-43D1-8F8E-5A07DBCB6AE8}" type="sibTrans" cxnId="{ED0B1218-6A99-4000-9DEC-1B2B2EBCFA47}">
      <dgm:prSet/>
      <dgm:spPr/>
      <dgm:t>
        <a:bodyPr/>
        <a:lstStyle/>
        <a:p>
          <a:endParaRPr lang="fr-FR"/>
        </a:p>
      </dgm:t>
    </dgm:pt>
    <dgm:pt modelId="{13F37525-B40D-442C-9EEB-91CEACC75ABE}">
      <dgm:prSet/>
      <dgm:spPr/>
      <dgm:t>
        <a:bodyPr/>
        <a:lstStyle/>
        <a:p>
          <a:pPr rtl="0"/>
          <a:r>
            <a:rPr lang="fr-FR" dirty="0" smtClean="0"/>
            <a:t>B/La production d'effets dépresseurs respiratoires</a:t>
          </a:r>
          <a:endParaRPr lang="fr-FR" dirty="0"/>
        </a:p>
      </dgm:t>
    </dgm:pt>
    <dgm:pt modelId="{2D19A2A7-BDA3-4B74-9C7F-9D346A342A77}" type="parTrans" cxnId="{06490285-B4EB-445E-8F6C-74DABC19D5B5}">
      <dgm:prSet/>
      <dgm:spPr/>
      <dgm:t>
        <a:bodyPr/>
        <a:lstStyle/>
        <a:p>
          <a:endParaRPr lang="fr-FR"/>
        </a:p>
      </dgm:t>
    </dgm:pt>
    <dgm:pt modelId="{39EB7989-7DA1-44F8-9778-D853CAC95D56}" type="sibTrans" cxnId="{06490285-B4EB-445E-8F6C-74DABC19D5B5}">
      <dgm:prSet/>
      <dgm:spPr/>
      <dgm:t>
        <a:bodyPr/>
        <a:lstStyle/>
        <a:p>
          <a:endParaRPr lang="fr-FR"/>
        </a:p>
      </dgm:t>
    </dgm:pt>
    <dgm:pt modelId="{05B78263-AB40-47D3-BE06-140D0E4AFC22}">
      <dgm:prSet/>
      <dgm:spPr/>
      <dgm:t>
        <a:bodyPr/>
        <a:lstStyle/>
        <a:p>
          <a:pPr rtl="0"/>
          <a:r>
            <a:rPr lang="fr-FR" dirty="0" smtClean="0"/>
            <a:t>C/La réduction des troubles </a:t>
          </a:r>
          <a:r>
            <a:rPr lang="fr-FR" dirty="0" err="1" smtClean="0"/>
            <a:t>extra-pyramidaux</a:t>
          </a:r>
          <a:endParaRPr lang="fr-FR" dirty="0"/>
        </a:p>
      </dgm:t>
    </dgm:pt>
    <dgm:pt modelId="{9BFBBA81-0675-4F61-87D8-C8D9732B1445}" type="parTrans" cxnId="{CFE80A83-75AF-4073-9835-7FD5280FF2CA}">
      <dgm:prSet/>
      <dgm:spPr/>
      <dgm:t>
        <a:bodyPr/>
        <a:lstStyle/>
        <a:p>
          <a:endParaRPr lang="fr-FR"/>
        </a:p>
      </dgm:t>
    </dgm:pt>
    <dgm:pt modelId="{D9E7515B-6611-4766-B9A3-4782134B0859}" type="sibTrans" cxnId="{CFE80A83-75AF-4073-9835-7FD5280FF2CA}">
      <dgm:prSet/>
      <dgm:spPr/>
      <dgm:t>
        <a:bodyPr/>
        <a:lstStyle/>
        <a:p>
          <a:endParaRPr lang="fr-FR"/>
        </a:p>
      </dgm:t>
    </dgm:pt>
    <dgm:pt modelId="{AE8D52D4-03BF-4B89-A30D-B469036D7BFA}">
      <dgm:prSet/>
      <dgm:spPr/>
      <dgm:t>
        <a:bodyPr/>
        <a:lstStyle/>
        <a:p>
          <a:pPr rtl="0"/>
          <a:r>
            <a:rPr lang="fr-FR" dirty="0" smtClean="0"/>
            <a:t>D/Le risque d'induire un émoussement affectif</a:t>
          </a:r>
          <a:endParaRPr lang="fr-FR" dirty="0"/>
        </a:p>
      </dgm:t>
    </dgm:pt>
    <dgm:pt modelId="{A8B5EDF8-84DD-4A03-985E-82FD7888991D}" type="parTrans" cxnId="{D085A36F-A72C-471E-B32B-57C45B9D507F}">
      <dgm:prSet/>
      <dgm:spPr/>
      <dgm:t>
        <a:bodyPr/>
        <a:lstStyle/>
        <a:p>
          <a:endParaRPr lang="fr-FR"/>
        </a:p>
      </dgm:t>
    </dgm:pt>
    <dgm:pt modelId="{9B5E7182-6C24-45DE-AFE4-92C22D06D2B9}" type="sibTrans" cxnId="{D085A36F-A72C-471E-B32B-57C45B9D507F}">
      <dgm:prSet/>
      <dgm:spPr/>
      <dgm:t>
        <a:bodyPr/>
        <a:lstStyle/>
        <a:p>
          <a:endParaRPr lang="fr-FR"/>
        </a:p>
      </dgm:t>
    </dgm:pt>
    <dgm:pt modelId="{2B0E7A0E-D098-4FCE-A5E8-52E94FBC83BC}">
      <dgm:prSet/>
      <dgm:spPr/>
      <dgm:t>
        <a:bodyPr/>
        <a:lstStyle/>
        <a:p>
          <a:pPr rtl="0"/>
          <a:r>
            <a:rPr lang="fr-FR" dirty="0" smtClean="0"/>
            <a:t>E/Une action corticale dominante</a:t>
          </a:r>
          <a:endParaRPr lang="fr-FR" dirty="0"/>
        </a:p>
      </dgm:t>
    </dgm:pt>
    <dgm:pt modelId="{0E342CD7-5407-4AE6-82CC-C78D61DCF8EB}" type="parTrans" cxnId="{8A0C805C-FC39-4B6B-BCA0-7C7C432D6B7B}">
      <dgm:prSet/>
      <dgm:spPr/>
      <dgm:t>
        <a:bodyPr/>
        <a:lstStyle/>
        <a:p>
          <a:endParaRPr lang="fr-FR"/>
        </a:p>
      </dgm:t>
    </dgm:pt>
    <dgm:pt modelId="{CB4B829E-4473-4A5B-A781-BAE0F0AC1EDC}" type="sibTrans" cxnId="{8A0C805C-FC39-4B6B-BCA0-7C7C432D6B7B}">
      <dgm:prSet/>
      <dgm:spPr/>
      <dgm:t>
        <a:bodyPr/>
        <a:lstStyle/>
        <a:p>
          <a:endParaRPr lang="fr-FR"/>
        </a:p>
      </dgm:t>
    </dgm:pt>
    <dgm:pt modelId="{BBB0DCD0-5836-4F6D-904D-1A5EE63B5AE9}">
      <dgm:prSet/>
      <dgm:spPr/>
      <dgm:t>
        <a:bodyPr/>
        <a:lstStyle/>
        <a:p>
          <a:pPr rtl="0"/>
          <a:r>
            <a:rPr lang="fr-FR" dirty="0" smtClean="0"/>
            <a:t>A D </a:t>
          </a:r>
          <a:endParaRPr lang="fr-FR" dirty="0"/>
        </a:p>
      </dgm:t>
    </dgm:pt>
    <dgm:pt modelId="{5EC75509-6328-491A-9B47-01AB232547CB}" type="parTrans" cxnId="{AB4A6A2F-F309-409F-ABA7-73320D91AB12}">
      <dgm:prSet/>
      <dgm:spPr/>
      <dgm:t>
        <a:bodyPr/>
        <a:lstStyle/>
        <a:p>
          <a:endParaRPr lang="fr-FR"/>
        </a:p>
      </dgm:t>
    </dgm:pt>
    <dgm:pt modelId="{5ABBAADC-54C2-4ED1-98D8-5FCDB1F2C7D7}" type="sibTrans" cxnId="{AB4A6A2F-F309-409F-ABA7-73320D91AB12}">
      <dgm:prSet/>
      <dgm:spPr/>
      <dgm:t>
        <a:bodyPr/>
        <a:lstStyle/>
        <a:p>
          <a:endParaRPr lang="fr-FR"/>
        </a:p>
      </dgm:t>
    </dgm:pt>
    <dgm:pt modelId="{8DDFEC81-DADA-4047-AD8B-A2AC7DB16DCD}">
      <dgm:prSet/>
      <dgm:spPr/>
      <dgm:t>
        <a:bodyPr/>
        <a:lstStyle/>
        <a:p>
          <a:pPr rtl="0"/>
          <a:r>
            <a:rPr lang="fr-FR" dirty="0" smtClean="0"/>
            <a:t>C: C’est le contraire, E : action sous corticale </a:t>
          </a:r>
          <a:endParaRPr lang="fr-FR" dirty="0"/>
        </a:p>
      </dgm:t>
    </dgm:pt>
    <dgm:pt modelId="{64DB129D-4498-4925-B0DB-63384E2763BE}" type="parTrans" cxnId="{9A1B6148-1345-40A8-988B-8D500540E609}">
      <dgm:prSet/>
      <dgm:spPr/>
      <dgm:t>
        <a:bodyPr/>
        <a:lstStyle/>
        <a:p>
          <a:endParaRPr lang="fr-FR"/>
        </a:p>
      </dgm:t>
    </dgm:pt>
    <dgm:pt modelId="{964A51E5-C74F-48BA-BC0B-02C9262EDF02}" type="sibTrans" cxnId="{9A1B6148-1345-40A8-988B-8D500540E609}">
      <dgm:prSet/>
      <dgm:spPr/>
      <dgm:t>
        <a:bodyPr/>
        <a:lstStyle/>
        <a:p>
          <a:endParaRPr lang="fr-FR"/>
        </a:p>
      </dgm:t>
    </dgm:pt>
    <dgm:pt modelId="{3D6E6CCA-9459-4DEF-9D00-BC36B58CB746}" type="pres">
      <dgm:prSet presAssocID="{84EC3D72-8318-4A8B-A2EE-B0ADFBC676E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16F78B2-ED4C-4030-8138-DEF89658048F}" type="pres">
      <dgm:prSet presAssocID="{819BAEAF-ABA7-41E8-8C86-75E890BA0C7D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58E97A-754F-416A-B27D-074EA8F7A406}" type="pres">
      <dgm:prSet presAssocID="{85601D46-A3EE-4B4B-B313-70FD5611CF0D}" presName="spacer" presStyleCnt="0"/>
      <dgm:spPr/>
    </dgm:pt>
    <dgm:pt modelId="{32A32782-5EE1-40D7-9D43-31C81B0AFB55}" type="pres">
      <dgm:prSet presAssocID="{D2CFFDE6-2954-4D56-89B5-636930D968EE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6D15E87-06E7-4595-82E4-B41392255450}" type="pres">
      <dgm:prSet presAssocID="{11B71A47-1506-43D1-8F8E-5A07DBCB6AE8}" presName="spacer" presStyleCnt="0"/>
      <dgm:spPr/>
    </dgm:pt>
    <dgm:pt modelId="{2EA398FF-48D2-489E-8C50-35BA689D1AB6}" type="pres">
      <dgm:prSet presAssocID="{13F37525-B40D-442C-9EEB-91CEACC75ABE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28949EF-1C39-4200-94AB-EDCEBB38580B}" type="pres">
      <dgm:prSet presAssocID="{39EB7989-7DA1-44F8-9778-D853CAC95D56}" presName="spacer" presStyleCnt="0"/>
      <dgm:spPr/>
    </dgm:pt>
    <dgm:pt modelId="{2C920D88-4F12-405D-ADB3-6CCCAD94E279}" type="pres">
      <dgm:prSet presAssocID="{05B78263-AB40-47D3-BE06-140D0E4AFC22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388BD6-0955-4C9A-9989-1AC1E45669AB}" type="pres">
      <dgm:prSet presAssocID="{D9E7515B-6611-4766-B9A3-4782134B0859}" presName="spacer" presStyleCnt="0"/>
      <dgm:spPr/>
    </dgm:pt>
    <dgm:pt modelId="{5401F45B-F459-49F9-A88F-6041CB8FAA99}" type="pres">
      <dgm:prSet presAssocID="{AE8D52D4-03BF-4B89-A30D-B469036D7BFA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20396C-5819-4536-AD48-E3FD76E64F7A}" type="pres">
      <dgm:prSet presAssocID="{9B5E7182-6C24-45DE-AFE4-92C22D06D2B9}" presName="spacer" presStyleCnt="0"/>
      <dgm:spPr/>
    </dgm:pt>
    <dgm:pt modelId="{8935D4FE-7671-4042-94B9-3C969EB09AA4}" type="pres">
      <dgm:prSet presAssocID="{2B0E7A0E-D098-4FCE-A5E8-52E94FBC83BC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B5C2E4-D986-43F3-81CE-AD0CD78B408D}" type="pres">
      <dgm:prSet presAssocID="{CB4B829E-4473-4A5B-A781-BAE0F0AC1EDC}" presName="spacer" presStyleCnt="0"/>
      <dgm:spPr/>
    </dgm:pt>
    <dgm:pt modelId="{8F809B6E-53E5-4811-BB1B-C68A44948075}" type="pres">
      <dgm:prSet presAssocID="{BBB0DCD0-5836-4F6D-904D-1A5EE63B5AE9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B619C4E-37A8-4AC2-8487-549462ABF903}" type="pres">
      <dgm:prSet presAssocID="{5ABBAADC-54C2-4ED1-98D8-5FCDB1F2C7D7}" presName="spacer" presStyleCnt="0"/>
      <dgm:spPr/>
    </dgm:pt>
    <dgm:pt modelId="{35108D66-6B0B-49ED-B7F2-3703880967B5}" type="pres">
      <dgm:prSet presAssocID="{8DDFEC81-DADA-4047-AD8B-A2AC7DB16DCD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94EE86F-C3E9-4FE4-8143-EB5542A84A16}" type="presOf" srcId="{BBB0DCD0-5836-4F6D-904D-1A5EE63B5AE9}" destId="{8F809B6E-53E5-4811-BB1B-C68A44948075}" srcOrd="0" destOrd="0" presId="urn:microsoft.com/office/officeart/2005/8/layout/vList2"/>
    <dgm:cxn modelId="{D085A36F-A72C-471E-B32B-57C45B9D507F}" srcId="{84EC3D72-8318-4A8B-A2EE-B0ADFBC676ED}" destId="{AE8D52D4-03BF-4B89-A30D-B469036D7BFA}" srcOrd="4" destOrd="0" parTransId="{A8B5EDF8-84DD-4A03-985E-82FD7888991D}" sibTransId="{9B5E7182-6C24-45DE-AFE4-92C22D06D2B9}"/>
    <dgm:cxn modelId="{347AFCC3-DFA3-4EB1-97C3-E4085D8E9487}" type="presOf" srcId="{13F37525-B40D-442C-9EEB-91CEACC75ABE}" destId="{2EA398FF-48D2-489E-8C50-35BA689D1AB6}" srcOrd="0" destOrd="0" presId="urn:microsoft.com/office/officeart/2005/8/layout/vList2"/>
    <dgm:cxn modelId="{06490285-B4EB-445E-8F6C-74DABC19D5B5}" srcId="{84EC3D72-8318-4A8B-A2EE-B0ADFBC676ED}" destId="{13F37525-B40D-442C-9EEB-91CEACC75ABE}" srcOrd="2" destOrd="0" parTransId="{2D19A2A7-BDA3-4B74-9C7F-9D346A342A77}" sibTransId="{39EB7989-7DA1-44F8-9778-D853CAC95D56}"/>
    <dgm:cxn modelId="{AB4A6A2F-F309-409F-ABA7-73320D91AB12}" srcId="{84EC3D72-8318-4A8B-A2EE-B0ADFBC676ED}" destId="{BBB0DCD0-5836-4F6D-904D-1A5EE63B5AE9}" srcOrd="6" destOrd="0" parTransId="{5EC75509-6328-491A-9B47-01AB232547CB}" sibTransId="{5ABBAADC-54C2-4ED1-98D8-5FCDB1F2C7D7}"/>
    <dgm:cxn modelId="{A24776D0-7AB6-4F17-B4FE-F786B848AE13}" type="presOf" srcId="{D2CFFDE6-2954-4D56-89B5-636930D968EE}" destId="{32A32782-5EE1-40D7-9D43-31C81B0AFB55}" srcOrd="0" destOrd="0" presId="urn:microsoft.com/office/officeart/2005/8/layout/vList2"/>
    <dgm:cxn modelId="{CFE80A83-75AF-4073-9835-7FD5280FF2CA}" srcId="{84EC3D72-8318-4A8B-A2EE-B0ADFBC676ED}" destId="{05B78263-AB40-47D3-BE06-140D0E4AFC22}" srcOrd="3" destOrd="0" parTransId="{9BFBBA81-0675-4F61-87D8-C8D9732B1445}" sibTransId="{D9E7515B-6611-4766-B9A3-4782134B0859}"/>
    <dgm:cxn modelId="{ED0B1218-6A99-4000-9DEC-1B2B2EBCFA47}" srcId="{84EC3D72-8318-4A8B-A2EE-B0ADFBC676ED}" destId="{D2CFFDE6-2954-4D56-89B5-636930D968EE}" srcOrd="1" destOrd="0" parTransId="{FB64B281-8C97-4833-B73F-FBACFDD19200}" sibTransId="{11B71A47-1506-43D1-8F8E-5A07DBCB6AE8}"/>
    <dgm:cxn modelId="{9A1B6148-1345-40A8-988B-8D500540E609}" srcId="{84EC3D72-8318-4A8B-A2EE-B0ADFBC676ED}" destId="{8DDFEC81-DADA-4047-AD8B-A2AC7DB16DCD}" srcOrd="7" destOrd="0" parTransId="{64DB129D-4498-4925-B0DB-63384E2763BE}" sibTransId="{964A51E5-C74F-48BA-BC0B-02C9262EDF02}"/>
    <dgm:cxn modelId="{6F25478F-F969-4782-88F6-B1ED249F6C30}" type="presOf" srcId="{8DDFEC81-DADA-4047-AD8B-A2AC7DB16DCD}" destId="{35108D66-6B0B-49ED-B7F2-3703880967B5}" srcOrd="0" destOrd="0" presId="urn:microsoft.com/office/officeart/2005/8/layout/vList2"/>
    <dgm:cxn modelId="{18A9075A-CE70-4A37-8636-EE11AD6B3B78}" type="presOf" srcId="{05B78263-AB40-47D3-BE06-140D0E4AFC22}" destId="{2C920D88-4F12-405D-ADB3-6CCCAD94E279}" srcOrd="0" destOrd="0" presId="urn:microsoft.com/office/officeart/2005/8/layout/vList2"/>
    <dgm:cxn modelId="{8A0C805C-FC39-4B6B-BCA0-7C7C432D6B7B}" srcId="{84EC3D72-8318-4A8B-A2EE-B0ADFBC676ED}" destId="{2B0E7A0E-D098-4FCE-A5E8-52E94FBC83BC}" srcOrd="5" destOrd="0" parTransId="{0E342CD7-5407-4AE6-82CC-C78D61DCF8EB}" sibTransId="{CB4B829E-4473-4A5B-A781-BAE0F0AC1EDC}"/>
    <dgm:cxn modelId="{AEF7CD86-9944-44C7-B7F3-E92428999EEE}" type="presOf" srcId="{84EC3D72-8318-4A8B-A2EE-B0ADFBC676ED}" destId="{3D6E6CCA-9459-4DEF-9D00-BC36B58CB746}" srcOrd="0" destOrd="0" presId="urn:microsoft.com/office/officeart/2005/8/layout/vList2"/>
    <dgm:cxn modelId="{DFE0243D-7C49-4C11-B9EE-983CFC83174C}" type="presOf" srcId="{2B0E7A0E-D098-4FCE-A5E8-52E94FBC83BC}" destId="{8935D4FE-7671-4042-94B9-3C969EB09AA4}" srcOrd="0" destOrd="0" presId="urn:microsoft.com/office/officeart/2005/8/layout/vList2"/>
    <dgm:cxn modelId="{960844F8-E955-4F44-9F0E-39CAB3E222F6}" type="presOf" srcId="{AE8D52D4-03BF-4B89-A30D-B469036D7BFA}" destId="{5401F45B-F459-49F9-A88F-6041CB8FAA99}" srcOrd="0" destOrd="0" presId="urn:microsoft.com/office/officeart/2005/8/layout/vList2"/>
    <dgm:cxn modelId="{F2B89BC3-1D2B-446E-BA10-97BE5F2E2938}" srcId="{84EC3D72-8318-4A8B-A2EE-B0ADFBC676ED}" destId="{819BAEAF-ABA7-41E8-8C86-75E890BA0C7D}" srcOrd="0" destOrd="0" parTransId="{D78B159F-6831-435A-948E-97A115014399}" sibTransId="{85601D46-A3EE-4B4B-B313-70FD5611CF0D}"/>
    <dgm:cxn modelId="{E1FCFBFC-90A7-4490-BB87-CC77C14BD4AF}" type="presOf" srcId="{819BAEAF-ABA7-41E8-8C86-75E890BA0C7D}" destId="{316F78B2-ED4C-4030-8138-DEF89658048F}" srcOrd="0" destOrd="0" presId="urn:microsoft.com/office/officeart/2005/8/layout/vList2"/>
    <dgm:cxn modelId="{9A79BD2B-F249-4BC1-9456-8F2CA1961C9B}" type="presParOf" srcId="{3D6E6CCA-9459-4DEF-9D00-BC36B58CB746}" destId="{316F78B2-ED4C-4030-8138-DEF89658048F}" srcOrd="0" destOrd="0" presId="urn:microsoft.com/office/officeart/2005/8/layout/vList2"/>
    <dgm:cxn modelId="{E4242A30-F8F7-4659-8928-BBF47E6050AF}" type="presParOf" srcId="{3D6E6CCA-9459-4DEF-9D00-BC36B58CB746}" destId="{2358E97A-754F-416A-B27D-074EA8F7A406}" srcOrd="1" destOrd="0" presId="urn:microsoft.com/office/officeart/2005/8/layout/vList2"/>
    <dgm:cxn modelId="{B714B2A5-1CC6-4A4F-A3B0-BF9D035300AD}" type="presParOf" srcId="{3D6E6CCA-9459-4DEF-9D00-BC36B58CB746}" destId="{32A32782-5EE1-40D7-9D43-31C81B0AFB55}" srcOrd="2" destOrd="0" presId="urn:microsoft.com/office/officeart/2005/8/layout/vList2"/>
    <dgm:cxn modelId="{7B9F9FE7-C99D-4191-920D-1EAE2AE1E80C}" type="presParOf" srcId="{3D6E6CCA-9459-4DEF-9D00-BC36B58CB746}" destId="{D6D15E87-06E7-4595-82E4-B41392255450}" srcOrd="3" destOrd="0" presId="urn:microsoft.com/office/officeart/2005/8/layout/vList2"/>
    <dgm:cxn modelId="{5A519C13-D4CA-48F9-B7CE-5A3BD4E43674}" type="presParOf" srcId="{3D6E6CCA-9459-4DEF-9D00-BC36B58CB746}" destId="{2EA398FF-48D2-489E-8C50-35BA689D1AB6}" srcOrd="4" destOrd="0" presId="urn:microsoft.com/office/officeart/2005/8/layout/vList2"/>
    <dgm:cxn modelId="{870F7E68-8634-41BA-A547-2FDD9E517018}" type="presParOf" srcId="{3D6E6CCA-9459-4DEF-9D00-BC36B58CB746}" destId="{B28949EF-1C39-4200-94AB-EDCEBB38580B}" srcOrd="5" destOrd="0" presId="urn:microsoft.com/office/officeart/2005/8/layout/vList2"/>
    <dgm:cxn modelId="{2AA4C306-10F1-4A4D-BFFE-CEF4ED6DC0BA}" type="presParOf" srcId="{3D6E6CCA-9459-4DEF-9D00-BC36B58CB746}" destId="{2C920D88-4F12-405D-ADB3-6CCCAD94E279}" srcOrd="6" destOrd="0" presId="urn:microsoft.com/office/officeart/2005/8/layout/vList2"/>
    <dgm:cxn modelId="{42E0F01E-94CD-4FF7-882B-6FDF825E0DFF}" type="presParOf" srcId="{3D6E6CCA-9459-4DEF-9D00-BC36B58CB746}" destId="{85388BD6-0955-4C9A-9989-1AC1E45669AB}" srcOrd="7" destOrd="0" presId="urn:microsoft.com/office/officeart/2005/8/layout/vList2"/>
    <dgm:cxn modelId="{848E6FE1-198B-405C-9938-5034CDD2F4F0}" type="presParOf" srcId="{3D6E6CCA-9459-4DEF-9D00-BC36B58CB746}" destId="{5401F45B-F459-49F9-A88F-6041CB8FAA99}" srcOrd="8" destOrd="0" presId="urn:microsoft.com/office/officeart/2005/8/layout/vList2"/>
    <dgm:cxn modelId="{E81E27D9-56F2-4C23-A163-BF2EBED66E60}" type="presParOf" srcId="{3D6E6CCA-9459-4DEF-9D00-BC36B58CB746}" destId="{6120396C-5819-4536-AD48-E3FD76E64F7A}" srcOrd="9" destOrd="0" presId="urn:microsoft.com/office/officeart/2005/8/layout/vList2"/>
    <dgm:cxn modelId="{BBFF29F9-83F5-4558-82BA-10ACF2B219A9}" type="presParOf" srcId="{3D6E6CCA-9459-4DEF-9D00-BC36B58CB746}" destId="{8935D4FE-7671-4042-94B9-3C969EB09AA4}" srcOrd="10" destOrd="0" presId="urn:microsoft.com/office/officeart/2005/8/layout/vList2"/>
    <dgm:cxn modelId="{B9213BC0-91E4-4E3D-B6D4-6EF724911DD8}" type="presParOf" srcId="{3D6E6CCA-9459-4DEF-9D00-BC36B58CB746}" destId="{85B5C2E4-D986-43F3-81CE-AD0CD78B408D}" srcOrd="11" destOrd="0" presId="urn:microsoft.com/office/officeart/2005/8/layout/vList2"/>
    <dgm:cxn modelId="{B5FA2E53-4E44-46A8-8E2F-B979A7FBB6B8}" type="presParOf" srcId="{3D6E6CCA-9459-4DEF-9D00-BC36B58CB746}" destId="{8F809B6E-53E5-4811-BB1B-C68A44948075}" srcOrd="12" destOrd="0" presId="urn:microsoft.com/office/officeart/2005/8/layout/vList2"/>
    <dgm:cxn modelId="{F718A89E-2561-44D6-A6A8-4C06F5D5F4CB}" type="presParOf" srcId="{3D6E6CCA-9459-4DEF-9D00-BC36B58CB746}" destId="{6B619C4E-37A8-4AC2-8487-549462ABF903}" srcOrd="13" destOrd="0" presId="urn:microsoft.com/office/officeart/2005/8/layout/vList2"/>
    <dgm:cxn modelId="{8A8C8394-287A-49D3-BEA0-CACDF5597AA2}" type="presParOf" srcId="{3D6E6CCA-9459-4DEF-9D00-BC36B58CB746}" destId="{35108D66-6B0B-49ED-B7F2-3703880967B5}" srcOrd="14" destOrd="0" presId="urn:microsoft.com/office/officeart/2005/8/layout/vList2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C2AFF4E-4C44-4CCF-85D0-69BE1E51DF53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F4B1EF89-BA19-41F6-8811-7520E3C82D20}">
      <dgm:prSet/>
      <dgm:spPr/>
      <dgm:t>
        <a:bodyPr/>
        <a:lstStyle/>
        <a:p>
          <a:pPr rtl="0"/>
          <a:r>
            <a:rPr lang="fr-FR" dirty="0" smtClean="0"/>
            <a:t>Les neuroleptiques se caractérisent par : </a:t>
          </a:r>
          <a:endParaRPr lang="fr-FR" dirty="0"/>
        </a:p>
      </dgm:t>
    </dgm:pt>
    <dgm:pt modelId="{F21F008D-DA56-4067-8281-E6DC848AADCF}" type="parTrans" cxnId="{4B56F0BE-9A5A-4958-BDD8-E7512A5BDAC1}">
      <dgm:prSet/>
      <dgm:spPr/>
      <dgm:t>
        <a:bodyPr/>
        <a:lstStyle/>
        <a:p>
          <a:endParaRPr lang="fr-FR"/>
        </a:p>
      </dgm:t>
    </dgm:pt>
    <dgm:pt modelId="{764B6A25-A47D-46EE-BA14-48C0C34A4857}" type="sibTrans" cxnId="{4B56F0BE-9A5A-4958-BDD8-E7512A5BDAC1}">
      <dgm:prSet/>
      <dgm:spPr/>
      <dgm:t>
        <a:bodyPr/>
        <a:lstStyle/>
        <a:p>
          <a:endParaRPr lang="fr-FR"/>
        </a:p>
      </dgm:t>
    </dgm:pt>
    <dgm:pt modelId="{712AB7FD-E0F7-4290-B917-E812513B0F4C}">
      <dgm:prSet/>
      <dgm:spPr/>
      <dgm:t>
        <a:bodyPr/>
        <a:lstStyle/>
        <a:p>
          <a:pPr rtl="0"/>
          <a:r>
            <a:rPr lang="fr-FR" dirty="0" smtClean="0"/>
            <a:t>A/Une action inhibitrice sur l’excitation et l’agitation</a:t>
          </a:r>
          <a:endParaRPr lang="fr-FR" dirty="0"/>
        </a:p>
      </dgm:t>
    </dgm:pt>
    <dgm:pt modelId="{BA238B8E-523B-4AE2-81C9-E20815DE3B9B}" type="parTrans" cxnId="{322A3F49-82F3-4B39-B94B-62CC7502099C}">
      <dgm:prSet/>
      <dgm:spPr/>
      <dgm:t>
        <a:bodyPr/>
        <a:lstStyle/>
        <a:p>
          <a:endParaRPr lang="fr-FR"/>
        </a:p>
      </dgm:t>
    </dgm:pt>
    <dgm:pt modelId="{996DD0FC-B90F-4194-92C6-00FEDC646A5F}" type="sibTrans" cxnId="{322A3F49-82F3-4B39-B94B-62CC7502099C}">
      <dgm:prSet/>
      <dgm:spPr/>
      <dgm:t>
        <a:bodyPr/>
        <a:lstStyle/>
        <a:p>
          <a:endParaRPr lang="fr-FR"/>
        </a:p>
      </dgm:t>
    </dgm:pt>
    <dgm:pt modelId="{B84B7A68-04F4-4404-95C5-BCB64617A6E6}">
      <dgm:prSet/>
      <dgm:spPr/>
      <dgm:t>
        <a:bodyPr/>
        <a:lstStyle/>
        <a:p>
          <a:pPr rtl="0"/>
          <a:r>
            <a:rPr lang="fr-FR" dirty="0" smtClean="0"/>
            <a:t>B/La production d’effets dépresseurs respiratoires centraux</a:t>
          </a:r>
          <a:endParaRPr lang="fr-FR" dirty="0"/>
        </a:p>
      </dgm:t>
    </dgm:pt>
    <dgm:pt modelId="{F19D55AA-C1BB-4C1A-8689-C976A7C647D6}" type="parTrans" cxnId="{5F9A975D-222D-40D8-B1F5-D972B9AC1D77}">
      <dgm:prSet/>
      <dgm:spPr/>
      <dgm:t>
        <a:bodyPr/>
        <a:lstStyle/>
        <a:p>
          <a:endParaRPr lang="fr-FR"/>
        </a:p>
      </dgm:t>
    </dgm:pt>
    <dgm:pt modelId="{2E905245-3EF3-41B9-B64C-59DA855FBAA0}" type="sibTrans" cxnId="{5F9A975D-222D-40D8-B1F5-D972B9AC1D77}">
      <dgm:prSet/>
      <dgm:spPr/>
      <dgm:t>
        <a:bodyPr/>
        <a:lstStyle/>
        <a:p>
          <a:endParaRPr lang="fr-FR"/>
        </a:p>
      </dgm:t>
    </dgm:pt>
    <dgm:pt modelId="{748FC958-A5C2-4551-A012-03E0EACAABB0}">
      <dgm:prSet/>
      <dgm:spPr/>
      <dgm:t>
        <a:bodyPr/>
        <a:lstStyle/>
        <a:p>
          <a:pPr rtl="0"/>
          <a:r>
            <a:rPr lang="fr-FR" dirty="0" smtClean="0"/>
            <a:t>C/L’apparition de troubles pyramidaux</a:t>
          </a:r>
          <a:endParaRPr lang="fr-FR" dirty="0"/>
        </a:p>
      </dgm:t>
    </dgm:pt>
    <dgm:pt modelId="{12E27980-D6B6-463A-965C-1820249CF95F}" type="parTrans" cxnId="{58A93D08-9847-46F1-9F70-9D3A5D9B6E4D}">
      <dgm:prSet/>
      <dgm:spPr/>
      <dgm:t>
        <a:bodyPr/>
        <a:lstStyle/>
        <a:p>
          <a:endParaRPr lang="fr-FR"/>
        </a:p>
      </dgm:t>
    </dgm:pt>
    <dgm:pt modelId="{7179AC38-53C0-443B-9535-06D32FB7F7D6}" type="sibTrans" cxnId="{58A93D08-9847-46F1-9F70-9D3A5D9B6E4D}">
      <dgm:prSet/>
      <dgm:spPr/>
      <dgm:t>
        <a:bodyPr/>
        <a:lstStyle/>
        <a:p>
          <a:endParaRPr lang="fr-FR"/>
        </a:p>
      </dgm:t>
    </dgm:pt>
    <dgm:pt modelId="{7C1B2944-593E-4F19-BE71-959EC6B419A7}">
      <dgm:prSet/>
      <dgm:spPr/>
      <dgm:t>
        <a:bodyPr/>
        <a:lstStyle/>
        <a:p>
          <a:pPr rtl="0"/>
          <a:r>
            <a:rPr lang="fr-FR" dirty="0" smtClean="0"/>
            <a:t>D/Une action sous-corticale dominante</a:t>
          </a:r>
          <a:endParaRPr lang="fr-FR" dirty="0"/>
        </a:p>
      </dgm:t>
    </dgm:pt>
    <dgm:pt modelId="{CCA2C397-9E99-4F83-A2F4-62FD01010734}" type="parTrans" cxnId="{EC5CAC02-720D-458B-AAEA-47891849547F}">
      <dgm:prSet/>
      <dgm:spPr/>
      <dgm:t>
        <a:bodyPr/>
        <a:lstStyle/>
        <a:p>
          <a:endParaRPr lang="fr-FR"/>
        </a:p>
      </dgm:t>
    </dgm:pt>
    <dgm:pt modelId="{B292B31E-4F54-463A-95D2-1C3EAB7778D8}" type="sibTrans" cxnId="{EC5CAC02-720D-458B-AAEA-47891849547F}">
      <dgm:prSet/>
      <dgm:spPr/>
      <dgm:t>
        <a:bodyPr/>
        <a:lstStyle/>
        <a:p>
          <a:endParaRPr lang="fr-FR"/>
        </a:p>
      </dgm:t>
    </dgm:pt>
    <dgm:pt modelId="{87238626-E51B-489B-9FC3-C8C6E692EC02}">
      <dgm:prSet/>
      <dgm:spPr/>
      <dgm:t>
        <a:bodyPr/>
        <a:lstStyle/>
        <a:p>
          <a:pPr rtl="0"/>
          <a:r>
            <a:rPr lang="fr-FR" dirty="0" smtClean="0"/>
            <a:t>E/Une levée du freinage de la sécrétion de prolactine</a:t>
          </a:r>
          <a:endParaRPr lang="fr-FR" dirty="0"/>
        </a:p>
      </dgm:t>
    </dgm:pt>
    <dgm:pt modelId="{895216C0-EBC7-4453-939E-514D4606DFA3}" type="parTrans" cxnId="{90124968-67E3-408E-9BC7-37F0F521B80D}">
      <dgm:prSet/>
      <dgm:spPr/>
      <dgm:t>
        <a:bodyPr/>
        <a:lstStyle/>
        <a:p>
          <a:endParaRPr lang="fr-FR"/>
        </a:p>
      </dgm:t>
    </dgm:pt>
    <dgm:pt modelId="{ADAAFA5F-E01D-4D90-A9C8-CB27D4EB5791}" type="sibTrans" cxnId="{90124968-67E3-408E-9BC7-37F0F521B80D}">
      <dgm:prSet/>
      <dgm:spPr/>
      <dgm:t>
        <a:bodyPr/>
        <a:lstStyle/>
        <a:p>
          <a:endParaRPr lang="fr-FR"/>
        </a:p>
      </dgm:t>
    </dgm:pt>
    <dgm:pt modelId="{701A8A23-6DC0-4E48-BFF2-58EFF41532BA}">
      <dgm:prSet/>
      <dgm:spPr/>
      <dgm:t>
        <a:bodyPr/>
        <a:lstStyle/>
        <a:p>
          <a:pPr rtl="0"/>
          <a:r>
            <a:rPr lang="fr-FR" dirty="0" smtClean="0"/>
            <a:t>A D E </a:t>
          </a:r>
          <a:endParaRPr lang="fr-FR" dirty="0"/>
        </a:p>
      </dgm:t>
    </dgm:pt>
    <dgm:pt modelId="{4A31D844-A035-4401-830C-9595F9E2C6EC}" type="parTrans" cxnId="{EF753594-36C2-41B7-8D55-D29444F54B5C}">
      <dgm:prSet/>
      <dgm:spPr/>
      <dgm:t>
        <a:bodyPr/>
        <a:lstStyle/>
        <a:p>
          <a:endParaRPr lang="fr-FR"/>
        </a:p>
      </dgm:t>
    </dgm:pt>
    <dgm:pt modelId="{5268A292-3817-477E-A89C-236A8BE85C0E}" type="sibTrans" cxnId="{EF753594-36C2-41B7-8D55-D29444F54B5C}">
      <dgm:prSet/>
      <dgm:spPr/>
      <dgm:t>
        <a:bodyPr/>
        <a:lstStyle/>
        <a:p>
          <a:endParaRPr lang="fr-FR"/>
        </a:p>
      </dgm:t>
    </dgm:pt>
    <dgm:pt modelId="{9A3EC609-D4D5-4019-AD8C-CBAE28C75BA7}" type="pres">
      <dgm:prSet presAssocID="{6C2AFF4E-4C44-4CCF-85D0-69BE1E51DF5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E265682-D210-424C-B971-C41AE6A9162F}" type="pres">
      <dgm:prSet presAssocID="{F4B1EF89-BA19-41F6-8811-7520E3C82D20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0F23341-1B59-43D7-986A-A7DC9888ABEC}" type="pres">
      <dgm:prSet presAssocID="{764B6A25-A47D-46EE-BA14-48C0C34A4857}" presName="spacer" presStyleCnt="0"/>
      <dgm:spPr/>
    </dgm:pt>
    <dgm:pt modelId="{51786B00-A759-42F0-BA2D-601B19E73C6E}" type="pres">
      <dgm:prSet presAssocID="{712AB7FD-E0F7-4290-B917-E812513B0F4C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6FCFEA9-26A3-46C9-BB6D-50F8D79FDE3C}" type="pres">
      <dgm:prSet presAssocID="{996DD0FC-B90F-4194-92C6-00FEDC646A5F}" presName="spacer" presStyleCnt="0"/>
      <dgm:spPr/>
    </dgm:pt>
    <dgm:pt modelId="{F223041F-53B1-4092-BDAA-9BFFDC6B1314}" type="pres">
      <dgm:prSet presAssocID="{B84B7A68-04F4-4404-95C5-BCB64617A6E6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5039DE-5E06-44F2-A233-2FB26D6CD65F}" type="pres">
      <dgm:prSet presAssocID="{2E905245-3EF3-41B9-B64C-59DA855FBAA0}" presName="spacer" presStyleCnt="0"/>
      <dgm:spPr/>
    </dgm:pt>
    <dgm:pt modelId="{6031F3EB-C555-4087-8123-DDF0AF8F7628}" type="pres">
      <dgm:prSet presAssocID="{748FC958-A5C2-4551-A012-03E0EACAABB0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CA4EF-A62E-4FCF-9283-EB3AF0123EB6}" type="pres">
      <dgm:prSet presAssocID="{7179AC38-53C0-443B-9535-06D32FB7F7D6}" presName="spacer" presStyleCnt="0"/>
      <dgm:spPr/>
    </dgm:pt>
    <dgm:pt modelId="{BE713749-9A34-4A6A-9160-EC9DA980C32B}" type="pres">
      <dgm:prSet presAssocID="{7C1B2944-593E-4F19-BE71-959EC6B419A7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108798-F3FA-48B5-AFF5-3B7B75C60CE2}" type="pres">
      <dgm:prSet presAssocID="{B292B31E-4F54-463A-95D2-1C3EAB7778D8}" presName="spacer" presStyleCnt="0"/>
      <dgm:spPr/>
    </dgm:pt>
    <dgm:pt modelId="{6E2B1F10-6188-4556-A285-4DDE9F32052C}" type="pres">
      <dgm:prSet presAssocID="{87238626-E51B-489B-9FC3-C8C6E692EC02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206014F-B7C4-4CF4-8CEF-E25AE18FDE91}" type="pres">
      <dgm:prSet presAssocID="{ADAAFA5F-E01D-4D90-A9C8-CB27D4EB5791}" presName="spacer" presStyleCnt="0"/>
      <dgm:spPr/>
    </dgm:pt>
    <dgm:pt modelId="{F918BEB9-8035-4A07-8C6C-717B86302368}" type="pres">
      <dgm:prSet presAssocID="{701A8A23-6DC0-4E48-BFF2-58EFF41532BA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22A3F49-82F3-4B39-B94B-62CC7502099C}" srcId="{6C2AFF4E-4C44-4CCF-85D0-69BE1E51DF53}" destId="{712AB7FD-E0F7-4290-B917-E812513B0F4C}" srcOrd="1" destOrd="0" parTransId="{BA238B8E-523B-4AE2-81C9-E20815DE3B9B}" sibTransId="{996DD0FC-B90F-4194-92C6-00FEDC646A5F}"/>
    <dgm:cxn modelId="{D73350B2-F7CB-4D06-AC27-9EACBE34A486}" type="presOf" srcId="{B84B7A68-04F4-4404-95C5-BCB64617A6E6}" destId="{F223041F-53B1-4092-BDAA-9BFFDC6B1314}" srcOrd="0" destOrd="0" presId="urn:microsoft.com/office/officeart/2005/8/layout/vList2"/>
    <dgm:cxn modelId="{954A0960-1DC3-4670-9DD5-AB86F1055E41}" type="presOf" srcId="{7C1B2944-593E-4F19-BE71-959EC6B419A7}" destId="{BE713749-9A34-4A6A-9160-EC9DA980C32B}" srcOrd="0" destOrd="0" presId="urn:microsoft.com/office/officeart/2005/8/layout/vList2"/>
    <dgm:cxn modelId="{EF753594-36C2-41B7-8D55-D29444F54B5C}" srcId="{6C2AFF4E-4C44-4CCF-85D0-69BE1E51DF53}" destId="{701A8A23-6DC0-4E48-BFF2-58EFF41532BA}" srcOrd="6" destOrd="0" parTransId="{4A31D844-A035-4401-830C-9595F9E2C6EC}" sibTransId="{5268A292-3817-477E-A89C-236A8BE85C0E}"/>
    <dgm:cxn modelId="{4B56F0BE-9A5A-4958-BDD8-E7512A5BDAC1}" srcId="{6C2AFF4E-4C44-4CCF-85D0-69BE1E51DF53}" destId="{F4B1EF89-BA19-41F6-8811-7520E3C82D20}" srcOrd="0" destOrd="0" parTransId="{F21F008D-DA56-4067-8281-E6DC848AADCF}" sibTransId="{764B6A25-A47D-46EE-BA14-48C0C34A4857}"/>
    <dgm:cxn modelId="{84DEBD35-63C7-4366-BF39-CCE3CFD7DFE6}" type="presOf" srcId="{712AB7FD-E0F7-4290-B917-E812513B0F4C}" destId="{51786B00-A759-42F0-BA2D-601B19E73C6E}" srcOrd="0" destOrd="0" presId="urn:microsoft.com/office/officeart/2005/8/layout/vList2"/>
    <dgm:cxn modelId="{90124968-67E3-408E-9BC7-37F0F521B80D}" srcId="{6C2AFF4E-4C44-4CCF-85D0-69BE1E51DF53}" destId="{87238626-E51B-489B-9FC3-C8C6E692EC02}" srcOrd="5" destOrd="0" parTransId="{895216C0-EBC7-4453-939E-514D4606DFA3}" sibTransId="{ADAAFA5F-E01D-4D90-A9C8-CB27D4EB5791}"/>
    <dgm:cxn modelId="{EC5CAC02-720D-458B-AAEA-47891849547F}" srcId="{6C2AFF4E-4C44-4CCF-85D0-69BE1E51DF53}" destId="{7C1B2944-593E-4F19-BE71-959EC6B419A7}" srcOrd="4" destOrd="0" parTransId="{CCA2C397-9E99-4F83-A2F4-62FD01010734}" sibTransId="{B292B31E-4F54-463A-95D2-1C3EAB7778D8}"/>
    <dgm:cxn modelId="{8F11FBF6-5737-4493-8574-59F19018383A}" type="presOf" srcId="{87238626-E51B-489B-9FC3-C8C6E692EC02}" destId="{6E2B1F10-6188-4556-A285-4DDE9F32052C}" srcOrd="0" destOrd="0" presId="urn:microsoft.com/office/officeart/2005/8/layout/vList2"/>
    <dgm:cxn modelId="{04077D65-2939-44D9-A158-DC71591AA8CE}" type="presOf" srcId="{6C2AFF4E-4C44-4CCF-85D0-69BE1E51DF53}" destId="{9A3EC609-D4D5-4019-AD8C-CBAE28C75BA7}" srcOrd="0" destOrd="0" presId="urn:microsoft.com/office/officeart/2005/8/layout/vList2"/>
    <dgm:cxn modelId="{58A93D08-9847-46F1-9F70-9D3A5D9B6E4D}" srcId="{6C2AFF4E-4C44-4CCF-85D0-69BE1E51DF53}" destId="{748FC958-A5C2-4551-A012-03E0EACAABB0}" srcOrd="3" destOrd="0" parTransId="{12E27980-D6B6-463A-965C-1820249CF95F}" sibTransId="{7179AC38-53C0-443B-9535-06D32FB7F7D6}"/>
    <dgm:cxn modelId="{8A850DAD-52CE-4FF7-B884-40866EE4A757}" type="presOf" srcId="{701A8A23-6DC0-4E48-BFF2-58EFF41532BA}" destId="{F918BEB9-8035-4A07-8C6C-717B86302368}" srcOrd="0" destOrd="0" presId="urn:microsoft.com/office/officeart/2005/8/layout/vList2"/>
    <dgm:cxn modelId="{E2EFB110-7948-4D28-9FD6-E4A28EAEC611}" type="presOf" srcId="{748FC958-A5C2-4551-A012-03E0EACAABB0}" destId="{6031F3EB-C555-4087-8123-DDF0AF8F7628}" srcOrd="0" destOrd="0" presId="urn:microsoft.com/office/officeart/2005/8/layout/vList2"/>
    <dgm:cxn modelId="{5F9A975D-222D-40D8-B1F5-D972B9AC1D77}" srcId="{6C2AFF4E-4C44-4CCF-85D0-69BE1E51DF53}" destId="{B84B7A68-04F4-4404-95C5-BCB64617A6E6}" srcOrd="2" destOrd="0" parTransId="{F19D55AA-C1BB-4C1A-8689-C976A7C647D6}" sibTransId="{2E905245-3EF3-41B9-B64C-59DA855FBAA0}"/>
    <dgm:cxn modelId="{9EB231A6-DBF6-4438-BA95-9CCDD48D203D}" type="presOf" srcId="{F4B1EF89-BA19-41F6-8811-7520E3C82D20}" destId="{5E265682-D210-424C-B971-C41AE6A9162F}" srcOrd="0" destOrd="0" presId="urn:microsoft.com/office/officeart/2005/8/layout/vList2"/>
    <dgm:cxn modelId="{09C54B34-F6AC-4F49-B223-20A74B18E194}" type="presParOf" srcId="{9A3EC609-D4D5-4019-AD8C-CBAE28C75BA7}" destId="{5E265682-D210-424C-B971-C41AE6A9162F}" srcOrd="0" destOrd="0" presId="urn:microsoft.com/office/officeart/2005/8/layout/vList2"/>
    <dgm:cxn modelId="{C518D685-3CFE-4560-AE2D-CD7C52ED69E8}" type="presParOf" srcId="{9A3EC609-D4D5-4019-AD8C-CBAE28C75BA7}" destId="{10F23341-1B59-43D7-986A-A7DC9888ABEC}" srcOrd="1" destOrd="0" presId="urn:microsoft.com/office/officeart/2005/8/layout/vList2"/>
    <dgm:cxn modelId="{2C2D2E33-4CAA-4C51-82D2-C00085956AE8}" type="presParOf" srcId="{9A3EC609-D4D5-4019-AD8C-CBAE28C75BA7}" destId="{51786B00-A759-42F0-BA2D-601B19E73C6E}" srcOrd="2" destOrd="0" presId="urn:microsoft.com/office/officeart/2005/8/layout/vList2"/>
    <dgm:cxn modelId="{09C7CDFB-D385-40E5-9696-635E148D90B5}" type="presParOf" srcId="{9A3EC609-D4D5-4019-AD8C-CBAE28C75BA7}" destId="{D6FCFEA9-26A3-46C9-BB6D-50F8D79FDE3C}" srcOrd="3" destOrd="0" presId="urn:microsoft.com/office/officeart/2005/8/layout/vList2"/>
    <dgm:cxn modelId="{B1C4F29A-CA58-4D77-A4CA-9672E98934FE}" type="presParOf" srcId="{9A3EC609-D4D5-4019-AD8C-CBAE28C75BA7}" destId="{F223041F-53B1-4092-BDAA-9BFFDC6B1314}" srcOrd="4" destOrd="0" presId="urn:microsoft.com/office/officeart/2005/8/layout/vList2"/>
    <dgm:cxn modelId="{32D1904C-DDAF-4456-B941-337A464E07EA}" type="presParOf" srcId="{9A3EC609-D4D5-4019-AD8C-CBAE28C75BA7}" destId="{FF5039DE-5E06-44F2-A233-2FB26D6CD65F}" srcOrd="5" destOrd="0" presId="urn:microsoft.com/office/officeart/2005/8/layout/vList2"/>
    <dgm:cxn modelId="{E7642242-5517-4383-ADC4-A4A620371F91}" type="presParOf" srcId="{9A3EC609-D4D5-4019-AD8C-CBAE28C75BA7}" destId="{6031F3EB-C555-4087-8123-DDF0AF8F7628}" srcOrd="6" destOrd="0" presId="urn:microsoft.com/office/officeart/2005/8/layout/vList2"/>
    <dgm:cxn modelId="{D04BF0A5-103A-44BE-9286-4E9D769ECC3D}" type="presParOf" srcId="{9A3EC609-D4D5-4019-AD8C-CBAE28C75BA7}" destId="{889CA4EF-A62E-4FCF-9283-EB3AF0123EB6}" srcOrd="7" destOrd="0" presId="urn:microsoft.com/office/officeart/2005/8/layout/vList2"/>
    <dgm:cxn modelId="{C685F98A-51AB-42CB-B529-AB5E23FFE232}" type="presParOf" srcId="{9A3EC609-D4D5-4019-AD8C-CBAE28C75BA7}" destId="{BE713749-9A34-4A6A-9160-EC9DA980C32B}" srcOrd="8" destOrd="0" presId="urn:microsoft.com/office/officeart/2005/8/layout/vList2"/>
    <dgm:cxn modelId="{2C9E0E12-20F6-4DC2-8498-56C1F71DBE19}" type="presParOf" srcId="{9A3EC609-D4D5-4019-AD8C-CBAE28C75BA7}" destId="{22108798-F3FA-48B5-AFF5-3B7B75C60CE2}" srcOrd="9" destOrd="0" presId="urn:microsoft.com/office/officeart/2005/8/layout/vList2"/>
    <dgm:cxn modelId="{6504F452-4DF4-4E22-B375-29EEB181AC3C}" type="presParOf" srcId="{9A3EC609-D4D5-4019-AD8C-CBAE28C75BA7}" destId="{6E2B1F10-6188-4556-A285-4DDE9F32052C}" srcOrd="10" destOrd="0" presId="urn:microsoft.com/office/officeart/2005/8/layout/vList2"/>
    <dgm:cxn modelId="{AE16EE39-7C67-4EF5-97EB-E1A6A27F3EBB}" type="presParOf" srcId="{9A3EC609-D4D5-4019-AD8C-CBAE28C75BA7}" destId="{D206014F-B7C4-4CF4-8CEF-E25AE18FDE91}" srcOrd="11" destOrd="0" presId="urn:microsoft.com/office/officeart/2005/8/layout/vList2"/>
    <dgm:cxn modelId="{A8EAFFB1-1F6D-4C81-9A91-AAA4973B89BB}" type="presParOf" srcId="{9A3EC609-D4D5-4019-AD8C-CBAE28C75BA7}" destId="{F918BEB9-8035-4A07-8C6C-717B86302368}" srcOrd="12" destOrd="0" presId="urn:microsoft.com/office/officeart/2005/8/layout/vList2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2F68BF-2325-4901-9524-78ECF638F310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1D47D78C-2981-432E-8ABB-5676791438F4}">
      <dgm:prSet/>
      <dgm:spPr/>
      <dgm:t>
        <a:bodyPr/>
        <a:lstStyle/>
        <a:p>
          <a:pPr rtl="0"/>
          <a:r>
            <a:rPr lang="fr-FR" dirty="0" smtClean="0"/>
            <a:t>Parmi ces affirmations sur les neuroleptiques, une seule est fausse. Laquelle ? </a:t>
          </a:r>
          <a:endParaRPr lang="fr-FR" dirty="0"/>
        </a:p>
      </dgm:t>
    </dgm:pt>
    <dgm:pt modelId="{1D5FAA27-55EA-43A1-B9C7-9BA321CDA561}" type="parTrans" cxnId="{ED8956F3-9B07-42F3-ABE2-63677153FF9C}">
      <dgm:prSet/>
      <dgm:spPr/>
      <dgm:t>
        <a:bodyPr/>
        <a:lstStyle/>
        <a:p>
          <a:endParaRPr lang="fr-FR"/>
        </a:p>
      </dgm:t>
    </dgm:pt>
    <dgm:pt modelId="{0EB7C378-A75C-4F86-8B59-035396BD7CCC}" type="sibTrans" cxnId="{ED8956F3-9B07-42F3-ABE2-63677153FF9C}">
      <dgm:prSet/>
      <dgm:spPr/>
      <dgm:t>
        <a:bodyPr/>
        <a:lstStyle/>
        <a:p>
          <a:endParaRPr lang="fr-FR"/>
        </a:p>
      </dgm:t>
    </dgm:pt>
    <dgm:pt modelId="{ABBB80B6-101F-4C11-8DB4-BB94173646C1}">
      <dgm:prSet/>
      <dgm:spPr/>
      <dgm:t>
        <a:bodyPr/>
        <a:lstStyle/>
        <a:p>
          <a:pPr rtl="0"/>
          <a:r>
            <a:rPr lang="fr-FR" dirty="0" smtClean="0"/>
            <a:t>A/Certains possèdent des propriétés </a:t>
          </a:r>
          <a:r>
            <a:rPr lang="fr-FR" dirty="0" err="1" smtClean="0"/>
            <a:t>anticholinergiques</a:t>
          </a:r>
          <a:endParaRPr lang="fr-FR" dirty="0"/>
        </a:p>
      </dgm:t>
    </dgm:pt>
    <dgm:pt modelId="{75E10F78-898E-4555-9755-77FFF09F22F5}" type="parTrans" cxnId="{2ACDE0D8-82EE-42C4-AF1D-80E956B8B935}">
      <dgm:prSet/>
      <dgm:spPr/>
      <dgm:t>
        <a:bodyPr/>
        <a:lstStyle/>
        <a:p>
          <a:endParaRPr lang="fr-FR"/>
        </a:p>
      </dgm:t>
    </dgm:pt>
    <dgm:pt modelId="{EFC038E1-F3F8-4A21-B515-2BBF16BB9368}" type="sibTrans" cxnId="{2ACDE0D8-82EE-42C4-AF1D-80E956B8B935}">
      <dgm:prSet/>
      <dgm:spPr/>
      <dgm:t>
        <a:bodyPr/>
        <a:lstStyle/>
        <a:p>
          <a:endParaRPr lang="fr-FR"/>
        </a:p>
      </dgm:t>
    </dgm:pt>
    <dgm:pt modelId="{52F04382-5FB5-4A42-8E07-FEAF3EE1BA99}">
      <dgm:prSet/>
      <dgm:spPr/>
      <dgm:t>
        <a:bodyPr/>
        <a:lstStyle/>
        <a:p>
          <a:pPr rtl="0"/>
          <a:r>
            <a:rPr lang="fr-FR" dirty="0" smtClean="0"/>
            <a:t>B/Ils stimulent les récepteurs dopaminergiques</a:t>
          </a:r>
          <a:endParaRPr lang="fr-FR" dirty="0"/>
        </a:p>
      </dgm:t>
    </dgm:pt>
    <dgm:pt modelId="{28E51C24-A391-40BF-913A-373FF0A36571}" type="parTrans" cxnId="{7D0FF2DA-1A1D-4FC3-93BD-6EFA151F8852}">
      <dgm:prSet/>
      <dgm:spPr/>
      <dgm:t>
        <a:bodyPr/>
        <a:lstStyle/>
        <a:p>
          <a:endParaRPr lang="fr-FR"/>
        </a:p>
      </dgm:t>
    </dgm:pt>
    <dgm:pt modelId="{67CC8316-0091-4C12-A817-FD12011AECAE}" type="sibTrans" cxnId="{7D0FF2DA-1A1D-4FC3-93BD-6EFA151F8852}">
      <dgm:prSet/>
      <dgm:spPr/>
      <dgm:t>
        <a:bodyPr/>
        <a:lstStyle/>
        <a:p>
          <a:endParaRPr lang="fr-FR"/>
        </a:p>
      </dgm:t>
    </dgm:pt>
    <dgm:pt modelId="{AC610BD8-05C5-4764-8180-65D075520F2D}">
      <dgm:prSet/>
      <dgm:spPr/>
      <dgm:t>
        <a:bodyPr/>
        <a:lstStyle/>
        <a:p>
          <a:pPr rtl="0"/>
          <a:r>
            <a:rPr lang="fr-FR" dirty="0" smtClean="0"/>
            <a:t>C/Ils peuvent être responsables d'hyperthermie</a:t>
          </a:r>
          <a:endParaRPr lang="fr-FR" dirty="0"/>
        </a:p>
      </dgm:t>
    </dgm:pt>
    <dgm:pt modelId="{B44D9D60-265D-4E1C-AE98-1067BFD53AAA}" type="parTrans" cxnId="{F8CD4C12-0D42-47A7-88A4-39F44459C3D3}">
      <dgm:prSet/>
      <dgm:spPr/>
      <dgm:t>
        <a:bodyPr/>
        <a:lstStyle/>
        <a:p>
          <a:endParaRPr lang="fr-FR"/>
        </a:p>
      </dgm:t>
    </dgm:pt>
    <dgm:pt modelId="{DABC396D-59DF-4DE2-9D0D-168E2991543B}" type="sibTrans" cxnId="{F8CD4C12-0D42-47A7-88A4-39F44459C3D3}">
      <dgm:prSet/>
      <dgm:spPr/>
      <dgm:t>
        <a:bodyPr/>
        <a:lstStyle/>
        <a:p>
          <a:endParaRPr lang="fr-FR"/>
        </a:p>
      </dgm:t>
    </dgm:pt>
    <dgm:pt modelId="{1FAF750C-2B38-40C7-B53C-C792210A1B14}">
      <dgm:prSet/>
      <dgm:spPr/>
      <dgm:t>
        <a:bodyPr/>
        <a:lstStyle/>
        <a:p>
          <a:pPr rtl="0"/>
          <a:r>
            <a:rPr lang="fr-FR" dirty="0" smtClean="0"/>
            <a:t>D/Ils sont responsables de troubles extrapyramidaux</a:t>
          </a:r>
          <a:endParaRPr lang="fr-FR" dirty="0"/>
        </a:p>
      </dgm:t>
    </dgm:pt>
    <dgm:pt modelId="{A0E91AEE-3744-420E-8DE4-E729182ABC47}" type="parTrans" cxnId="{4F456CCD-BB9C-478C-AB72-DE9D0B9E8E80}">
      <dgm:prSet/>
      <dgm:spPr/>
      <dgm:t>
        <a:bodyPr/>
        <a:lstStyle/>
        <a:p>
          <a:endParaRPr lang="fr-FR"/>
        </a:p>
      </dgm:t>
    </dgm:pt>
    <dgm:pt modelId="{5BBFAD14-5196-46BD-85D0-DC12FB49C43E}" type="sibTrans" cxnId="{4F456CCD-BB9C-478C-AB72-DE9D0B9E8E80}">
      <dgm:prSet/>
      <dgm:spPr/>
      <dgm:t>
        <a:bodyPr/>
        <a:lstStyle/>
        <a:p>
          <a:endParaRPr lang="fr-FR"/>
        </a:p>
      </dgm:t>
    </dgm:pt>
    <dgm:pt modelId="{DCAC6F4F-10D8-48B1-A9D3-D6BB5372D73D}">
      <dgm:prSet/>
      <dgm:spPr/>
      <dgm:t>
        <a:bodyPr/>
        <a:lstStyle/>
        <a:p>
          <a:pPr rtl="0"/>
          <a:r>
            <a:rPr lang="fr-FR" dirty="0" smtClean="0"/>
            <a:t>E/Ils ne doivent pas être associés à de l'alcool</a:t>
          </a:r>
          <a:endParaRPr lang="fr-FR" dirty="0"/>
        </a:p>
      </dgm:t>
    </dgm:pt>
    <dgm:pt modelId="{9E16FC6A-7DB4-45B6-9DE2-6586CAAB0384}" type="parTrans" cxnId="{F324429B-F542-4485-B05B-84495F69B31B}">
      <dgm:prSet/>
      <dgm:spPr/>
      <dgm:t>
        <a:bodyPr/>
        <a:lstStyle/>
        <a:p>
          <a:endParaRPr lang="fr-FR"/>
        </a:p>
      </dgm:t>
    </dgm:pt>
    <dgm:pt modelId="{2D81EFD2-8E29-46A1-B50A-7488548395D9}" type="sibTrans" cxnId="{F324429B-F542-4485-B05B-84495F69B31B}">
      <dgm:prSet/>
      <dgm:spPr/>
      <dgm:t>
        <a:bodyPr/>
        <a:lstStyle/>
        <a:p>
          <a:endParaRPr lang="fr-FR"/>
        </a:p>
      </dgm:t>
    </dgm:pt>
    <dgm:pt modelId="{45577155-8091-4153-AA12-BFEA126D4C66}">
      <dgm:prSet/>
      <dgm:spPr/>
      <dgm:t>
        <a:bodyPr/>
        <a:lstStyle/>
        <a:p>
          <a:pPr rtl="0"/>
          <a:r>
            <a:rPr lang="fr-FR" dirty="0" smtClean="0"/>
            <a:t>B : antagoniste dopaminergique</a:t>
          </a:r>
          <a:endParaRPr lang="fr-FR" dirty="0"/>
        </a:p>
      </dgm:t>
    </dgm:pt>
    <dgm:pt modelId="{61ACE314-28C9-40B7-B6B0-ADE90190F1A8}" type="parTrans" cxnId="{42A3B15F-1C5F-462D-A591-1FB3A81176DE}">
      <dgm:prSet/>
      <dgm:spPr/>
      <dgm:t>
        <a:bodyPr/>
        <a:lstStyle/>
        <a:p>
          <a:endParaRPr lang="fr-FR"/>
        </a:p>
      </dgm:t>
    </dgm:pt>
    <dgm:pt modelId="{BB199567-F13C-4895-AF17-9F457D2F5355}" type="sibTrans" cxnId="{42A3B15F-1C5F-462D-A591-1FB3A81176DE}">
      <dgm:prSet/>
      <dgm:spPr/>
      <dgm:t>
        <a:bodyPr/>
        <a:lstStyle/>
        <a:p>
          <a:endParaRPr lang="fr-FR"/>
        </a:p>
      </dgm:t>
    </dgm:pt>
    <dgm:pt modelId="{4CAF8413-8266-4493-AD38-812A408960AF}" type="pres">
      <dgm:prSet presAssocID="{6B2F68BF-2325-4901-9524-78ECF638F31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7FFF3FC-7832-4CFD-91FA-278CE1CE3E04}" type="pres">
      <dgm:prSet presAssocID="{1D47D78C-2981-432E-8ABB-5676791438F4}" presName="parentText" presStyleLbl="node1" presStyleIdx="0" presStyleCnt="7" custScaleY="338928" custLinFactY="-103611" custLinFactNeighborX="-348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EC801A-FBE7-48A3-B36E-F756398FEB7B}" type="pres">
      <dgm:prSet presAssocID="{0EB7C378-A75C-4F86-8B59-035396BD7CCC}" presName="spacer" presStyleCnt="0"/>
      <dgm:spPr/>
    </dgm:pt>
    <dgm:pt modelId="{68839A4E-6589-4805-B993-C4637345999A}" type="pres">
      <dgm:prSet presAssocID="{ABBB80B6-101F-4C11-8DB4-BB94173646C1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E8E51B9-12ED-4CE0-A6C0-4A8CB1D3B170}" type="pres">
      <dgm:prSet presAssocID="{EFC038E1-F3F8-4A21-B515-2BBF16BB9368}" presName="spacer" presStyleCnt="0"/>
      <dgm:spPr/>
    </dgm:pt>
    <dgm:pt modelId="{C40A2B83-9444-4534-A4F1-23E4A0161B09}" type="pres">
      <dgm:prSet presAssocID="{52F04382-5FB5-4A42-8E07-FEAF3EE1BA99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DAEDC87-22D3-4723-880A-6349E8CD5CDC}" type="pres">
      <dgm:prSet presAssocID="{67CC8316-0091-4C12-A817-FD12011AECAE}" presName="spacer" presStyleCnt="0"/>
      <dgm:spPr/>
    </dgm:pt>
    <dgm:pt modelId="{8C0F3A08-93C2-40F2-95BF-B6A7F9E86EC9}" type="pres">
      <dgm:prSet presAssocID="{AC610BD8-05C5-4764-8180-65D075520F2D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00C1CE-5EBA-4EAF-A034-61C0FCAA2424}" type="pres">
      <dgm:prSet presAssocID="{DABC396D-59DF-4DE2-9D0D-168E2991543B}" presName="spacer" presStyleCnt="0"/>
      <dgm:spPr/>
    </dgm:pt>
    <dgm:pt modelId="{79A11682-004F-46B3-9160-65E38721DD27}" type="pres">
      <dgm:prSet presAssocID="{1FAF750C-2B38-40C7-B53C-C792210A1B14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9A0D7E8-C288-44CF-B4F2-C96A842A83EF}" type="pres">
      <dgm:prSet presAssocID="{5BBFAD14-5196-46BD-85D0-DC12FB49C43E}" presName="spacer" presStyleCnt="0"/>
      <dgm:spPr/>
    </dgm:pt>
    <dgm:pt modelId="{E482D653-88ED-4707-96EA-AF6FA4737EF2}" type="pres">
      <dgm:prSet presAssocID="{DCAC6F4F-10D8-48B1-A9D3-D6BB5372D73D}" presName="parentText" presStyleLbl="node1" presStyleIdx="5" presStyleCnt="7" custLinFactNeighborX="-348" custLinFactNeighborY="6683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E6C53BA-D292-4173-A39A-1C4B04DE5C2D}" type="pres">
      <dgm:prSet presAssocID="{2D81EFD2-8E29-46A1-B50A-7488548395D9}" presName="spacer" presStyleCnt="0"/>
      <dgm:spPr/>
    </dgm:pt>
    <dgm:pt modelId="{256C36D9-1D17-477D-A35C-442B57E38393}" type="pres">
      <dgm:prSet presAssocID="{45577155-8091-4153-AA12-BFEA126D4C6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8CD4C12-0D42-47A7-88A4-39F44459C3D3}" srcId="{6B2F68BF-2325-4901-9524-78ECF638F310}" destId="{AC610BD8-05C5-4764-8180-65D075520F2D}" srcOrd="3" destOrd="0" parTransId="{B44D9D60-265D-4E1C-AE98-1067BFD53AAA}" sibTransId="{DABC396D-59DF-4DE2-9D0D-168E2991543B}"/>
    <dgm:cxn modelId="{2ACDE0D8-82EE-42C4-AF1D-80E956B8B935}" srcId="{6B2F68BF-2325-4901-9524-78ECF638F310}" destId="{ABBB80B6-101F-4C11-8DB4-BB94173646C1}" srcOrd="1" destOrd="0" parTransId="{75E10F78-898E-4555-9755-77FFF09F22F5}" sibTransId="{EFC038E1-F3F8-4A21-B515-2BBF16BB9368}"/>
    <dgm:cxn modelId="{6612DFEE-6332-4781-A3D8-BF72FE759087}" type="presOf" srcId="{45577155-8091-4153-AA12-BFEA126D4C66}" destId="{256C36D9-1D17-477D-A35C-442B57E38393}" srcOrd="0" destOrd="0" presId="urn:microsoft.com/office/officeart/2005/8/layout/vList2"/>
    <dgm:cxn modelId="{BC7F7C6C-2737-4942-AEE0-5E02B12FB536}" type="presOf" srcId="{6B2F68BF-2325-4901-9524-78ECF638F310}" destId="{4CAF8413-8266-4493-AD38-812A408960AF}" srcOrd="0" destOrd="0" presId="urn:microsoft.com/office/officeart/2005/8/layout/vList2"/>
    <dgm:cxn modelId="{4E2337CB-9A24-4C5D-9611-CBDE7D4BD795}" type="presOf" srcId="{52F04382-5FB5-4A42-8E07-FEAF3EE1BA99}" destId="{C40A2B83-9444-4534-A4F1-23E4A0161B09}" srcOrd="0" destOrd="0" presId="urn:microsoft.com/office/officeart/2005/8/layout/vList2"/>
    <dgm:cxn modelId="{3803222D-9D45-42A6-9383-D6EBCE76432A}" type="presOf" srcId="{1D47D78C-2981-432E-8ABB-5676791438F4}" destId="{D7FFF3FC-7832-4CFD-91FA-278CE1CE3E04}" srcOrd="0" destOrd="0" presId="urn:microsoft.com/office/officeart/2005/8/layout/vList2"/>
    <dgm:cxn modelId="{2468B753-61D0-46A6-B381-D3F1F439FE81}" type="presOf" srcId="{1FAF750C-2B38-40C7-B53C-C792210A1B14}" destId="{79A11682-004F-46B3-9160-65E38721DD27}" srcOrd="0" destOrd="0" presId="urn:microsoft.com/office/officeart/2005/8/layout/vList2"/>
    <dgm:cxn modelId="{42A3B15F-1C5F-462D-A591-1FB3A81176DE}" srcId="{6B2F68BF-2325-4901-9524-78ECF638F310}" destId="{45577155-8091-4153-AA12-BFEA126D4C66}" srcOrd="6" destOrd="0" parTransId="{61ACE314-28C9-40B7-B6B0-ADE90190F1A8}" sibTransId="{BB199567-F13C-4895-AF17-9F457D2F5355}"/>
    <dgm:cxn modelId="{BB21B3F8-0ED6-46F9-9F93-59430BAF9CBC}" type="presOf" srcId="{DCAC6F4F-10D8-48B1-A9D3-D6BB5372D73D}" destId="{E482D653-88ED-4707-96EA-AF6FA4737EF2}" srcOrd="0" destOrd="0" presId="urn:microsoft.com/office/officeart/2005/8/layout/vList2"/>
    <dgm:cxn modelId="{ED8956F3-9B07-42F3-ABE2-63677153FF9C}" srcId="{6B2F68BF-2325-4901-9524-78ECF638F310}" destId="{1D47D78C-2981-432E-8ABB-5676791438F4}" srcOrd="0" destOrd="0" parTransId="{1D5FAA27-55EA-43A1-B9C7-9BA321CDA561}" sibTransId="{0EB7C378-A75C-4F86-8B59-035396BD7CCC}"/>
    <dgm:cxn modelId="{C965F99A-7C7E-4352-B211-B7CDC1B64C0A}" type="presOf" srcId="{ABBB80B6-101F-4C11-8DB4-BB94173646C1}" destId="{68839A4E-6589-4805-B993-C4637345999A}" srcOrd="0" destOrd="0" presId="urn:microsoft.com/office/officeart/2005/8/layout/vList2"/>
    <dgm:cxn modelId="{7D0FF2DA-1A1D-4FC3-93BD-6EFA151F8852}" srcId="{6B2F68BF-2325-4901-9524-78ECF638F310}" destId="{52F04382-5FB5-4A42-8E07-FEAF3EE1BA99}" srcOrd="2" destOrd="0" parTransId="{28E51C24-A391-40BF-913A-373FF0A36571}" sibTransId="{67CC8316-0091-4C12-A817-FD12011AECAE}"/>
    <dgm:cxn modelId="{F324429B-F542-4485-B05B-84495F69B31B}" srcId="{6B2F68BF-2325-4901-9524-78ECF638F310}" destId="{DCAC6F4F-10D8-48B1-A9D3-D6BB5372D73D}" srcOrd="5" destOrd="0" parTransId="{9E16FC6A-7DB4-45B6-9DE2-6586CAAB0384}" sibTransId="{2D81EFD2-8E29-46A1-B50A-7488548395D9}"/>
    <dgm:cxn modelId="{4F456CCD-BB9C-478C-AB72-DE9D0B9E8E80}" srcId="{6B2F68BF-2325-4901-9524-78ECF638F310}" destId="{1FAF750C-2B38-40C7-B53C-C792210A1B14}" srcOrd="4" destOrd="0" parTransId="{A0E91AEE-3744-420E-8DE4-E729182ABC47}" sibTransId="{5BBFAD14-5196-46BD-85D0-DC12FB49C43E}"/>
    <dgm:cxn modelId="{79819123-A6B4-42FC-9209-6F5F2AD9BB44}" type="presOf" srcId="{AC610BD8-05C5-4764-8180-65D075520F2D}" destId="{8C0F3A08-93C2-40F2-95BF-B6A7F9E86EC9}" srcOrd="0" destOrd="0" presId="urn:microsoft.com/office/officeart/2005/8/layout/vList2"/>
    <dgm:cxn modelId="{C8613E1E-DAE2-418A-B10F-D6166BBF8F14}" type="presParOf" srcId="{4CAF8413-8266-4493-AD38-812A408960AF}" destId="{D7FFF3FC-7832-4CFD-91FA-278CE1CE3E04}" srcOrd="0" destOrd="0" presId="urn:microsoft.com/office/officeart/2005/8/layout/vList2"/>
    <dgm:cxn modelId="{3F2EE0B2-87C4-43DE-B855-38305682C260}" type="presParOf" srcId="{4CAF8413-8266-4493-AD38-812A408960AF}" destId="{D8EC801A-FBE7-48A3-B36E-F756398FEB7B}" srcOrd="1" destOrd="0" presId="urn:microsoft.com/office/officeart/2005/8/layout/vList2"/>
    <dgm:cxn modelId="{4B278914-664C-4ED7-B5AC-7A96958C0F58}" type="presParOf" srcId="{4CAF8413-8266-4493-AD38-812A408960AF}" destId="{68839A4E-6589-4805-B993-C4637345999A}" srcOrd="2" destOrd="0" presId="urn:microsoft.com/office/officeart/2005/8/layout/vList2"/>
    <dgm:cxn modelId="{F126F863-567B-4AF4-80B2-C0606808C292}" type="presParOf" srcId="{4CAF8413-8266-4493-AD38-812A408960AF}" destId="{EE8E51B9-12ED-4CE0-A6C0-4A8CB1D3B170}" srcOrd="3" destOrd="0" presId="urn:microsoft.com/office/officeart/2005/8/layout/vList2"/>
    <dgm:cxn modelId="{4ADADC00-C194-4E82-B3C6-EDA904E2283A}" type="presParOf" srcId="{4CAF8413-8266-4493-AD38-812A408960AF}" destId="{C40A2B83-9444-4534-A4F1-23E4A0161B09}" srcOrd="4" destOrd="0" presId="urn:microsoft.com/office/officeart/2005/8/layout/vList2"/>
    <dgm:cxn modelId="{724DE2EF-2A3C-479E-BC54-67D16349EA2C}" type="presParOf" srcId="{4CAF8413-8266-4493-AD38-812A408960AF}" destId="{ADAEDC87-22D3-4723-880A-6349E8CD5CDC}" srcOrd="5" destOrd="0" presId="urn:microsoft.com/office/officeart/2005/8/layout/vList2"/>
    <dgm:cxn modelId="{11AFE3AF-BA16-4CA7-B2B3-BD41DE07EF8A}" type="presParOf" srcId="{4CAF8413-8266-4493-AD38-812A408960AF}" destId="{8C0F3A08-93C2-40F2-95BF-B6A7F9E86EC9}" srcOrd="6" destOrd="0" presId="urn:microsoft.com/office/officeart/2005/8/layout/vList2"/>
    <dgm:cxn modelId="{5621250F-DC5A-40BF-9008-5D4539AF706F}" type="presParOf" srcId="{4CAF8413-8266-4493-AD38-812A408960AF}" destId="{1B00C1CE-5EBA-4EAF-A034-61C0FCAA2424}" srcOrd="7" destOrd="0" presId="urn:microsoft.com/office/officeart/2005/8/layout/vList2"/>
    <dgm:cxn modelId="{E503E8AD-AB9C-42F1-B5AB-CCA429E35607}" type="presParOf" srcId="{4CAF8413-8266-4493-AD38-812A408960AF}" destId="{79A11682-004F-46B3-9160-65E38721DD27}" srcOrd="8" destOrd="0" presId="urn:microsoft.com/office/officeart/2005/8/layout/vList2"/>
    <dgm:cxn modelId="{8DCE9821-B331-4D43-86AB-2797F554A0D5}" type="presParOf" srcId="{4CAF8413-8266-4493-AD38-812A408960AF}" destId="{29A0D7E8-C288-44CF-B4F2-C96A842A83EF}" srcOrd="9" destOrd="0" presId="urn:microsoft.com/office/officeart/2005/8/layout/vList2"/>
    <dgm:cxn modelId="{78505D6E-3DA3-45A1-B6C2-DB813CD34090}" type="presParOf" srcId="{4CAF8413-8266-4493-AD38-812A408960AF}" destId="{E482D653-88ED-4707-96EA-AF6FA4737EF2}" srcOrd="10" destOrd="0" presId="urn:microsoft.com/office/officeart/2005/8/layout/vList2"/>
    <dgm:cxn modelId="{883E60DA-B944-48F4-AF78-443F57B6F3E9}" type="presParOf" srcId="{4CAF8413-8266-4493-AD38-812A408960AF}" destId="{5E6C53BA-D292-4173-A39A-1C4B04DE5C2D}" srcOrd="11" destOrd="0" presId="urn:microsoft.com/office/officeart/2005/8/layout/vList2"/>
    <dgm:cxn modelId="{BFED7135-F683-4A44-8DA8-1995ACED817A}" type="presParOf" srcId="{4CAF8413-8266-4493-AD38-812A408960AF}" destId="{256C36D9-1D17-477D-A35C-442B57E38393}" srcOrd="12" destOrd="0" presId="urn:microsoft.com/office/officeart/2005/8/layout/vList2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B9BE6AB-E4F9-4E9D-BF2C-4180F03F0EA6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F0FD63A9-F871-44BF-8959-E18B7669D71C}">
      <dgm:prSet/>
      <dgm:spPr/>
      <dgm:t>
        <a:bodyPr/>
        <a:lstStyle/>
        <a:p>
          <a:pPr rtl="0"/>
          <a:r>
            <a:rPr lang="fr-FR" dirty="0" smtClean="0"/>
            <a:t>Dans le tableau classique de la bouffée délirante aiguë on observe :</a:t>
          </a:r>
          <a:endParaRPr lang="fr-FR" dirty="0"/>
        </a:p>
      </dgm:t>
    </dgm:pt>
    <dgm:pt modelId="{F7EA4FB1-21C4-44A1-A94C-622EB63EA6CC}" type="parTrans" cxnId="{284525B3-ED04-4670-B4F5-0D18DCA71FE1}">
      <dgm:prSet/>
      <dgm:spPr/>
      <dgm:t>
        <a:bodyPr/>
        <a:lstStyle/>
        <a:p>
          <a:endParaRPr lang="fr-FR"/>
        </a:p>
      </dgm:t>
    </dgm:pt>
    <dgm:pt modelId="{325338AB-4C2B-46E9-B07E-60BE200CD108}" type="sibTrans" cxnId="{284525B3-ED04-4670-B4F5-0D18DCA71FE1}">
      <dgm:prSet/>
      <dgm:spPr/>
      <dgm:t>
        <a:bodyPr/>
        <a:lstStyle/>
        <a:p>
          <a:endParaRPr lang="fr-FR"/>
        </a:p>
      </dgm:t>
    </dgm:pt>
    <dgm:pt modelId="{153161CC-84B9-41F9-B24E-1172F416B309}">
      <dgm:prSet/>
      <dgm:spPr/>
      <dgm:t>
        <a:bodyPr/>
        <a:lstStyle/>
        <a:p>
          <a:pPr rtl="0"/>
          <a:r>
            <a:rPr lang="fr-FR" dirty="0" smtClean="0"/>
            <a:t>A   des idées délirantes polymorphes</a:t>
          </a:r>
          <a:endParaRPr lang="fr-FR" dirty="0"/>
        </a:p>
      </dgm:t>
    </dgm:pt>
    <dgm:pt modelId="{4E3BFC3F-9829-429C-B713-D74F0B185C37}" type="parTrans" cxnId="{1DDE032D-4A2B-41EA-8726-8FB91AD88F93}">
      <dgm:prSet/>
      <dgm:spPr/>
      <dgm:t>
        <a:bodyPr/>
        <a:lstStyle/>
        <a:p>
          <a:endParaRPr lang="fr-FR"/>
        </a:p>
      </dgm:t>
    </dgm:pt>
    <dgm:pt modelId="{1821FA92-8F40-4544-BDFA-98B138447E57}" type="sibTrans" cxnId="{1DDE032D-4A2B-41EA-8726-8FB91AD88F93}">
      <dgm:prSet/>
      <dgm:spPr/>
      <dgm:t>
        <a:bodyPr/>
        <a:lstStyle/>
        <a:p>
          <a:endParaRPr lang="fr-FR"/>
        </a:p>
      </dgm:t>
    </dgm:pt>
    <dgm:pt modelId="{6194853E-8943-450C-A2A3-9AD4A48047DB}">
      <dgm:prSet/>
      <dgm:spPr/>
      <dgm:t>
        <a:bodyPr/>
        <a:lstStyle/>
        <a:p>
          <a:pPr rtl="0"/>
          <a:r>
            <a:rPr lang="fr-FR" dirty="0" smtClean="0"/>
            <a:t>B   un automatisme mental</a:t>
          </a:r>
          <a:endParaRPr lang="fr-FR" dirty="0"/>
        </a:p>
      </dgm:t>
    </dgm:pt>
    <dgm:pt modelId="{7BD23F61-930B-4B84-91D1-0F029E9B6C18}" type="parTrans" cxnId="{76CF8FC4-E82C-4ED3-8E46-0B60AB2E858C}">
      <dgm:prSet/>
      <dgm:spPr/>
      <dgm:t>
        <a:bodyPr/>
        <a:lstStyle/>
        <a:p>
          <a:endParaRPr lang="fr-FR"/>
        </a:p>
      </dgm:t>
    </dgm:pt>
    <dgm:pt modelId="{F242E9AA-FFAD-4C79-81ED-6523DA6383E9}" type="sibTrans" cxnId="{76CF8FC4-E82C-4ED3-8E46-0B60AB2E858C}">
      <dgm:prSet/>
      <dgm:spPr/>
      <dgm:t>
        <a:bodyPr/>
        <a:lstStyle/>
        <a:p>
          <a:endParaRPr lang="fr-FR"/>
        </a:p>
      </dgm:t>
    </dgm:pt>
    <dgm:pt modelId="{1E8A06EB-52D3-4F58-8B6E-971D173B39AE}">
      <dgm:prSet/>
      <dgm:spPr/>
      <dgm:t>
        <a:bodyPr/>
        <a:lstStyle/>
        <a:p>
          <a:pPr rtl="0"/>
          <a:r>
            <a:rPr lang="fr-FR" dirty="0" smtClean="0"/>
            <a:t>C   des hallucinations auditives</a:t>
          </a:r>
          <a:endParaRPr lang="fr-FR" dirty="0"/>
        </a:p>
      </dgm:t>
    </dgm:pt>
    <dgm:pt modelId="{FA13AEDD-8F7C-4BBD-978B-59F0192ECA9F}" type="parTrans" cxnId="{BDC77EB6-AD95-4B83-93A2-DB24D9F45F8D}">
      <dgm:prSet/>
      <dgm:spPr/>
      <dgm:t>
        <a:bodyPr/>
        <a:lstStyle/>
        <a:p>
          <a:endParaRPr lang="fr-FR"/>
        </a:p>
      </dgm:t>
    </dgm:pt>
    <dgm:pt modelId="{EC4A63A5-3195-447B-8800-4F5488DD7DB3}" type="sibTrans" cxnId="{BDC77EB6-AD95-4B83-93A2-DB24D9F45F8D}">
      <dgm:prSet/>
      <dgm:spPr/>
      <dgm:t>
        <a:bodyPr/>
        <a:lstStyle/>
        <a:p>
          <a:endParaRPr lang="fr-FR"/>
        </a:p>
      </dgm:t>
    </dgm:pt>
    <dgm:pt modelId="{E16C5EFE-256D-43B5-9081-BF7B45D353DA}">
      <dgm:prSet/>
      <dgm:spPr/>
      <dgm:t>
        <a:bodyPr/>
        <a:lstStyle/>
        <a:p>
          <a:pPr rtl="0"/>
          <a:r>
            <a:rPr lang="fr-FR" dirty="0" smtClean="0"/>
            <a:t>D   des hallucinations visuelles</a:t>
          </a:r>
          <a:endParaRPr lang="fr-FR" dirty="0"/>
        </a:p>
      </dgm:t>
    </dgm:pt>
    <dgm:pt modelId="{1E391B79-9D49-4E1A-9719-45023C7CFC7E}" type="parTrans" cxnId="{E7629C03-EB38-46D3-816B-3AB8981F76AD}">
      <dgm:prSet/>
      <dgm:spPr/>
      <dgm:t>
        <a:bodyPr/>
        <a:lstStyle/>
        <a:p>
          <a:endParaRPr lang="fr-FR"/>
        </a:p>
      </dgm:t>
    </dgm:pt>
    <dgm:pt modelId="{77281A2E-AA1C-4086-9A84-4C43FE9CE6FE}" type="sibTrans" cxnId="{E7629C03-EB38-46D3-816B-3AB8981F76AD}">
      <dgm:prSet/>
      <dgm:spPr/>
      <dgm:t>
        <a:bodyPr/>
        <a:lstStyle/>
        <a:p>
          <a:endParaRPr lang="fr-FR"/>
        </a:p>
      </dgm:t>
    </dgm:pt>
    <dgm:pt modelId="{EF1600AE-26FC-4421-A958-1E66BA8C95C7}">
      <dgm:prSet/>
      <dgm:spPr/>
      <dgm:t>
        <a:bodyPr/>
        <a:lstStyle/>
        <a:p>
          <a:pPr rtl="0"/>
          <a:r>
            <a:rPr lang="fr-FR" dirty="0" smtClean="0"/>
            <a:t>E   une absence de trouble thymique</a:t>
          </a:r>
          <a:endParaRPr lang="fr-FR" dirty="0"/>
        </a:p>
      </dgm:t>
    </dgm:pt>
    <dgm:pt modelId="{83AC5424-D88C-4A2F-8A05-21F180F9BDFE}" type="parTrans" cxnId="{26AEF77F-61AC-4893-A1E8-BB03A87DD2BA}">
      <dgm:prSet/>
      <dgm:spPr/>
      <dgm:t>
        <a:bodyPr/>
        <a:lstStyle/>
        <a:p>
          <a:endParaRPr lang="fr-FR"/>
        </a:p>
      </dgm:t>
    </dgm:pt>
    <dgm:pt modelId="{89BBA38F-3926-437E-AF07-A54D4789B0A2}" type="sibTrans" cxnId="{26AEF77F-61AC-4893-A1E8-BB03A87DD2BA}">
      <dgm:prSet/>
      <dgm:spPr/>
      <dgm:t>
        <a:bodyPr/>
        <a:lstStyle/>
        <a:p>
          <a:endParaRPr lang="fr-FR"/>
        </a:p>
      </dgm:t>
    </dgm:pt>
    <dgm:pt modelId="{A428123B-59DB-467E-B725-DC9A82F94882}">
      <dgm:prSet/>
      <dgm:spPr/>
      <dgm:t>
        <a:bodyPr/>
        <a:lstStyle/>
        <a:p>
          <a:pPr rtl="0"/>
          <a:r>
            <a:rPr lang="fr-FR" b="1" dirty="0" smtClean="0"/>
            <a:t>A,B C D </a:t>
          </a:r>
          <a:endParaRPr lang="fr-FR" dirty="0"/>
        </a:p>
      </dgm:t>
    </dgm:pt>
    <dgm:pt modelId="{CFFD5390-4925-4F2E-9564-58CF3E39E5CC}" type="parTrans" cxnId="{EEE06B7E-D478-4D91-A0F1-1210B71227B8}">
      <dgm:prSet/>
      <dgm:spPr/>
      <dgm:t>
        <a:bodyPr/>
        <a:lstStyle/>
        <a:p>
          <a:endParaRPr lang="fr-FR"/>
        </a:p>
      </dgm:t>
    </dgm:pt>
    <dgm:pt modelId="{F60E5AD6-D431-4F1E-8488-134411A609B0}" type="sibTrans" cxnId="{EEE06B7E-D478-4D91-A0F1-1210B71227B8}">
      <dgm:prSet/>
      <dgm:spPr/>
      <dgm:t>
        <a:bodyPr/>
        <a:lstStyle/>
        <a:p>
          <a:endParaRPr lang="fr-FR"/>
        </a:p>
      </dgm:t>
    </dgm:pt>
    <dgm:pt modelId="{77792817-E061-43CE-92BE-4F76D5F77908}">
      <dgm:prSet/>
      <dgm:spPr/>
      <dgm:t>
        <a:bodyPr/>
        <a:lstStyle/>
        <a:p>
          <a:pPr rtl="0"/>
          <a:r>
            <a:rPr lang="fr-FR" b="1" dirty="0" smtClean="0"/>
            <a:t>LA PARTICIATION AFFECTIVE EST FREQUENTE </a:t>
          </a:r>
          <a:endParaRPr lang="fr-FR" dirty="0"/>
        </a:p>
      </dgm:t>
    </dgm:pt>
    <dgm:pt modelId="{4D7C2777-8424-4406-9F7E-DBEADA505AE0}" type="parTrans" cxnId="{A6899387-E529-458A-A087-4B027989EFDA}">
      <dgm:prSet/>
      <dgm:spPr/>
      <dgm:t>
        <a:bodyPr/>
        <a:lstStyle/>
        <a:p>
          <a:endParaRPr lang="fr-FR"/>
        </a:p>
      </dgm:t>
    </dgm:pt>
    <dgm:pt modelId="{3BF8EA6B-7259-4C15-A820-756C6B0C741F}" type="sibTrans" cxnId="{A6899387-E529-458A-A087-4B027989EFDA}">
      <dgm:prSet/>
      <dgm:spPr/>
      <dgm:t>
        <a:bodyPr/>
        <a:lstStyle/>
        <a:p>
          <a:endParaRPr lang="fr-FR"/>
        </a:p>
      </dgm:t>
    </dgm:pt>
    <dgm:pt modelId="{D87726E5-9226-4DBB-9DEE-914338AC7939}" type="pres">
      <dgm:prSet presAssocID="{9B9BE6AB-E4F9-4E9D-BF2C-4180F03F0EA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E2D62E-DD7E-4C6E-98EC-705A0B6F5F43}" type="pres">
      <dgm:prSet presAssocID="{F0FD63A9-F871-44BF-8959-E18B7669D71C}" presName="parentText" presStyleLbl="node1" presStyleIdx="0" presStyleCnt="8" custScaleY="292696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81CBEF6-FAE7-470C-B553-08279EF0397D}" type="pres">
      <dgm:prSet presAssocID="{325338AB-4C2B-46E9-B07E-60BE200CD108}" presName="spacer" presStyleCnt="0"/>
      <dgm:spPr/>
    </dgm:pt>
    <dgm:pt modelId="{A46C5CD7-897D-4463-8EA4-FFCFF2E5C410}" type="pres">
      <dgm:prSet presAssocID="{153161CC-84B9-41F9-B24E-1172F416B309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A03033-BB35-4C72-B210-A54D8E84E992}" type="pres">
      <dgm:prSet presAssocID="{1821FA92-8F40-4544-BDFA-98B138447E57}" presName="spacer" presStyleCnt="0"/>
      <dgm:spPr/>
    </dgm:pt>
    <dgm:pt modelId="{84EE7F78-8A36-4124-BF9A-44542A1B204A}" type="pres">
      <dgm:prSet presAssocID="{6194853E-8943-450C-A2A3-9AD4A48047DB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D51A16C-C7BD-46D3-93A1-377956652C9D}" type="pres">
      <dgm:prSet presAssocID="{F242E9AA-FFAD-4C79-81ED-6523DA6383E9}" presName="spacer" presStyleCnt="0"/>
      <dgm:spPr/>
    </dgm:pt>
    <dgm:pt modelId="{25152410-DF02-4D08-8049-4934937B1244}" type="pres">
      <dgm:prSet presAssocID="{1E8A06EB-52D3-4F58-8B6E-971D173B39AE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CD1F2A-C0AB-4AE7-9DF0-C20F34E60C2D}" type="pres">
      <dgm:prSet presAssocID="{EC4A63A5-3195-447B-8800-4F5488DD7DB3}" presName="spacer" presStyleCnt="0"/>
      <dgm:spPr/>
    </dgm:pt>
    <dgm:pt modelId="{2AD5D0A4-D1DF-48BC-8E19-4D65FB834C60}" type="pres">
      <dgm:prSet presAssocID="{E16C5EFE-256D-43B5-9081-BF7B45D353DA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B592582-7B64-4248-B958-0E77CED59367}" type="pres">
      <dgm:prSet presAssocID="{77281A2E-AA1C-4086-9A84-4C43FE9CE6FE}" presName="spacer" presStyleCnt="0"/>
      <dgm:spPr/>
    </dgm:pt>
    <dgm:pt modelId="{EC1FCEF5-7E77-4850-A402-03DB3671D71B}" type="pres">
      <dgm:prSet presAssocID="{EF1600AE-26FC-4421-A958-1E66BA8C95C7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4441921-E5CE-49C1-A3D1-8C4A268F6662}" type="pres">
      <dgm:prSet presAssocID="{89BBA38F-3926-437E-AF07-A54D4789B0A2}" presName="spacer" presStyleCnt="0"/>
      <dgm:spPr/>
    </dgm:pt>
    <dgm:pt modelId="{D0F0139A-C47F-45AF-9F8F-FF6D5C880F59}" type="pres">
      <dgm:prSet presAssocID="{A428123B-59DB-467E-B725-DC9A82F94882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F19FA0B-CCC9-4E1C-BF28-0C86A4A18526}" type="pres">
      <dgm:prSet presAssocID="{F60E5AD6-D431-4F1E-8488-134411A609B0}" presName="spacer" presStyleCnt="0"/>
      <dgm:spPr/>
    </dgm:pt>
    <dgm:pt modelId="{2EC5B642-F547-4D80-9854-BF98468247CF}" type="pres">
      <dgm:prSet presAssocID="{77792817-E061-43CE-92BE-4F76D5F77908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E73930B-2972-48FE-AE49-E5A5944701C6}" type="presOf" srcId="{1E8A06EB-52D3-4F58-8B6E-971D173B39AE}" destId="{25152410-DF02-4D08-8049-4934937B1244}" srcOrd="0" destOrd="0" presId="urn:microsoft.com/office/officeart/2005/8/layout/vList2"/>
    <dgm:cxn modelId="{A6899387-E529-458A-A087-4B027989EFDA}" srcId="{9B9BE6AB-E4F9-4E9D-BF2C-4180F03F0EA6}" destId="{77792817-E061-43CE-92BE-4F76D5F77908}" srcOrd="7" destOrd="0" parTransId="{4D7C2777-8424-4406-9F7E-DBEADA505AE0}" sibTransId="{3BF8EA6B-7259-4C15-A820-756C6B0C741F}"/>
    <dgm:cxn modelId="{45B16A1D-98A7-4CF1-BC0C-1E418116DA00}" type="presOf" srcId="{9B9BE6AB-E4F9-4E9D-BF2C-4180F03F0EA6}" destId="{D87726E5-9226-4DBB-9DEE-914338AC7939}" srcOrd="0" destOrd="0" presId="urn:microsoft.com/office/officeart/2005/8/layout/vList2"/>
    <dgm:cxn modelId="{EAD2C4F2-8C76-47C0-BB1A-0792EAACA093}" type="presOf" srcId="{F0FD63A9-F871-44BF-8959-E18B7669D71C}" destId="{64E2D62E-DD7E-4C6E-98EC-705A0B6F5F43}" srcOrd="0" destOrd="0" presId="urn:microsoft.com/office/officeart/2005/8/layout/vList2"/>
    <dgm:cxn modelId="{E7629C03-EB38-46D3-816B-3AB8981F76AD}" srcId="{9B9BE6AB-E4F9-4E9D-BF2C-4180F03F0EA6}" destId="{E16C5EFE-256D-43B5-9081-BF7B45D353DA}" srcOrd="4" destOrd="0" parTransId="{1E391B79-9D49-4E1A-9719-45023C7CFC7E}" sibTransId="{77281A2E-AA1C-4086-9A84-4C43FE9CE6FE}"/>
    <dgm:cxn modelId="{883A5AC5-7BDF-4B57-90B4-F5E94CF72B7C}" type="presOf" srcId="{E16C5EFE-256D-43B5-9081-BF7B45D353DA}" destId="{2AD5D0A4-D1DF-48BC-8E19-4D65FB834C60}" srcOrd="0" destOrd="0" presId="urn:microsoft.com/office/officeart/2005/8/layout/vList2"/>
    <dgm:cxn modelId="{284525B3-ED04-4670-B4F5-0D18DCA71FE1}" srcId="{9B9BE6AB-E4F9-4E9D-BF2C-4180F03F0EA6}" destId="{F0FD63A9-F871-44BF-8959-E18B7669D71C}" srcOrd="0" destOrd="0" parTransId="{F7EA4FB1-21C4-44A1-A94C-622EB63EA6CC}" sibTransId="{325338AB-4C2B-46E9-B07E-60BE200CD108}"/>
    <dgm:cxn modelId="{BDC77EB6-AD95-4B83-93A2-DB24D9F45F8D}" srcId="{9B9BE6AB-E4F9-4E9D-BF2C-4180F03F0EA6}" destId="{1E8A06EB-52D3-4F58-8B6E-971D173B39AE}" srcOrd="3" destOrd="0" parTransId="{FA13AEDD-8F7C-4BBD-978B-59F0192ECA9F}" sibTransId="{EC4A63A5-3195-447B-8800-4F5488DD7DB3}"/>
    <dgm:cxn modelId="{E084B149-5DA3-4A80-A6EF-9F2251BAE2B5}" type="presOf" srcId="{6194853E-8943-450C-A2A3-9AD4A48047DB}" destId="{84EE7F78-8A36-4124-BF9A-44542A1B204A}" srcOrd="0" destOrd="0" presId="urn:microsoft.com/office/officeart/2005/8/layout/vList2"/>
    <dgm:cxn modelId="{DB050A87-49A8-4CC3-AB64-FF7C1D44DCDE}" type="presOf" srcId="{153161CC-84B9-41F9-B24E-1172F416B309}" destId="{A46C5CD7-897D-4463-8EA4-FFCFF2E5C410}" srcOrd="0" destOrd="0" presId="urn:microsoft.com/office/officeart/2005/8/layout/vList2"/>
    <dgm:cxn modelId="{EEE06B7E-D478-4D91-A0F1-1210B71227B8}" srcId="{9B9BE6AB-E4F9-4E9D-BF2C-4180F03F0EA6}" destId="{A428123B-59DB-467E-B725-DC9A82F94882}" srcOrd="6" destOrd="0" parTransId="{CFFD5390-4925-4F2E-9564-58CF3E39E5CC}" sibTransId="{F60E5AD6-D431-4F1E-8488-134411A609B0}"/>
    <dgm:cxn modelId="{26AEF77F-61AC-4893-A1E8-BB03A87DD2BA}" srcId="{9B9BE6AB-E4F9-4E9D-BF2C-4180F03F0EA6}" destId="{EF1600AE-26FC-4421-A958-1E66BA8C95C7}" srcOrd="5" destOrd="0" parTransId="{83AC5424-D88C-4A2F-8A05-21F180F9BDFE}" sibTransId="{89BBA38F-3926-437E-AF07-A54D4789B0A2}"/>
    <dgm:cxn modelId="{76CF8FC4-E82C-4ED3-8E46-0B60AB2E858C}" srcId="{9B9BE6AB-E4F9-4E9D-BF2C-4180F03F0EA6}" destId="{6194853E-8943-450C-A2A3-9AD4A48047DB}" srcOrd="2" destOrd="0" parTransId="{7BD23F61-930B-4B84-91D1-0F029E9B6C18}" sibTransId="{F242E9AA-FFAD-4C79-81ED-6523DA6383E9}"/>
    <dgm:cxn modelId="{1DDE032D-4A2B-41EA-8726-8FB91AD88F93}" srcId="{9B9BE6AB-E4F9-4E9D-BF2C-4180F03F0EA6}" destId="{153161CC-84B9-41F9-B24E-1172F416B309}" srcOrd="1" destOrd="0" parTransId="{4E3BFC3F-9829-429C-B713-D74F0B185C37}" sibTransId="{1821FA92-8F40-4544-BDFA-98B138447E57}"/>
    <dgm:cxn modelId="{89292373-F2ED-47D6-9445-4ACA55551D3A}" type="presOf" srcId="{A428123B-59DB-467E-B725-DC9A82F94882}" destId="{D0F0139A-C47F-45AF-9F8F-FF6D5C880F59}" srcOrd="0" destOrd="0" presId="urn:microsoft.com/office/officeart/2005/8/layout/vList2"/>
    <dgm:cxn modelId="{385FAFBE-CDD2-4F88-8B15-0C6FBCC6C96A}" type="presOf" srcId="{77792817-E061-43CE-92BE-4F76D5F77908}" destId="{2EC5B642-F547-4D80-9854-BF98468247CF}" srcOrd="0" destOrd="0" presId="urn:microsoft.com/office/officeart/2005/8/layout/vList2"/>
    <dgm:cxn modelId="{9C76A61F-4E81-4FCA-904E-E1F370DEA00F}" type="presOf" srcId="{EF1600AE-26FC-4421-A958-1E66BA8C95C7}" destId="{EC1FCEF5-7E77-4850-A402-03DB3671D71B}" srcOrd="0" destOrd="0" presId="urn:microsoft.com/office/officeart/2005/8/layout/vList2"/>
    <dgm:cxn modelId="{846B89BB-7FED-497B-8EAD-47E2360F908C}" type="presParOf" srcId="{D87726E5-9226-4DBB-9DEE-914338AC7939}" destId="{64E2D62E-DD7E-4C6E-98EC-705A0B6F5F43}" srcOrd="0" destOrd="0" presId="urn:microsoft.com/office/officeart/2005/8/layout/vList2"/>
    <dgm:cxn modelId="{D3276008-F5C8-4FDD-869B-E6F3261DC27B}" type="presParOf" srcId="{D87726E5-9226-4DBB-9DEE-914338AC7939}" destId="{381CBEF6-FAE7-470C-B553-08279EF0397D}" srcOrd="1" destOrd="0" presId="urn:microsoft.com/office/officeart/2005/8/layout/vList2"/>
    <dgm:cxn modelId="{203D9CE1-F03A-47E1-94D3-614D0AC0B838}" type="presParOf" srcId="{D87726E5-9226-4DBB-9DEE-914338AC7939}" destId="{A46C5CD7-897D-4463-8EA4-FFCFF2E5C410}" srcOrd="2" destOrd="0" presId="urn:microsoft.com/office/officeart/2005/8/layout/vList2"/>
    <dgm:cxn modelId="{D2B01C92-AB3F-4013-ABCE-B98472D519EF}" type="presParOf" srcId="{D87726E5-9226-4DBB-9DEE-914338AC7939}" destId="{FFA03033-BB35-4C72-B210-A54D8E84E992}" srcOrd="3" destOrd="0" presId="urn:microsoft.com/office/officeart/2005/8/layout/vList2"/>
    <dgm:cxn modelId="{FAA67582-D13A-4F58-87A8-75D208CDDCED}" type="presParOf" srcId="{D87726E5-9226-4DBB-9DEE-914338AC7939}" destId="{84EE7F78-8A36-4124-BF9A-44542A1B204A}" srcOrd="4" destOrd="0" presId="urn:microsoft.com/office/officeart/2005/8/layout/vList2"/>
    <dgm:cxn modelId="{781491A2-6ED0-446C-ADBD-D46F7B94C01B}" type="presParOf" srcId="{D87726E5-9226-4DBB-9DEE-914338AC7939}" destId="{ED51A16C-C7BD-46D3-93A1-377956652C9D}" srcOrd="5" destOrd="0" presId="urn:microsoft.com/office/officeart/2005/8/layout/vList2"/>
    <dgm:cxn modelId="{612C6ADD-76A4-4470-9BCA-06A548A3AA9C}" type="presParOf" srcId="{D87726E5-9226-4DBB-9DEE-914338AC7939}" destId="{25152410-DF02-4D08-8049-4934937B1244}" srcOrd="6" destOrd="0" presId="urn:microsoft.com/office/officeart/2005/8/layout/vList2"/>
    <dgm:cxn modelId="{19434D73-4AC1-47FE-9C41-220DA54D0616}" type="presParOf" srcId="{D87726E5-9226-4DBB-9DEE-914338AC7939}" destId="{EACD1F2A-C0AB-4AE7-9DF0-C20F34E60C2D}" srcOrd="7" destOrd="0" presId="urn:microsoft.com/office/officeart/2005/8/layout/vList2"/>
    <dgm:cxn modelId="{D3DDCD61-30B0-4D3F-8188-A37A8C3ABE25}" type="presParOf" srcId="{D87726E5-9226-4DBB-9DEE-914338AC7939}" destId="{2AD5D0A4-D1DF-48BC-8E19-4D65FB834C60}" srcOrd="8" destOrd="0" presId="urn:microsoft.com/office/officeart/2005/8/layout/vList2"/>
    <dgm:cxn modelId="{871A3CA8-5DAA-4EE2-A629-5A22081C451E}" type="presParOf" srcId="{D87726E5-9226-4DBB-9DEE-914338AC7939}" destId="{3B592582-7B64-4248-B958-0E77CED59367}" srcOrd="9" destOrd="0" presId="urn:microsoft.com/office/officeart/2005/8/layout/vList2"/>
    <dgm:cxn modelId="{4E7C8E69-55E5-448A-9B7F-1FE7D418DA7C}" type="presParOf" srcId="{D87726E5-9226-4DBB-9DEE-914338AC7939}" destId="{EC1FCEF5-7E77-4850-A402-03DB3671D71B}" srcOrd="10" destOrd="0" presId="urn:microsoft.com/office/officeart/2005/8/layout/vList2"/>
    <dgm:cxn modelId="{E9E4117F-AD28-4B09-8AAA-7D64B20EA2CD}" type="presParOf" srcId="{D87726E5-9226-4DBB-9DEE-914338AC7939}" destId="{04441921-E5CE-49C1-A3D1-8C4A268F6662}" srcOrd="11" destOrd="0" presId="urn:microsoft.com/office/officeart/2005/8/layout/vList2"/>
    <dgm:cxn modelId="{0BEA8FC1-B4F3-4F39-BE39-77700492AF87}" type="presParOf" srcId="{D87726E5-9226-4DBB-9DEE-914338AC7939}" destId="{D0F0139A-C47F-45AF-9F8F-FF6D5C880F59}" srcOrd="12" destOrd="0" presId="urn:microsoft.com/office/officeart/2005/8/layout/vList2"/>
    <dgm:cxn modelId="{CA39D7A7-B520-48EE-858A-0448F489338F}" type="presParOf" srcId="{D87726E5-9226-4DBB-9DEE-914338AC7939}" destId="{7F19FA0B-CCC9-4E1C-BF28-0C86A4A18526}" srcOrd="13" destOrd="0" presId="urn:microsoft.com/office/officeart/2005/8/layout/vList2"/>
    <dgm:cxn modelId="{30770707-D06C-4E0F-986E-0B5EE051B729}" type="presParOf" srcId="{D87726E5-9226-4DBB-9DEE-914338AC7939}" destId="{2EC5B642-F547-4D80-9854-BF98468247CF}" srcOrd="14" destOrd="0" presId="urn:microsoft.com/office/officeart/2005/8/layout/vList2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B3CC4DB-A9A4-4B4B-8DF2-A64400094501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64D2B5C6-C1CF-4E2D-9817-80CBB042F5F0}">
      <dgm:prSet/>
      <dgm:spPr/>
      <dgm:t>
        <a:bodyPr/>
        <a:lstStyle/>
        <a:p>
          <a:pPr rtl="0"/>
          <a:r>
            <a:rPr lang="fr-FR" dirty="0" smtClean="0"/>
            <a:t>Les psychoses hallucinatoires chroniques : </a:t>
          </a:r>
          <a:endParaRPr lang="fr-FR" dirty="0"/>
        </a:p>
      </dgm:t>
    </dgm:pt>
    <dgm:pt modelId="{4B32693F-6D19-4208-8410-2FCDCC36307F}" type="parTrans" cxnId="{040CF536-50F5-410A-A017-91B3247D29A2}">
      <dgm:prSet/>
      <dgm:spPr/>
      <dgm:t>
        <a:bodyPr/>
        <a:lstStyle/>
        <a:p>
          <a:endParaRPr lang="fr-FR"/>
        </a:p>
      </dgm:t>
    </dgm:pt>
    <dgm:pt modelId="{42209001-5B9A-4DBA-9A0C-973FD7B2C2C4}" type="sibTrans" cxnId="{040CF536-50F5-410A-A017-91B3247D29A2}">
      <dgm:prSet/>
      <dgm:spPr/>
      <dgm:t>
        <a:bodyPr/>
        <a:lstStyle/>
        <a:p>
          <a:endParaRPr lang="fr-FR"/>
        </a:p>
      </dgm:t>
    </dgm:pt>
    <dgm:pt modelId="{E7571997-FBC1-42A0-A2A4-EBD15BF34FFE}">
      <dgm:prSet/>
      <dgm:spPr/>
      <dgm:t>
        <a:bodyPr/>
        <a:lstStyle/>
        <a:p>
          <a:pPr rtl="0"/>
          <a:r>
            <a:rPr lang="fr-FR" dirty="0" smtClean="0"/>
            <a:t>A/Débutent à l'adolescence</a:t>
          </a:r>
          <a:endParaRPr lang="fr-FR" dirty="0"/>
        </a:p>
      </dgm:t>
    </dgm:pt>
    <dgm:pt modelId="{099405A7-0BF3-404E-ADE3-CED180BBA2FD}" type="parTrans" cxnId="{E94B8823-F56F-41EA-83D4-9F5E86A2A01E}">
      <dgm:prSet/>
      <dgm:spPr/>
      <dgm:t>
        <a:bodyPr/>
        <a:lstStyle/>
        <a:p>
          <a:endParaRPr lang="fr-FR"/>
        </a:p>
      </dgm:t>
    </dgm:pt>
    <dgm:pt modelId="{096A09F6-F645-4A4E-85E0-72B05C5CE891}" type="sibTrans" cxnId="{E94B8823-F56F-41EA-83D4-9F5E86A2A01E}">
      <dgm:prSet/>
      <dgm:spPr/>
      <dgm:t>
        <a:bodyPr/>
        <a:lstStyle/>
        <a:p>
          <a:endParaRPr lang="fr-FR"/>
        </a:p>
      </dgm:t>
    </dgm:pt>
    <dgm:pt modelId="{DD56BD10-63B4-4AC8-8FB1-4D8A25E3F159}">
      <dgm:prSet/>
      <dgm:spPr/>
      <dgm:t>
        <a:bodyPr/>
        <a:lstStyle/>
        <a:p>
          <a:pPr rtl="0"/>
          <a:r>
            <a:rPr lang="fr-FR" dirty="0" smtClean="0"/>
            <a:t>B/Ont comme mécanisme principal un syndrome d'automatisme mental</a:t>
          </a:r>
          <a:endParaRPr lang="fr-FR" dirty="0"/>
        </a:p>
      </dgm:t>
    </dgm:pt>
    <dgm:pt modelId="{BE561E37-ED96-4215-8946-F9BF200C2A20}" type="parTrans" cxnId="{FA51E0D8-0149-4143-AEAB-D737F044FEF1}">
      <dgm:prSet/>
      <dgm:spPr/>
      <dgm:t>
        <a:bodyPr/>
        <a:lstStyle/>
        <a:p>
          <a:endParaRPr lang="fr-FR"/>
        </a:p>
      </dgm:t>
    </dgm:pt>
    <dgm:pt modelId="{85A39883-E2D3-4227-9112-70717E095E5D}" type="sibTrans" cxnId="{FA51E0D8-0149-4143-AEAB-D737F044FEF1}">
      <dgm:prSet/>
      <dgm:spPr/>
      <dgm:t>
        <a:bodyPr/>
        <a:lstStyle/>
        <a:p>
          <a:endParaRPr lang="fr-FR"/>
        </a:p>
      </dgm:t>
    </dgm:pt>
    <dgm:pt modelId="{497B5F78-57FA-4EEF-9479-0A2E441F64D7}">
      <dgm:prSet/>
      <dgm:spPr/>
      <dgm:t>
        <a:bodyPr/>
        <a:lstStyle/>
        <a:p>
          <a:pPr rtl="0"/>
          <a:r>
            <a:rPr lang="fr-FR" dirty="0" smtClean="0"/>
            <a:t>C/Evoluent vers une dissociation de la personnalité</a:t>
          </a:r>
          <a:endParaRPr lang="fr-FR" dirty="0"/>
        </a:p>
      </dgm:t>
    </dgm:pt>
    <dgm:pt modelId="{048DA9C0-16A8-4174-B70F-FCCADF5F20AB}" type="parTrans" cxnId="{F1604D88-EB77-4129-85BD-531DE16066C6}">
      <dgm:prSet/>
      <dgm:spPr/>
      <dgm:t>
        <a:bodyPr/>
        <a:lstStyle/>
        <a:p>
          <a:endParaRPr lang="fr-FR"/>
        </a:p>
      </dgm:t>
    </dgm:pt>
    <dgm:pt modelId="{BD0F08B1-7177-481C-80ED-9CD796AA6FFF}" type="sibTrans" cxnId="{F1604D88-EB77-4129-85BD-531DE16066C6}">
      <dgm:prSet/>
      <dgm:spPr/>
      <dgm:t>
        <a:bodyPr/>
        <a:lstStyle/>
        <a:p>
          <a:endParaRPr lang="fr-FR"/>
        </a:p>
      </dgm:t>
    </dgm:pt>
    <dgm:pt modelId="{B8FB3DCC-2A43-4C93-BBF1-E9B916BAB797}">
      <dgm:prSet/>
      <dgm:spPr/>
      <dgm:t>
        <a:bodyPr/>
        <a:lstStyle/>
        <a:p>
          <a:pPr rtl="0"/>
          <a:r>
            <a:rPr lang="fr-FR" dirty="0" smtClean="0"/>
            <a:t>D/Relèvent d'un traitement par neuroleptiques</a:t>
          </a:r>
          <a:endParaRPr lang="fr-FR" dirty="0"/>
        </a:p>
      </dgm:t>
    </dgm:pt>
    <dgm:pt modelId="{AF5FC743-C0C7-46D1-90E0-851EE78F1B39}" type="parTrans" cxnId="{E319DEDB-E5D6-4466-B95C-C6A3044ECCDF}">
      <dgm:prSet/>
      <dgm:spPr/>
      <dgm:t>
        <a:bodyPr/>
        <a:lstStyle/>
        <a:p>
          <a:endParaRPr lang="fr-FR"/>
        </a:p>
      </dgm:t>
    </dgm:pt>
    <dgm:pt modelId="{834841AE-CC38-4602-805B-6D768FB62527}" type="sibTrans" cxnId="{E319DEDB-E5D6-4466-B95C-C6A3044ECCDF}">
      <dgm:prSet/>
      <dgm:spPr/>
      <dgm:t>
        <a:bodyPr/>
        <a:lstStyle/>
        <a:p>
          <a:endParaRPr lang="fr-FR"/>
        </a:p>
      </dgm:t>
    </dgm:pt>
    <dgm:pt modelId="{9F2C522F-8EB3-4030-A05F-4B03762B8C68}">
      <dgm:prSet/>
      <dgm:spPr/>
      <dgm:t>
        <a:bodyPr/>
        <a:lstStyle/>
        <a:p>
          <a:pPr rtl="0"/>
          <a:r>
            <a:rPr lang="fr-FR" dirty="0" smtClean="0"/>
            <a:t>E/Sont caractérisées par leur thématique passionnelle</a:t>
          </a:r>
          <a:endParaRPr lang="fr-FR" dirty="0"/>
        </a:p>
      </dgm:t>
    </dgm:pt>
    <dgm:pt modelId="{3F00C58B-B18B-47A6-AABA-D90A6138D358}" type="parTrans" cxnId="{160696A4-EFD6-438C-8930-5627881121C7}">
      <dgm:prSet/>
      <dgm:spPr/>
      <dgm:t>
        <a:bodyPr/>
        <a:lstStyle/>
        <a:p>
          <a:endParaRPr lang="fr-FR"/>
        </a:p>
      </dgm:t>
    </dgm:pt>
    <dgm:pt modelId="{879A0701-EB6A-4608-B08E-269E5DA68FC8}" type="sibTrans" cxnId="{160696A4-EFD6-438C-8930-5627881121C7}">
      <dgm:prSet/>
      <dgm:spPr/>
      <dgm:t>
        <a:bodyPr/>
        <a:lstStyle/>
        <a:p>
          <a:endParaRPr lang="fr-FR"/>
        </a:p>
      </dgm:t>
    </dgm:pt>
    <dgm:pt modelId="{7B37F2EF-F3AA-4F0B-817A-8FD2B51C8F02}">
      <dgm:prSet/>
      <dgm:spPr/>
      <dgm:t>
        <a:bodyPr/>
        <a:lstStyle/>
        <a:p>
          <a:pPr rtl="0"/>
          <a:r>
            <a:rPr lang="fr-FR" dirty="0" smtClean="0"/>
            <a:t>B , D</a:t>
          </a:r>
          <a:endParaRPr lang="fr-FR" dirty="0"/>
        </a:p>
      </dgm:t>
    </dgm:pt>
    <dgm:pt modelId="{FF7669AD-4B05-4E53-95B1-5772F627DF24}" type="parTrans" cxnId="{0815B99A-8FE1-4EEC-983D-2D97EFA1A765}">
      <dgm:prSet/>
      <dgm:spPr/>
      <dgm:t>
        <a:bodyPr/>
        <a:lstStyle/>
        <a:p>
          <a:endParaRPr lang="fr-FR"/>
        </a:p>
      </dgm:t>
    </dgm:pt>
    <dgm:pt modelId="{268381A8-E1B8-4EE0-AFF0-A19522C7EC53}" type="sibTrans" cxnId="{0815B99A-8FE1-4EEC-983D-2D97EFA1A765}">
      <dgm:prSet/>
      <dgm:spPr/>
      <dgm:t>
        <a:bodyPr/>
        <a:lstStyle/>
        <a:p>
          <a:endParaRPr lang="fr-FR"/>
        </a:p>
      </dgm:t>
    </dgm:pt>
    <dgm:pt modelId="{99FD5A72-D58F-4515-8F81-4ED86E557E76}">
      <dgm:prSet/>
      <dgm:spPr/>
      <dgm:t>
        <a:bodyPr/>
        <a:lstStyle/>
        <a:p>
          <a:pPr rtl="0"/>
          <a:r>
            <a:rPr lang="fr-FR" dirty="0" smtClean="0"/>
            <a:t>Début tardif </a:t>
          </a:r>
          <a:endParaRPr lang="fr-FR" dirty="0"/>
        </a:p>
      </dgm:t>
    </dgm:pt>
    <dgm:pt modelId="{5A2FDF9C-34DF-4926-8947-920CF5100F5B}" type="parTrans" cxnId="{8A2E6754-59FC-4421-ACF2-F83B1B1D957F}">
      <dgm:prSet/>
      <dgm:spPr/>
      <dgm:t>
        <a:bodyPr/>
        <a:lstStyle/>
        <a:p>
          <a:endParaRPr lang="fr-FR"/>
        </a:p>
      </dgm:t>
    </dgm:pt>
    <dgm:pt modelId="{59FF4660-B011-4DC9-9A24-4D1C27D95205}" type="sibTrans" cxnId="{8A2E6754-59FC-4421-ACF2-F83B1B1D957F}">
      <dgm:prSet/>
      <dgm:spPr/>
      <dgm:t>
        <a:bodyPr/>
        <a:lstStyle/>
        <a:p>
          <a:endParaRPr lang="fr-FR"/>
        </a:p>
      </dgm:t>
    </dgm:pt>
    <dgm:pt modelId="{8B541A50-A25B-44D7-9EA0-90FA10AE6841}" type="pres">
      <dgm:prSet presAssocID="{EB3CC4DB-A9A4-4B4B-8DF2-A644000945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156B0F8-6500-4BFE-8B4B-C221FEE42568}" type="pres">
      <dgm:prSet presAssocID="{64D2B5C6-C1CF-4E2D-9817-80CBB042F5F0}" presName="parentText" presStyleLbl="node1" presStyleIdx="0" presStyleCnt="8" custScaleY="197843" custLinFactY="-33932" custLinFactNeighborX="-348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42A6159-278A-485D-81E9-0EDD12FE6B81}" type="pres">
      <dgm:prSet presAssocID="{42209001-5B9A-4DBA-9A0C-973FD7B2C2C4}" presName="spacer" presStyleCnt="0"/>
      <dgm:spPr/>
    </dgm:pt>
    <dgm:pt modelId="{4DDDBF2F-4E54-490E-A5E9-FB5B16BF3887}" type="pres">
      <dgm:prSet presAssocID="{E7571997-FBC1-42A0-A2A4-EBD15BF34FFE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FC3412-463B-47FC-9C8C-B76451412A88}" type="pres">
      <dgm:prSet presAssocID="{096A09F6-F645-4A4E-85E0-72B05C5CE891}" presName="spacer" presStyleCnt="0"/>
      <dgm:spPr/>
    </dgm:pt>
    <dgm:pt modelId="{41FB5ED4-0287-413C-8834-B5B40A871570}" type="pres">
      <dgm:prSet presAssocID="{DD56BD10-63B4-4AC8-8FB1-4D8A25E3F159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06B4D9D-0F78-4D6D-9BDD-B7503D7AAF14}" type="pres">
      <dgm:prSet presAssocID="{85A39883-E2D3-4227-9112-70717E095E5D}" presName="spacer" presStyleCnt="0"/>
      <dgm:spPr/>
    </dgm:pt>
    <dgm:pt modelId="{6AC81BA3-FCD2-4098-B6AD-D4130EAB409E}" type="pres">
      <dgm:prSet presAssocID="{497B5F78-57FA-4EEF-9479-0A2E441F64D7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E55DFD-D1AC-4226-9D13-06EAD94F7538}" type="pres">
      <dgm:prSet presAssocID="{BD0F08B1-7177-481C-80ED-9CD796AA6FFF}" presName="spacer" presStyleCnt="0"/>
      <dgm:spPr/>
    </dgm:pt>
    <dgm:pt modelId="{900A4216-60BF-4153-9A26-110E52920750}" type="pres">
      <dgm:prSet presAssocID="{B8FB3DCC-2A43-4C93-BBF1-E9B916BAB79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4FA8D2E-EFEC-4172-B0C2-B210B6E5E45F}" type="pres">
      <dgm:prSet presAssocID="{834841AE-CC38-4602-805B-6D768FB62527}" presName="spacer" presStyleCnt="0"/>
      <dgm:spPr/>
    </dgm:pt>
    <dgm:pt modelId="{30E7ABBE-4E80-48D4-AA9C-6023F7F3745C}" type="pres">
      <dgm:prSet presAssocID="{9F2C522F-8EB3-4030-A05F-4B03762B8C68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8692E4-99C7-427B-8B54-49904A458307}" type="pres">
      <dgm:prSet presAssocID="{879A0701-EB6A-4608-B08E-269E5DA68FC8}" presName="spacer" presStyleCnt="0"/>
      <dgm:spPr/>
    </dgm:pt>
    <dgm:pt modelId="{8F19BA66-B4CA-4546-91AA-4DA3FBAD65B5}" type="pres">
      <dgm:prSet presAssocID="{7B37F2EF-F3AA-4F0B-817A-8FD2B51C8F02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6D8F34-729C-4251-A2D4-C268CCA31A9B}" type="pres">
      <dgm:prSet presAssocID="{268381A8-E1B8-4EE0-AFF0-A19522C7EC53}" presName="spacer" presStyleCnt="0"/>
      <dgm:spPr/>
    </dgm:pt>
    <dgm:pt modelId="{F60D109B-8E1F-4DF2-9D91-C726B212C887}" type="pres">
      <dgm:prSet presAssocID="{99FD5A72-D58F-4515-8F81-4ED86E557E76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4BE3FB7-5346-4468-8270-59F90377CA5E}" type="presOf" srcId="{E7571997-FBC1-42A0-A2A4-EBD15BF34FFE}" destId="{4DDDBF2F-4E54-490E-A5E9-FB5B16BF3887}" srcOrd="0" destOrd="0" presId="urn:microsoft.com/office/officeart/2005/8/layout/vList2"/>
    <dgm:cxn modelId="{FA51E0D8-0149-4143-AEAB-D737F044FEF1}" srcId="{EB3CC4DB-A9A4-4B4B-8DF2-A64400094501}" destId="{DD56BD10-63B4-4AC8-8FB1-4D8A25E3F159}" srcOrd="2" destOrd="0" parTransId="{BE561E37-ED96-4215-8946-F9BF200C2A20}" sibTransId="{85A39883-E2D3-4227-9112-70717E095E5D}"/>
    <dgm:cxn modelId="{E319DEDB-E5D6-4466-B95C-C6A3044ECCDF}" srcId="{EB3CC4DB-A9A4-4B4B-8DF2-A64400094501}" destId="{B8FB3DCC-2A43-4C93-BBF1-E9B916BAB797}" srcOrd="4" destOrd="0" parTransId="{AF5FC743-C0C7-46D1-90E0-851EE78F1B39}" sibTransId="{834841AE-CC38-4602-805B-6D768FB62527}"/>
    <dgm:cxn modelId="{B56CAE94-E3AC-4CDB-B07E-FBBE176E3646}" type="presOf" srcId="{EB3CC4DB-A9A4-4B4B-8DF2-A64400094501}" destId="{8B541A50-A25B-44D7-9EA0-90FA10AE6841}" srcOrd="0" destOrd="0" presId="urn:microsoft.com/office/officeart/2005/8/layout/vList2"/>
    <dgm:cxn modelId="{8A2E6754-59FC-4421-ACF2-F83B1B1D957F}" srcId="{EB3CC4DB-A9A4-4B4B-8DF2-A64400094501}" destId="{99FD5A72-D58F-4515-8F81-4ED86E557E76}" srcOrd="7" destOrd="0" parTransId="{5A2FDF9C-34DF-4926-8947-920CF5100F5B}" sibTransId="{59FF4660-B011-4DC9-9A24-4D1C27D95205}"/>
    <dgm:cxn modelId="{0815B99A-8FE1-4EEC-983D-2D97EFA1A765}" srcId="{EB3CC4DB-A9A4-4B4B-8DF2-A64400094501}" destId="{7B37F2EF-F3AA-4F0B-817A-8FD2B51C8F02}" srcOrd="6" destOrd="0" parTransId="{FF7669AD-4B05-4E53-95B1-5772F627DF24}" sibTransId="{268381A8-E1B8-4EE0-AFF0-A19522C7EC53}"/>
    <dgm:cxn modelId="{F1604D88-EB77-4129-85BD-531DE16066C6}" srcId="{EB3CC4DB-A9A4-4B4B-8DF2-A64400094501}" destId="{497B5F78-57FA-4EEF-9479-0A2E441F64D7}" srcOrd="3" destOrd="0" parTransId="{048DA9C0-16A8-4174-B70F-FCCADF5F20AB}" sibTransId="{BD0F08B1-7177-481C-80ED-9CD796AA6FFF}"/>
    <dgm:cxn modelId="{FE8252AB-807C-4C14-9BD5-EEAE9ACA2918}" type="presOf" srcId="{9F2C522F-8EB3-4030-A05F-4B03762B8C68}" destId="{30E7ABBE-4E80-48D4-AA9C-6023F7F3745C}" srcOrd="0" destOrd="0" presId="urn:microsoft.com/office/officeart/2005/8/layout/vList2"/>
    <dgm:cxn modelId="{B7BCFDC5-9928-4B16-8A7E-F50DCF5AAD26}" type="presOf" srcId="{99FD5A72-D58F-4515-8F81-4ED86E557E76}" destId="{F60D109B-8E1F-4DF2-9D91-C726B212C887}" srcOrd="0" destOrd="0" presId="urn:microsoft.com/office/officeart/2005/8/layout/vList2"/>
    <dgm:cxn modelId="{D098831B-9E5E-4FD3-BAFC-E26F30B0A3B9}" type="presOf" srcId="{DD56BD10-63B4-4AC8-8FB1-4D8A25E3F159}" destId="{41FB5ED4-0287-413C-8834-B5B40A871570}" srcOrd="0" destOrd="0" presId="urn:microsoft.com/office/officeart/2005/8/layout/vList2"/>
    <dgm:cxn modelId="{F6B19E34-587B-4C4F-9E25-29D0E92EEC38}" type="presOf" srcId="{497B5F78-57FA-4EEF-9479-0A2E441F64D7}" destId="{6AC81BA3-FCD2-4098-B6AD-D4130EAB409E}" srcOrd="0" destOrd="0" presId="urn:microsoft.com/office/officeart/2005/8/layout/vList2"/>
    <dgm:cxn modelId="{078F737B-6DF9-47C8-8758-95927F65135D}" type="presOf" srcId="{B8FB3DCC-2A43-4C93-BBF1-E9B916BAB797}" destId="{900A4216-60BF-4153-9A26-110E52920750}" srcOrd="0" destOrd="0" presId="urn:microsoft.com/office/officeart/2005/8/layout/vList2"/>
    <dgm:cxn modelId="{D3EFACB3-27BE-4D51-A5EE-EB201F192B4F}" type="presOf" srcId="{7B37F2EF-F3AA-4F0B-817A-8FD2B51C8F02}" destId="{8F19BA66-B4CA-4546-91AA-4DA3FBAD65B5}" srcOrd="0" destOrd="0" presId="urn:microsoft.com/office/officeart/2005/8/layout/vList2"/>
    <dgm:cxn modelId="{160696A4-EFD6-438C-8930-5627881121C7}" srcId="{EB3CC4DB-A9A4-4B4B-8DF2-A64400094501}" destId="{9F2C522F-8EB3-4030-A05F-4B03762B8C68}" srcOrd="5" destOrd="0" parTransId="{3F00C58B-B18B-47A6-AABA-D90A6138D358}" sibTransId="{879A0701-EB6A-4608-B08E-269E5DA68FC8}"/>
    <dgm:cxn modelId="{E94B8823-F56F-41EA-83D4-9F5E86A2A01E}" srcId="{EB3CC4DB-A9A4-4B4B-8DF2-A64400094501}" destId="{E7571997-FBC1-42A0-A2A4-EBD15BF34FFE}" srcOrd="1" destOrd="0" parTransId="{099405A7-0BF3-404E-ADE3-CED180BBA2FD}" sibTransId="{096A09F6-F645-4A4E-85E0-72B05C5CE891}"/>
    <dgm:cxn modelId="{27FE677D-71D9-4C7B-8170-27D7AE1F5E81}" type="presOf" srcId="{64D2B5C6-C1CF-4E2D-9817-80CBB042F5F0}" destId="{D156B0F8-6500-4BFE-8B4B-C221FEE42568}" srcOrd="0" destOrd="0" presId="urn:microsoft.com/office/officeart/2005/8/layout/vList2"/>
    <dgm:cxn modelId="{040CF536-50F5-410A-A017-91B3247D29A2}" srcId="{EB3CC4DB-A9A4-4B4B-8DF2-A64400094501}" destId="{64D2B5C6-C1CF-4E2D-9817-80CBB042F5F0}" srcOrd="0" destOrd="0" parTransId="{4B32693F-6D19-4208-8410-2FCDCC36307F}" sibTransId="{42209001-5B9A-4DBA-9A0C-973FD7B2C2C4}"/>
    <dgm:cxn modelId="{DA9570F9-76A2-440E-A846-8699C254B5CD}" type="presParOf" srcId="{8B541A50-A25B-44D7-9EA0-90FA10AE6841}" destId="{D156B0F8-6500-4BFE-8B4B-C221FEE42568}" srcOrd="0" destOrd="0" presId="urn:microsoft.com/office/officeart/2005/8/layout/vList2"/>
    <dgm:cxn modelId="{E3CD995E-6345-4D3F-8C46-89372E6542EC}" type="presParOf" srcId="{8B541A50-A25B-44D7-9EA0-90FA10AE6841}" destId="{C42A6159-278A-485D-81E9-0EDD12FE6B81}" srcOrd="1" destOrd="0" presId="urn:microsoft.com/office/officeart/2005/8/layout/vList2"/>
    <dgm:cxn modelId="{B65FC10D-F733-4AB1-BA1D-7EBD87236531}" type="presParOf" srcId="{8B541A50-A25B-44D7-9EA0-90FA10AE6841}" destId="{4DDDBF2F-4E54-490E-A5E9-FB5B16BF3887}" srcOrd="2" destOrd="0" presId="urn:microsoft.com/office/officeart/2005/8/layout/vList2"/>
    <dgm:cxn modelId="{6F2795FC-729C-4EC1-9D5D-62A14ED40B8D}" type="presParOf" srcId="{8B541A50-A25B-44D7-9EA0-90FA10AE6841}" destId="{87FC3412-463B-47FC-9C8C-B76451412A88}" srcOrd="3" destOrd="0" presId="urn:microsoft.com/office/officeart/2005/8/layout/vList2"/>
    <dgm:cxn modelId="{991A989F-3A02-4342-A52E-8D818D213FE2}" type="presParOf" srcId="{8B541A50-A25B-44D7-9EA0-90FA10AE6841}" destId="{41FB5ED4-0287-413C-8834-B5B40A871570}" srcOrd="4" destOrd="0" presId="urn:microsoft.com/office/officeart/2005/8/layout/vList2"/>
    <dgm:cxn modelId="{DED346E5-8235-47C2-8DBF-B2EFA60A2F40}" type="presParOf" srcId="{8B541A50-A25B-44D7-9EA0-90FA10AE6841}" destId="{406B4D9D-0F78-4D6D-9BDD-B7503D7AAF14}" srcOrd="5" destOrd="0" presId="urn:microsoft.com/office/officeart/2005/8/layout/vList2"/>
    <dgm:cxn modelId="{4C4A5249-2565-4B07-B21A-CBEE991744B2}" type="presParOf" srcId="{8B541A50-A25B-44D7-9EA0-90FA10AE6841}" destId="{6AC81BA3-FCD2-4098-B6AD-D4130EAB409E}" srcOrd="6" destOrd="0" presId="urn:microsoft.com/office/officeart/2005/8/layout/vList2"/>
    <dgm:cxn modelId="{82AC059C-A25E-4877-AB31-2FF8C02EAF1B}" type="presParOf" srcId="{8B541A50-A25B-44D7-9EA0-90FA10AE6841}" destId="{8DE55DFD-D1AC-4226-9D13-06EAD94F7538}" srcOrd="7" destOrd="0" presId="urn:microsoft.com/office/officeart/2005/8/layout/vList2"/>
    <dgm:cxn modelId="{048B2E61-825D-40E1-B405-B88F0A5FA56A}" type="presParOf" srcId="{8B541A50-A25B-44D7-9EA0-90FA10AE6841}" destId="{900A4216-60BF-4153-9A26-110E52920750}" srcOrd="8" destOrd="0" presId="urn:microsoft.com/office/officeart/2005/8/layout/vList2"/>
    <dgm:cxn modelId="{5265ECD2-80D8-442D-AE15-79593244B454}" type="presParOf" srcId="{8B541A50-A25B-44D7-9EA0-90FA10AE6841}" destId="{94FA8D2E-EFEC-4172-B0C2-B210B6E5E45F}" srcOrd="9" destOrd="0" presId="urn:microsoft.com/office/officeart/2005/8/layout/vList2"/>
    <dgm:cxn modelId="{BB7A2E14-868B-4B4C-8282-B9365C67566F}" type="presParOf" srcId="{8B541A50-A25B-44D7-9EA0-90FA10AE6841}" destId="{30E7ABBE-4E80-48D4-AA9C-6023F7F3745C}" srcOrd="10" destOrd="0" presId="urn:microsoft.com/office/officeart/2005/8/layout/vList2"/>
    <dgm:cxn modelId="{439E28F5-5451-4B9C-8900-64F13FC70491}" type="presParOf" srcId="{8B541A50-A25B-44D7-9EA0-90FA10AE6841}" destId="{9C8692E4-99C7-427B-8B54-49904A458307}" srcOrd="11" destOrd="0" presId="urn:microsoft.com/office/officeart/2005/8/layout/vList2"/>
    <dgm:cxn modelId="{224C05A9-3A6F-4A9E-A689-8055C8094667}" type="presParOf" srcId="{8B541A50-A25B-44D7-9EA0-90FA10AE6841}" destId="{8F19BA66-B4CA-4546-91AA-4DA3FBAD65B5}" srcOrd="12" destOrd="0" presId="urn:microsoft.com/office/officeart/2005/8/layout/vList2"/>
    <dgm:cxn modelId="{7D6524AE-0EBB-4C6C-A71C-334DBD77AC4D}" type="presParOf" srcId="{8B541A50-A25B-44D7-9EA0-90FA10AE6841}" destId="{236D8F34-729C-4251-A2D4-C268CCA31A9B}" srcOrd="13" destOrd="0" presId="urn:microsoft.com/office/officeart/2005/8/layout/vList2"/>
    <dgm:cxn modelId="{EE5B33BB-E770-4A91-8078-4F9D65239D5A}" type="presParOf" srcId="{8B541A50-A25B-44D7-9EA0-90FA10AE6841}" destId="{F60D109B-8E1F-4DF2-9D91-C726B212C887}" srcOrd="14" destOrd="0" presId="urn:microsoft.com/office/officeart/2005/8/layout/vList2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6EEA909-CAF8-426B-959F-1BBAA89FFB6C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4AC30F11-F249-4C94-B3A5-5A2E7718143F}">
      <dgm:prSet/>
      <dgm:spPr/>
      <dgm:t>
        <a:bodyPr/>
        <a:lstStyle/>
        <a:p>
          <a:pPr rtl="0"/>
          <a:r>
            <a:rPr lang="fr-FR" b="1" dirty="0" smtClean="0"/>
            <a:t>Au cours des syndromes confusionnels, on rencontre tous les symptômes suivants, sauf un, lequel </a:t>
          </a:r>
          <a:r>
            <a:rPr lang="fr-FR" dirty="0" smtClean="0"/>
            <a:t>?</a:t>
          </a:r>
          <a:endParaRPr lang="fr-FR" dirty="0"/>
        </a:p>
      </dgm:t>
    </dgm:pt>
    <dgm:pt modelId="{34F12591-F407-44C6-808A-E48B01B9426A}" type="parTrans" cxnId="{DA6B95FA-3886-4882-95D9-AC39EECB95DC}">
      <dgm:prSet/>
      <dgm:spPr/>
      <dgm:t>
        <a:bodyPr/>
        <a:lstStyle/>
        <a:p>
          <a:endParaRPr lang="fr-FR"/>
        </a:p>
      </dgm:t>
    </dgm:pt>
    <dgm:pt modelId="{BF9390F4-E638-4E6A-B65F-08F8237B7529}" type="sibTrans" cxnId="{DA6B95FA-3886-4882-95D9-AC39EECB95DC}">
      <dgm:prSet/>
      <dgm:spPr/>
      <dgm:t>
        <a:bodyPr/>
        <a:lstStyle/>
        <a:p>
          <a:endParaRPr lang="fr-FR"/>
        </a:p>
      </dgm:t>
    </dgm:pt>
    <dgm:pt modelId="{28AC293C-3D32-4505-BC68-A30533F80E1C}">
      <dgm:prSet/>
      <dgm:spPr/>
      <dgm:t>
        <a:bodyPr/>
        <a:lstStyle/>
        <a:p>
          <a:pPr rtl="0"/>
          <a:r>
            <a:rPr lang="fr-FR" dirty="0" smtClean="0"/>
            <a:t>A   troubles de la vigilance</a:t>
          </a:r>
          <a:endParaRPr lang="fr-FR" dirty="0"/>
        </a:p>
      </dgm:t>
    </dgm:pt>
    <dgm:pt modelId="{85B6966C-3E04-44E1-A373-A29ADF5D5AEB}" type="parTrans" cxnId="{0C2102FD-2D83-4052-B7C3-35D88740600A}">
      <dgm:prSet/>
      <dgm:spPr/>
      <dgm:t>
        <a:bodyPr/>
        <a:lstStyle/>
        <a:p>
          <a:endParaRPr lang="fr-FR"/>
        </a:p>
      </dgm:t>
    </dgm:pt>
    <dgm:pt modelId="{6D0F99A1-FDD7-4E43-BA2F-9EAFF4CA48A1}" type="sibTrans" cxnId="{0C2102FD-2D83-4052-B7C3-35D88740600A}">
      <dgm:prSet/>
      <dgm:spPr/>
      <dgm:t>
        <a:bodyPr/>
        <a:lstStyle/>
        <a:p>
          <a:endParaRPr lang="fr-FR"/>
        </a:p>
      </dgm:t>
    </dgm:pt>
    <dgm:pt modelId="{FD8D3F6C-E90B-4263-A7BF-E9C0F9E19530}">
      <dgm:prSet/>
      <dgm:spPr/>
      <dgm:t>
        <a:bodyPr/>
        <a:lstStyle/>
        <a:p>
          <a:pPr rtl="0"/>
          <a:r>
            <a:rPr lang="fr-FR" dirty="0" smtClean="0"/>
            <a:t>B   troubles de l'idéation</a:t>
          </a:r>
          <a:endParaRPr lang="fr-FR" dirty="0"/>
        </a:p>
      </dgm:t>
    </dgm:pt>
    <dgm:pt modelId="{FA7388DB-E891-4846-BE85-4BD80B6AD8A8}" type="parTrans" cxnId="{C38A9421-E537-450D-81F9-F1F40807BAC1}">
      <dgm:prSet/>
      <dgm:spPr/>
      <dgm:t>
        <a:bodyPr/>
        <a:lstStyle/>
        <a:p>
          <a:endParaRPr lang="fr-FR"/>
        </a:p>
      </dgm:t>
    </dgm:pt>
    <dgm:pt modelId="{EBEC558C-DE02-43AF-BD19-975A2B675E37}" type="sibTrans" cxnId="{C38A9421-E537-450D-81F9-F1F40807BAC1}">
      <dgm:prSet/>
      <dgm:spPr/>
      <dgm:t>
        <a:bodyPr/>
        <a:lstStyle/>
        <a:p>
          <a:endParaRPr lang="fr-FR"/>
        </a:p>
      </dgm:t>
    </dgm:pt>
    <dgm:pt modelId="{FB30F9FB-7C6F-4260-A489-53EF0DD7E67C}">
      <dgm:prSet/>
      <dgm:spPr/>
      <dgm:t>
        <a:bodyPr/>
        <a:lstStyle/>
        <a:p>
          <a:pPr rtl="0"/>
          <a:r>
            <a:rPr lang="fr-FR" b="0" u="none" dirty="0" smtClean="0"/>
            <a:t>C   recrudescence matinale</a:t>
          </a:r>
          <a:endParaRPr lang="fr-FR" b="0" u="none" dirty="0"/>
        </a:p>
      </dgm:t>
    </dgm:pt>
    <dgm:pt modelId="{1530C6F7-003B-4C1A-80EF-8EE19F60B3B8}" type="parTrans" cxnId="{F38E2AF2-7DCA-4B6A-BEA0-2EBC2FFA63AB}">
      <dgm:prSet/>
      <dgm:spPr/>
      <dgm:t>
        <a:bodyPr/>
        <a:lstStyle/>
        <a:p>
          <a:endParaRPr lang="fr-FR"/>
        </a:p>
      </dgm:t>
    </dgm:pt>
    <dgm:pt modelId="{7925B1D1-5B27-4018-A735-3871B06F57E2}" type="sibTrans" cxnId="{F38E2AF2-7DCA-4B6A-BEA0-2EBC2FFA63AB}">
      <dgm:prSet/>
      <dgm:spPr/>
      <dgm:t>
        <a:bodyPr/>
        <a:lstStyle/>
        <a:p>
          <a:endParaRPr lang="fr-FR"/>
        </a:p>
      </dgm:t>
    </dgm:pt>
    <dgm:pt modelId="{C49C0F63-2985-4ED0-BF4E-687E3DBDF9C1}">
      <dgm:prSet/>
      <dgm:spPr/>
      <dgm:t>
        <a:bodyPr/>
        <a:lstStyle/>
        <a:p>
          <a:pPr rtl="0"/>
          <a:r>
            <a:rPr lang="fr-FR" dirty="0" smtClean="0"/>
            <a:t>D   agitation anxieuse</a:t>
          </a:r>
          <a:endParaRPr lang="fr-FR" dirty="0"/>
        </a:p>
      </dgm:t>
    </dgm:pt>
    <dgm:pt modelId="{1A0D23BF-7245-435E-AEC5-F653C26118B8}" type="parTrans" cxnId="{505F20DF-AB2A-425C-A00E-C65EE1ACB10A}">
      <dgm:prSet/>
      <dgm:spPr/>
      <dgm:t>
        <a:bodyPr/>
        <a:lstStyle/>
        <a:p>
          <a:endParaRPr lang="fr-FR"/>
        </a:p>
      </dgm:t>
    </dgm:pt>
    <dgm:pt modelId="{DE724702-518A-4524-B4A6-980468E90307}" type="sibTrans" cxnId="{505F20DF-AB2A-425C-A00E-C65EE1ACB10A}">
      <dgm:prSet/>
      <dgm:spPr/>
      <dgm:t>
        <a:bodyPr/>
        <a:lstStyle/>
        <a:p>
          <a:endParaRPr lang="fr-FR"/>
        </a:p>
      </dgm:t>
    </dgm:pt>
    <dgm:pt modelId="{351E9ABD-CA25-4310-A0DD-3FA6755F5F1A}">
      <dgm:prSet/>
      <dgm:spPr/>
      <dgm:t>
        <a:bodyPr/>
        <a:lstStyle/>
        <a:p>
          <a:pPr rtl="0"/>
          <a:r>
            <a:rPr lang="fr-FR" dirty="0" smtClean="0"/>
            <a:t>E   onirisme</a:t>
          </a:r>
          <a:endParaRPr lang="fr-FR" dirty="0"/>
        </a:p>
      </dgm:t>
    </dgm:pt>
    <dgm:pt modelId="{ADB0D834-1D27-4AEB-A20D-4A73E608C416}" type="parTrans" cxnId="{DA898597-184A-4A7D-9D00-9E0DBCE24FCC}">
      <dgm:prSet/>
      <dgm:spPr/>
      <dgm:t>
        <a:bodyPr/>
        <a:lstStyle/>
        <a:p>
          <a:endParaRPr lang="fr-FR"/>
        </a:p>
      </dgm:t>
    </dgm:pt>
    <dgm:pt modelId="{8A5C5CC0-63B9-44AC-8848-DAC054342701}" type="sibTrans" cxnId="{DA898597-184A-4A7D-9D00-9E0DBCE24FCC}">
      <dgm:prSet/>
      <dgm:spPr/>
      <dgm:t>
        <a:bodyPr/>
        <a:lstStyle/>
        <a:p>
          <a:endParaRPr lang="fr-FR"/>
        </a:p>
      </dgm:t>
    </dgm:pt>
    <dgm:pt modelId="{A71BCA2A-3E4D-4DE6-A737-EFE1067B9160}">
      <dgm:prSet/>
      <dgm:spPr/>
      <dgm:t>
        <a:bodyPr/>
        <a:lstStyle/>
        <a:p>
          <a:pPr rtl="0"/>
          <a:r>
            <a:rPr lang="fr-FR" dirty="0" smtClean="0"/>
            <a:t>REP C</a:t>
          </a:r>
          <a:endParaRPr lang="fr-FR" dirty="0"/>
        </a:p>
      </dgm:t>
    </dgm:pt>
    <dgm:pt modelId="{9E88A9A6-9D27-44F2-8127-52EA4CD65FD3}" type="parTrans" cxnId="{7C57977C-5696-4D99-A29F-DB162871CFCC}">
      <dgm:prSet/>
      <dgm:spPr/>
      <dgm:t>
        <a:bodyPr/>
        <a:lstStyle/>
        <a:p>
          <a:endParaRPr lang="fr-FR"/>
        </a:p>
      </dgm:t>
    </dgm:pt>
    <dgm:pt modelId="{55C73514-408D-49C5-9033-70A3C02143BC}" type="sibTrans" cxnId="{7C57977C-5696-4D99-A29F-DB162871CFCC}">
      <dgm:prSet/>
      <dgm:spPr/>
      <dgm:t>
        <a:bodyPr/>
        <a:lstStyle/>
        <a:p>
          <a:endParaRPr lang="fr-FR"/>
        </a:p>
      </dgm:t>
    </dgm:pt>
    <dgm:pt modelId="{534D2132-2624-4C81-AFA3-C481B0E70D4D}">
      <dgm:prSet/>
      <dgm:spPr/>
      <dgm:t>
        <a:bodyPr/>
        <a:lstStyle/>
        <a:p>
          <a:pPr rtl="0"/>
          <a:r>
            <a:rPr lang="fr-FR" dirty="0" smtClean="0"/>
            <a:t>La recrudescence est nocturne </a:t>
          </a:r>
          <a:endParaRPr lang="fr-FR" dirty="0"/>
        </a:p>
      </dgm:t>
    </dgm:pt>
    <dgm:pt modelId="{9DE8ACE4-8C40-403B-AE80-FAF4181B9744}" type="parTrans" cxnId="{63A66B0E-F487-4A28-B093-45E335C966E9}">
      <dgm:prSet/>
      <dgm:spPr/>
      <dgm:t>
        <a:bodyPr/>
        <a:lstStyle/>
        <a:p>
          <a:endParaRPr lang="fr-FR"/>
        </a:p>
      </dgm:t>
    </dgm:pt>
    <dgm:pt modelId="{10D1A33C-F545-4E19-AB08-6F5C0097E357}" type="sibTrans" cxnId="{63A66B0E-F487-4A28-B093-45E335C966E9}">
      <dgm:prSet/>
      <dgm:spPr/>
      <dgm:t>
        <a:bodyPr/>
        <a:lstStyle/>
        <a:p>
          <a:endParaRPr lang="fr-FR"/>
        </a:p>
      </dgm:t>
    </dgm:pt>
    <dgm:pt modelId="{F2DC509F-DD50-4060-AB53-6356AD6E5024}" type="pres">
      <dgm:prSet presAssocID="{56EEA909-CAF8-426B-959F-1BBAA89FFB6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FA1694-82D0-41AC-A4C6-F1BB7A99800C}" type="pres">
      <dgm:prSet presAssocID="{4AC30F11-F249-4C94-B3A5-5A2E7718143F}" presName="parentText" presStyleLbl="node1" presStyleIdx="0" presStyleCnt="8" custScaleY="434305" custLinFactY="-176582" custLinFactNeighborX="-348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36BDFB-6065-4AF2-9249-9F0995AD6901}" type="pres">
      <dgm:prSet presAssocID="{BF9390F4-E638-4E6A-B65F-08F8237B7529}" presName="spacer" presStyleCnt="0"/>
      <dgm:spPr/>
    </dgm:pt>
    <dgm:pt modelId="{7EF06E63-6EA5-4A01-9F78-F6876A6D6C34}" type="pres">
      <dgm:prSet presAssocID="{28AC293C-3D32-4505-BC68-A30533F80E1C}" presName="parentText" presStyleLbl="node1" presStyleIdx="1" presStyleCnt="8" custLinFactY="-100000" custLinFactNeighborX="-348" custLinFactNeighborY="-16617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864B533-49CB-4D03-B807-0522081B9C8A}" type="pres">
      <dgm:prSet presAssocID="{6D0F99A1-FDD7-4E43-BA2F-9EAFF4CA48A1}" presName="spacer" presStyleCnt="0"/>
      <dgm:spPr/>
    </dgm:pt>
    <dgm:pt modelId="{F7475659-270C-44EA-9B67-ADB3B72984F8}" type="pres">
      <dgm:prSet presAssocID="{FD8D3F6C-E90B-4263-A7BF-E9C0F9E19530}" presName="parentText" presStyleLbl="node1" presStyleIdx="2" presStyleCnt="8" custLinFactY="-59576" custLinFactNeighborX="-348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7F760F8-BF62-4B69-BDD8-294056F313F0}" type="pres">
      <dgm:prSet presAssocID="{EBEC558C-DE02-43AF-BD19-975A2B675E37}" presName="spacer" presStyleCnt="0"/>
      <dgm:spPr/>
    </dgm:pt>
    <dgm:pt modelId="{FE320D45-18CE-4F53-9F62-34C1B6F5069F}" type="pres">
      <dgm:prSet presAssocID="{FB30F9FB-7C6F-4260-A489-53EF0DD7E67C}" presName="parentText" presStyleLbl="node1" presStyleIdx="3" presStyleCnt="8" custLinFactY="-11206" custLinFactNeighborX="520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E090F06-F500-40B3-8D4D-8B7435AFE24F}" type="pres">
      <dgm:prSet presAssocID="{7925B1D1-5B27-4018-A735-3871B06F57E2}" presName="spacer" presStyleCnt="0"/>
      <dgm:spPr/>
    </dgm:pt>
    <dgm:pt modelId="{F2F3B4FF-2CC1-471B-85D3-278872CA9212}" type="pres">
      <dgm:prSet presAssocID="{C49C0F63-2985-4ED0-BF4E-687E3DBDF9C1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A6A374D-69B6-46AE-A167-C721AA11864B}" type="pres">
      <dgm:prSet presAssocID="{DE724702-518A-4524-B4A6-980468E90307}" presName="spacer" presStyleCnt="0"/>
      <dgm:spPr/>
    </dgm:pt>
    <dgm:pt modelId="{D130A2F1-7828-4F98-A25B-1DA92C1CB684}" type="pres">
      <dgm:prSet presAssocID="{351E9ABD-CA25-4310-A0DD-3FA6755F5F1A}" presName="parentText" presStyleLbl="node1" presStyleIdx="5" presStyleCnt="8" custScaleY="142261" custLinFactY="38609" custLinFactNeighborX="520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BAFCE69-FE95-474D-A657-C285AD8256A2}" type="pres">
      <dgm:prSet presAssocID="{8A5C5CC0-63B9-44AC-8848-DAC054342701}" presName="spacer" presStyleCnt="0"/>
      <dgm:spPr/>
    </dgm:pt>
    <dgm:pt modelId="{4DD04EEF-604F-46F1-B2B3-B7EB5895BAEC}" type="pres">
      <dgm:prSet presAssocID="{A71BCA2A-3E4D-4DE6-A737-EFE1067B9160}" presName="parentText" presStyleLbl="node1" presStyleIdx="6" presStyleCnt="8" custLinFactY="78578" custLinFactNeighborX="-1216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E135D17-A92F-4DB7-B1A9-F4F84B80D205}" type="pres">
      <dgm:prSet presAssocID="{55C73514-408D-49C5-9033-70A3C02143BC}" presName="spacer" presStyleCnt="0"/>
      <dgm:spPr/>
    </dgm:pt>
    <dgm:pt modelId="{972C9BB5-628A-47BB-8296-0B609646A429}" type="pres">
      <dgm:prSet presAssocID="{534D2132-2624-4C81-AFA3-C481B0E70D4D}" presName="parentText" presStyleLbl="node1" presStyleIdx="7" presStyleCnt="8" custLinFactY="114941" custLinFactNeighborX="520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BCBE8E4-382D-4E02-84FB-18FD6107DB5A}" type="presOf" srcId="{FB30F9FB-7C6F-4260-A489-53EF0DD7E67C}" destId="{FE320D45-18CE-4F53-9F62-34C1B6F5069F}" srcOrd="0" destOrd="0" presId="urn:microsoft.com/office/officeart/2005/8/layout/vList2"/>
    <dgm:cxn modelId="{505F20DF-AB2A-425C-A00E-C65EE1ACB10A}" srcId="{56EEA909-CAF8-426B-959F-1BBAA89FFB6C}" destId="{C49C0F63-2985-4ED0-BF4E-687E3DBDF9C1}" srcOrd="4" destOrd="0" parTransId="{1A0D23BF-7245-435E-AEC5-F653C26118B8}" sibTransId="{DE724702-518A-4524-B4A6-980468E90307}"/>
    <dgm:cxn modelId="{522AF33D-9640-4EFC-9C7C-27CF2F3E430C}" type="presOf" srcId="{351E9ABD-CA25-4310-A0DD-3FA6755F5F1A}" destId="{D130A2F1-7828-4F98-A25B-1DA92C1CB684}" srcOrd="0" destOrd="0" presId="urn:microsoft.com/office/officeart/2005/8/layout/vList2"/>
    <dgm:cxn modelId="{61509D4F-21A4-452C-9E21-D59BB297F05B}" type="presOf" srcId="{C49C0F63-2985-4ED0-BF4E-687E3DBDF9C1}" destId="{F2F3B4FF-2CC1-471B-85D3-278872CA9212}" srcOrd="0" destOrd="0" presId="urn:microsoft.com/office/officeart/2005/8/layout/vList2"/>
    <dgm:cxn modelId="{F38E2AF2-7DCA-4B6A-BEA0-2EBC2FFA63AB}" srcId="{56EEA909-CAF8-426B-959F-1BBAA89FFB6C}" destId="{FB30F9FB-7C6F-4260-A489-53EF0DD7E67C}" srcOrd="3" destOrd="0" parTransId="{1530C6F7-003B-4C1A-80EF-8EE19F60B3B8}" sibTransId="{7925B1D1-5B27-4018-A735-3871B06F57E2}"/>
    <dgm:cxn modelId="{DA898597-184A-4A7D-9D00-9E0DBCE24FCC}" srcId="{56EEA909-CAF8-426B-959F-1BBAA89FFB6C}" destId="{351E9ABD-CA25-4310-A0DD-3FA6755F5F1A}" srcOrd="5" destOrd="0" parTransId="{ADB0D834-1D27-4AEB-A20D-4A73E608C416}" sibTransId="{8A5C5CC0-63B9-44AC-8848-DAC054342701}"/>
    <dgm:cxn modelId="{7C57977C-5696-4D99-A29F-DB162871CFCC}" srcId="{56EEA909-CAF8-426B-959F-1BBAA89FFB6C}" destId="{A71BCA2A-3E4D-4DE6-A737-EFE1067B9160}" srcOrd="6" destOrd="0" parTransId="{9E88A9A6-9D27-44F2-8127-52EA4CD65FD3}" sibTransId="{55C73514-408D-49C5-9033-70A3C02143BC}"/>
    <dgm:cxn modelId="{DA6B95FA-3886-4882-95D9-AC39EECB95DC}" srcId="{56EEA909-CAF8-426B-959F-1BBAA89FFB6C}" destId="{4AC30F11-F249-4C94-B3A5-5A2E7718143F}" srcOrd="0" destOrd="0" parTransId="{34F12591-F407-44C6-808A-E48B01B9426A}" sibTransId="{BF9390F4-E638-4E6A-B65F-08F8237B7529}"/>
    <dgm:cxn modelId="{7825CFCB-F169-45C8-8023-9E578513E6E5}" type="presOf" srcId="{56EEA909-CAF8-426B-959F-1BBAA89FFB6C}" destId="{F2DC509F-DD50-4060-AB53-6356AD6E5024}" srcOrd="0" destOrd="0" presId="urn:microsoft.com/office/officeart/2005/8/layout/vList2"/>
    <dgm:cxn modelId="{C38A9421-E537-450D-81F9-F1F40807BAC1}" srcId="{56EEA909-CAF8-426B-959F-1BBAA89FFB6C}" destId="{FD8D3F6C-E90B-4263-A7BF-E9C0F9E19530}" srcOrd="2" destOrd="0" parTransId="{FA7388DB-E891-4846-BE85-4BD80B6AD8A8}" sibTransId="{EBEC558C-DE02-43AF-BD19-975A2B675E37}"/>
    <dgm:cxn modelId="{166068B8-B44F-4E3E-B939-1D5C49C0108D}" type="presOf" srcId="{4AC30F11-F249-4C94-B3A5-5A2E7718143F}" destId="{96FA1694-82D0-41AC-A4C6-F1BB7A99800C}" srcOrd="0" destOrd="0" presId="urn:microsoft.com/office/officeart/2005/8/layout/vList2"/>
    <dgm:cxn modelId="{0C2102FD-2D83-4052-B7C3-35D88740600A}" srcId="{56EEA909-CAF8-426B-959F-1BBAA89FFB6C}" destId="{28AC293C-3D32-4505-BC68-A30533F80E1C}" srcOrd="1" destOrd="0" parTransId="{85B6966C-3E04-44E1-A373-A29ADF5D5AEB}" sibTransId="{6D0F99A1-FDD7-4E43-BA2F-9EAFF4CA48A1}"/>
    <dgm:cxn modelId="{9E6B1DD2-1977-4550-8BD2-8D2A28A38858}" type="presOf" srcId="{534D2132-2624-4C81-AFA3-C481B0E70D4D}" destId="{972C9BB5-628A-47BB-8296-0B609646A429}" srcOrd="0" destOrd="0" presId="urn:microsoft.com/office/officeart/2005/8/layout/vList2"/>
    <dgm:cxn modelId="{454C4AB9-F540-45F4-8D88-806A087D4C15}" type="presOf" srcId="{FD8D3F6C-E90B-4263-A7BF-E9C0F9E19530}" destId="{F7475659-270C-44EA-9B67-ADB3B72984F8}" srcOrd="0" destOrd="0" presId="urn:microsoft.com/office/officeart/2005/8/layout/vList2"/>
    <dgm:cxn modelId="{7DD68CA3-B26E-444B-B9D7-8708EC2725E9}" type="presOf" srcId="{28AC293C-3D32-4505-BC68-A30533F80E1C}" destId="{7EF06E63-6EA5-4A01-9F78-F6876A6D6C34}" srcOrd="0" destOrd="0" presId="urn:microsoft.com/office/officeart/2005/8/layout/vList2"/>
    <dgm:cxn modelId="{21C3B5B1-37C2-4204-BC38-30DD8BF0E7FF}" type="presOf" srcId="{A71BCA2A-3E4D-4DE6-A737-EFE1067B9160}" destId="{4DD04EEF-604F-46F1-B2B3-B7EB5895BAEC}" srcOrd="0" destOrd="0" presId="urn:microsoft.com/office/officeart/2005/8/layout/vList2"/>
    <dgm:cxn modelId="{63A66B0E-F487-4A28-B093-45E335C966E9}" srcId="{56EEA909-CAF8-426B-959F-1BBAA89FFB6C}" destId="{534D2132-2624-4C81-AFA3-C481B0E70D4D}" srcOrd="7" destOrd="0" parTransId="{9DE8ACE4-8C40-403B-AE80-FAF4181B9744}" sibTransId="{10D1A33C-F545-4E19-AB08-6F5C0097E357}"/>
    <dgm:cxn modelId="{F6014925-2E11-4BB8-B1F1-B72D2EB2AF08}" type="presParOf" srcId="{F2DC509F-DD50-4060-AB53-6356AD6E5024}" destId="{96FA1694-82D0-41AC-A4C6-F1BB7A99800C}" srcOrd="0" destOrd="0" presId="urn:microsoft.com/office/officeart/2005/8/layout/vList2"/>
    <dgm:cxn modelId="{032982A8-3715-4023-BDD4-715B4A26AB41}" type="presParOf" srcId="{F2DC509F-DD50-4060-AB53-6356AD6E5024}" destId="{5C36BDFB-6065-4AF2-9249-9F0995AD6901}" srcOrd="1" destOrd="0" presId="urn:microsoft.com/office/officeart/2005/8/layout/vList2"/>
    <dgm:cxn modelId="{AFD4821A-6E82-49B6-B1DE-0BC1CF6417F2}" type="presParOf" srcId="{F2DC509F-DD50-4060-AB53-6356AD6E5024}" destId="{7EF06E63-6EA5-4A01-9F78-F6876A6D6C34}" srcOrd="2" destOrd="0" presId="urn:microsoft.com/office/officeart/2005/8/layout/vList2"/>
    <dgm:cxn modelId="{33B1BCE2-2EA8-4BD9-B62F-DE60B6664A43}" type="presParOf" srcId="{F2DC509F-DD50-4060-AB53-6356AD6E5024}" destId="{4864B533-49CB-4D03-B807-0522081B9C8A}" srcOrd="3" destOrd="0" presId="urn:microsoft.com/office/officeart/2005/8/layout/vList2"/>
    <dgm:cxn modelId="{67FB9A3A-921F-4DCC-A8B0-E484B7771151}" type="presParOf" srcId="{F2DC509F-DD50-4060-AB53-6356AD6E5024}" destId="{F7475659-270C-44EA-9B67-ADB3B72984F8}" srcOrd="4" destOrd="0" presId="urn:microsoft.com/office/officeart/2005/8/layout/vList2"/>
    <dgm:cxn modelId="{FA70E86D-9A9E-4EC7-8EC2-503561343781}" type="presParOf" srcId="{F2DC509F-DD50-4060-AB53-6356AD6E5024}" destId="{C7F760F8-BF62-4B69-BDD8-294056F313F0}" srcOrd="5" destOrd="0" presId="urn:microsoft.com/office/officeart/2005/8/layout/vList2"/>
    <dgm:cxn modelId="{0108C510-5E92-410D-BD32-3E40C1297567}" type="presParOf" srcId="{F2DC509F-DD50-4060-AB53-6356AD6E5024}" destId="{FE320D45-18CE-4F53-9F62-34C1B6F5069F}" srcOrd="6" destOrd="0" presId="urn:microsoft.com/office/officeart/2005/8/layout/vList2"/>
    <dgm:cxn modelId="{435DB672-38D8-4979-B44F-E109D2B1BEE4}" type="presParOf" srcId="{F2DC509F-DD50-4060-AB53-6356AD6E5024}" destId="{5E090F06-F500-40B3-8D4D-8B7435AFE24F}" srcOrd="7" destOrd="0" presId="urn:microsoft.com/office/officeart/2005/8/layout/vList2"/>
    <dgm:cxn modelId="{05CB392A-9BDC-4684-920C-3515D841D073}" type="presParOf" srcId="{F2DC509F-DD50-4060-AB53-6356AD6E5024}" destId="{F2F3B4FF-2CC1-471B-85D3-278872CA9212}" srcOrd="8" destOrd="0" presId="urn:microsoft.com/office/officeart/2005/8/layout/vList2"/>
    <dgm:cxn modelId="{A64AD948-A05C-47BD-BC7B-E09BB015CD92}" type="presParOf" srcId="{F2DC509F-DD50-4060-AB53-6356AD6E5024}" destId="{1A6A374D-69B6-46AE-A167-C721AA11864B}" srcOrd="9" destOrd="0" presId="urn:microsoft.com/office/officeart/2005/8/layout/vList2"/>
    <dgm:cxn modelId="{CD98598B-71E8-4EC0-A373-CF660A452368}" type="presParOf" srcId="{F2DC509F-DD50-4060-AB53-6356AD6E5024}" destId="{D130A2F1-7828-4F98-A25B-1DA92C1CB684}" srcOrd="10" destOrd="0" presId="urn:microsoft.com/office/officeart/2005/8/layout/vList2"/>
    <dgm:cxn modelId="{3E18BA40-073E-42AE-9653-07CB56FDD1E4}" type="presParOf" srcId="{F2DC509F-DD50-4060-AB53-6356AD6E5024}" destId="{ABAFCE69-FE95-474D-A657-C285AD8256A2}" srcOrd="11" destOrd="0" presId="urn:microsoft.com/office/officeart/2005/8/layout/vList2"/>
    <dgm:cxn modelId="{0D31850E-52BC-4BA4-AB9C-F9B6D19C561D}" type="presParOf" srcId="{F2DC509F-DD50-4060-AB53-6356AD6E5024}" destId="{4DD04EEF-604F-46F1-B2B3-B7EB5895BAEC}" srcOrd="12" destOrd="0" presId="urn:microsoft.com/office/officeart/2005/8/layout/vList2"/>
    <dgm:cxn modelId="{5F6B829A-95CF-4807-8AEE-E25089969C31}" type="presParOf" srcId="{F2DC509F-DD50-4060-AB53-6356AD6E5024}" destId="{CE135D17-A92F-4DB7-B1A9-F4F84B80D205}" srcOrd="13" destOrd="0" presId="urn:microsoft.com/office/officeart/2005/8/layout/vList2"/>
    <dgm:cxn modelId="{5A2B18ED-0A6B-4B46-99A8-A83D897604C0}" type="presParOf" srcId="{F2DC509F-DD50-4060-AB53-6356AD6E5024}" destId="{972C9BB5-628A-47BB-8296-0B609646A429}" srcOrd="14" destOrd="0" presId="urn:microsoft.com/office/officeart/2005/8/layout/vList2"/>
  </dgm:cxnLst>
  <dgm:bg/>
  <dgm:whole/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09E3ABF-9D92-4D9D-9D4F-68C2A105742B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BD7382D4-5406-4430-BD43-D3AFE67CD9E6}">
      <dgm:prSet/>
      <dgm:spPr/>
      <dgm:t>
        <a:bodyPr/>
        <a:lstStyle/>
        <a:p>
          <a:pPr rtl="0"/>
          <a:r>
            <a:rPr lang="fr-FR" dirty="0" smtClean="0"/>
            <a:t>Parmi les thèmes délirants suivants, les délires paranoïaques passionnels sont caractérisés par les : </a:t>
          </a:r>
          <a:endParaRPr lang="fr-FR" dirty="0"/>
        </a:p>
      </dgm:t>
    </dgm:pt>
    <dgm:pt modelId="{20203306-8210-4B82-8A30-7FC01FDB79CB}" type="parTrans" cxnId="{43CB9088-2F54-45E7-8257-492572D1502A}">
      <dgm:prSet/>
      <dgm:spPr/>
      <dgm:t>
        <a:bodyPr/>
        <a:lstStyle/>
        <a:p>
          <a:endParaRPr lang="fr-FR"/>
        </a:p>
      </dgm:t>
    </dgm:pt>
    <dgm:pt modelId="{5BBEFD8C-557F-49BF-8335-81D85B5485F7}" type="sibTrans" cxnId="{43CB9088-2F54-45E7-8257-492572D1502A}">
      <dgm:prSet/>
      <dgm:spPr/>
      <dgm:t>
        <a:bodyPr/>
        <a:lstStyle/>
        <a:p>
          <a:endParaRPr lang="fr-FR"/>
        </a:p>
      </dgm:t>
    </dgm:pt>
    <dgm:pt modelId="{644D3122-FF7C-4530-A394-8C5DA26CD8E3}">
      <dgm:prSet/>
      <dgm:spPr/>
      <dgm:t>
        <a:bodyPr/>
        <a:lstStyle/>
        <a:p>
          <a:pPr rtl="0"/>
          <a:r>
            <a:rPr lang="fr-FR" dirty="0" smtClean="0"/>
            <a:t>A/Thèmes de persécution </a:t>
          </a:r>
          <a:endParaRPr lang="fr-FR" dirty="0"/>
        </a:p>
      </dgm:t>
    </dgm:pt>
    <dgm:pt modelId="{D7F5FB88-D858-4716-B156-D37DD20C4DB7}" type="parTrans" cxnId="{ED9A022A-A897-42D2-BDFC-B56427666921}">
      <dgm:prSet/>
      <dgm:spPr/>
      <dgm:t>
        <a:bodyPr/>
        <a:lstStyle/>
        <a:p>
          <a:endParaRPr lang="fr-FR"/>
        </a:p>
      </dgm:t>
    </dgm:pt>
    <dgm:pt modelId="{2997D3AB-5139-4D84-886A-49385984F6AD}" type="sibTrans" cxnId="{ED9A022A-A897-42D2-BDFC-B56427666921}">
      <dgm:prSet/>
      <dgm:spPr/>
      <dgm:t>
        <a:bodyPr/>
        <a:lstStyle/>
        <a:p>
          <a:endParaRPr lang="fr-FR"/>
        </a:p>
      </dgm:t>
    </dgm:pt>
    <dgm:pt modelId="{A5A40E50-D0A9-41D7-9533-C74CDE1328D3}">
      <dgm:prSet/>
      <dgm:spPr/>
      <dgm:t>
        <a:bodyPr/>
        <a:lstStyle/>
        <a:p>
          <a:pPr rtl="0"/>
          <a:r>
            <a:rPr lang="fr-FR" dirty="0" smtClean="0"/>
            <a:t>B/Thèmes d’érotomanie </a:t>
          </a:r>
          <a:endParaRPr lang="fr-FR" dirty="0"/>
        </a:p>
      </dgm:t>
    </dgm:pt>
    <dgm:pt modelId="{5D2DBFDB-9358-4C82-B41C-F13651353099}" type="parTrans" cxnId="{FBB2722D-1477-4FBA-B002-783083E33568}">
      <dgm:prSet/>
      <dgm:spPr/>
      <dgm:t>
        <a:bodyPr/>
        <a:lstStyle/>
        <a:p>
          <a:endParaRPr lang="fr-FR"/>
        </a:p>
      </dgm:t>
    </dgm:pt>
    <dgm:pt modelId="{2211A9AA-6FCE-47B6-9AA4-D79553E8EB06}" type="sibTrans" cxnId="{FBB2722D-1477-4FBA-B002-783083E33568}">
      <dgm:prSet/>
      <dgm:spPr/>
      <dgm:t>
        <a:bodyPr/>
        <a:lstStyle/>
        <a:p>
          <a:endParaRPr lang="fr-FR"/>
        </a:p>
      </dgm:t>
    </dgm:pt>
    <dgm:pt modelId="{8FD09A54-F73E-4B55-B75B-2B48E6BD5BFC}">
      <dgm:prSet/>
      <dgm:spPr/>
      <dgm:t>
        <a:bodyPr/>
        <a:lstStyle/>
        <a:p>
          <a:pPr rtl="0"/>
          <a:r>
            <a:rPr lang="fr-FR" dirty="0" smtClean="0"/>
            <a:t>C/Thèmes de jalousie </a:t>
          </a:r>
          <a:endParaRPr lang="fr-FR" dirty="0"/>
        </a:p>
      </dgm:t>
    </dgm:pt>
    <dgm:pt modelId="{183C908B-2283-47EE-AC50-B87D32C0EF4C}" type="parTrans" cxnId="{AEECC93A-B205-4286-96B9-72EAD72836EB}">
      <dgm:prSet/>
      <dgm:spPr/>
      <dgm:t>
        <a:bodyPr/>
        <a:lstStyle/>
        <a:p>
          <a:endParaRPr lang="fr-FR"/>
        </a:p>
      </dgm:t>
    </dgm:pt>
    <dgm:pt modelId="{042B34E1-A5E2-497D-96E4-574F9D9F9C57}" type="sibTrans" cxnId="{AEECC93A-B205-4286-96B9-72EAD72836EB}">
      <dgm:prSet/>
      <dgm:spPr/>
      <dgm:t>
        <a:bodyPr/>
        <a:lstStyle/>
        <a:p>
          <a:endParaRPr lang="fr-FR"/>
        </a:p>
      </dgm:t>
    </dgm:pt>
    <dgm:pt modelId="{9E6CBEAC-E127-419D-A537-E5C3E4D78CC3}">
      <dgm:prSet/>
      <dgm:spPr/>
      <dgm:t>
        <a:bodyPr/>
        <a:lstStyle/>
        <a:p>
          <a:pPr rtl="0"/>
          <a:r>
            <a:rPr lang="fr-FR" dirty="0" smtClean="0"/>
            <a:t>D/Thèmes de revendication procédurière </a:t>
          </a:r>
          <a:endParaRPr lang="fr-FR" dirty="0"/>
        </a:p>
      </dgm:t>
    </dgm:pt>
    <dgm:pt modelId="{60A8D821-7AD3-4341-8CE1-9C21898D203A}" type="parTrans" cxnId="{405A4D55-D269-47DA-9BDF-D2C16ED2DA0A}">
      <dgm:prSet/>
      <dgm:spPr/>
      <dgm:t>
        <a:bodyPr/>
        <a:lstStyle/>
        <a:p>
          <a:endParaRPr lang="fr-FR"/>
        </a:p>
      </dgm:t>
    </dgm:pt>
    <dgm:pt modelId="{A58B9D4F-343B-4861-A698-D7697172E53B}" type="sibTrans" cxnId="{405A4D55-D269-47DA-9BDF-D2C16ED2DA0A}">
      <dgm:prSet/>
      <dgm:spPr/>
      <dgm:t>
        <a:bodyPr/>
        <a:lstStyle/>
        <a:p>
          <a:endParaRPr lang="fr-FR"/>
        </a:p>
      </dgm:t>
    </dgm:pt>
    <dgm:pt modelId="{CFB4243E-C890-47C2-B73E-5BE466073D83}">
      <dgm:prSet/>
      <dgm:spPr/>
      <dgm:t>
        <a:bodyPr/>
        <a:lstStyle/>
        <a:p>
          <a:pPr rtl="0"/>
          <a:r>
            <a:rPr lang="fr-FR" dirty="0" smtClean="0"/>
            <a:t>E/Thèmes d’influence </a:t>
          </a:r>
          <a:endParaRPr lang="fr-FR" dirty="0"/>
        </a:p>
      </dgm:t>
    </dgm:pt>
    <dgm:pt modelId="{A6051FC7-E399-422D-BBF6-FF1A3A68742C}" type="parTrans" cxnId="{011D8298-A65D-4AC4-8056-A65797C65F8A}">
      <dgm:prSet/>
      <dgm:spPr/>
      <dgm:t>
        <a:bodyPr/>
        <a:lstStyle/>
        <a:p>
          <a:endParaRPr lang="fr-FR"/>
        </a:p>
      </dgm:t>
    </dgm:pt>
    <dgm:pt modelId="{951F9985-1F6C-4F17-9F60-5E83C9F70168}" type="sibTrans" cxnId="{011D8298-A65D-4AC4-8056-A65797C65F8A}">
      <dgm:prSet/>
      <dgm:spPr/>
      <dgm:t>
        <a:bodyPr/>
        <a:lstStyle/>
        <a:p>
          <a:endParaRPr lang="fr-FR"/>
        </a:p>
      </dgm:t>
    </dgm:pt>
    <dgm:pt modelId="{43C33120-5BF1-413F-8601-4A5296291356}">
      <dgm:prSet/>
      <dgm:spPr/>
      <dgm:t>
        <a:bodyPr/>
        <a:lstStyle/>
        <a:p>
          <a:pPr rtl="0"/>
          <a:r>
            <a:rPr lang="fr-FR" dirty="0" smtClean="0"/>
            <a:t>B C D</a:t>
          </a:r>
          <a:endParaRPr lang="fr-FR" dirty="0"/>
        </a:p>
      </dgm:t>
    </dgm:pt>
    <dgm:pt modelId="{C8357304-06D5-4DF4-9EAB-3CA2D930D900}" type="parTrans" cxnId="{86DE73A4-8BDC-4012-9ECD-440DE9F02300}">
      <dgm:prSet/>
      <dgm:spPr/>
      <dgm:t>
        <a:bodyPr/>
        <a:lstStyle/>
        <a:p>
          <a:endParaRPr lang="fr-FR"/>
        </a:p>
      </dgm:t>
    </dgm:pt>
    <dgm:pt modelId="{A2403251-0E83-45A4-A92B-A3873208937B}" type="sibTrans" cxnId="{86DE73A4-8BDC-4012-9ECD-440DE9F02300}">
      <dgm:prSet/>
      <dgm:spPr/>
      <dgm:t>
        <a:bodyPr/>
        <a:lstStyle/>
        <a:p>
          <a:endParaRPr lang="fr-FR"/>
        </a:p>
      </dgm:t>
    </dgm:pt>
    <dgm:pt modelId="{49C178B1-C339-4ED2-B1DF-556D02054384}" type="pres">
      <dgm:prSet presAssocID="{709E3ABF-9D92-4D9D-9D4F-68C2A105742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F3D0BD4-FACC-4D18-B7D3-B0DCE5B694BC}" type="pres">
      <dgm:prSet presAssocID="{BD7382D4-5406-4430-BD43-D3AFE67CD9E6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871BEA-1E1E-46C5-8E61-FA7AFEC69A70}" type="pres">
      <dgm:prSet presAssocID="{5BBEFD8C-557F-49BF-8335-81D85B5485F7}" presName="spacer" presStyleCnt="0"/>
      <dgm:spPr/>
    </dgm:pt>
    <dgm:pt modelId="{0EB9B80D-3A44-4B7A-A952-3DABA9FF6E34}" type="pres">
      <dgm:prSet presAssocID="{644D3122-FF7C-4530-A394-8C5DA26CD8E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BC6ABB4-019A-4CCC-96C6-7F3089DE7303}" type="pres">
      <dgm:prSet presAssocID="{2997D3AB-5139-4D84-886A-49385984F6AD}" presName="spacer" presStyleCnt="0"/>
      <dgm:spPr/>
    </dgm:pt>
    <dgm:pt modelId="{EAF5C5B7-304F-4E62-B803-186E201A8EAE}" type="pres">
      <dgm:prSet presAssocID="{A5A40E50-D0A9-41D7-9533-C74CDE1328D3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75FB738-AA53-442C-93C6-168E32BE1703}" type="pres">
      <dgm:prSet presAssocID="{2211A9AA-6FCE-47B6-9AA4-D79553E8EB06}" presName="spacer" presStyleCnt="0"/>
      <dgm:spPr/>
    </dgm:pt>
    <dgm:pt modelId="{FB36B2A7-4C63-4E7D-BE5A-2FFC00D28B5D}" type="pres">
      <dgm:prSet presAssocID="{8FD09A54-F73E-4B55-B75B-2B48E6BD5BFC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B519F90-1795-446A-BF85-A1138A9F95BA}" type="pres">
      <dgm:prSet presAssocID="{042B34E1-A5E2-497D-96E4-574F9D9F9C57}" presName="spacer" presStyleCnt="0"/>
      <dgm:spPr/>
    </dgm:pt>
    <dgm:pt modelId="{00E1DE1F-A88A-41D6-A629-80D9F7D2F76B}" type="pres">
      <dgm:prSet presAssocID="{9E6CBEAC-E127-419D-A537-E5C3E4D78CC3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AA02DAC-5903-4EB1-9C1E-60129BCCBC16}" type="pres">
      <dgm:prSet presAssocID="{A58B9D4F-343B-4861-A698-D7697172E53B}" presName="spacer" presStyleCnt="0"/>
      <dgm:spPr/>
    </dgm:pt>
    <dgm:pt modelId="{20B4C9A7-8398-4604-935C-365A9ADFCC2A}" type="pres">
      <dgm:prSet presAssocID="{CFB4243E-C890-47C2-B73E-5BE466073D83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F51EA4F-7002-4343-8C22-4379325F79B0}" type="pres">
      <dgm:prSet presAssocID="{951F9985-1F6C-4F17-9F60-5E83C9F70168}" presName="spacer" presStyleCnt="0"/>
      <dgm:spPr/>
    </dgm:pt>
    <dgm:pt modelId="{A9C00092-01D9-4E9D-9739-00386C23A66C}" type="pres">
      <dgm:prSet presAssocID="{43C33120-5BF1-413F-8601-4A529629135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BB2722D-1477-4FBA-B002-783083E33568}" srcId="{709E3ABF-9D92-4D9D-9D4F-68C2A105742B}" destId="{A5A40E50-D0A9-41D7-9533-C74CDE1328D3}" srcOrd="2" destOrd="0" parTransId="{5D2DBFDB-9358-4C82-B41C-F13651353099}" sibTransId="{2211A9AA-6FCE-47B6-9AA4-D79553E8EB06}"/>
    <dgm:cxn modelId="{B225B08A-4EFD-4876-9CD6-5D1E34941552}" type="presOf" srcId="{709E3ABF-9D92-4D9D-9D4F-68C2A105742B}" destId="{49C178B1-C339-4ED2-B1DF-556D02054384}" srcOrd="0" destOrd="0" presId="urn:microsoft.com/office/officeart/2005/8/layout/vList2"/>
    <dgm:cxn modelId="{4446A566-713C-438A-AB3C-1A018D764571}" type="presOf" srcId="{8FD09A54-F73E-4B55-B75B-2B48E6BD5BFC}" destId="{FB36B2A7-4C63-4E7D-BE5A-2FFC00D28B5D}" srcOrd="0" destOrd="0" presId="urn:microsoft.com/office/officeart/2005/8/layout/vList2"/>
    <dgm:cxn modelId="{405A4D55-D269-47DA-9BDF-D2C16ED2DA0A}" srcId="{709E3ABF-9D92-4D9D-9D4F-68C2A105742B}" destId="{9E6CBEAC-E127-419D-A537-E5C3E4D78CC3}" srcOrd="4" destOrd="0" parTransId="{60A8D821-7AD3-4341-8CE1-9C21898D203A}" sibTransId="{A58B9D4F-343B-4861-A698-D7697172E53B}"/>
    <dgm:cxn modelId="{CF2CE1B4-BE7D-4113-AD77-BA621B66F0C9}" type="presOf" srcId="{A5A40E50-D0A9-41D7-9533-C74CDE1328D3}" destId="{EAF5C5B7-304F-4E62-B803-186E201A8EAE}" srcOrd="0" destOrd="0" presId="urn:microsoft.com/office/officeart/2005/8/layout/vList2"/>
    <dgm:cxn modelId="{220B2D36-2B7A-4D1F-9BBB-4E157DD4627A}" type="presOf" srcId="{9E6CBEAC-E127-419D-A537-E5C3E4D78CC3}" destId="{00E1DE1F-A88A-41D6-A629-80D9F7D2F76B}" srcOrd="0" destOrd="0" presId="urn:microsoft.com/office/officeart/2005/8/layout/vList2"/>
    <dgm:cxn modelId="{F51E624B-D227-4D6C-A82D-4761DFFCED02}" type="presOf" srcId="{BD7382D4-5406-4430-BD43-D3AFE67CD9E6}" destId="{BF3D0BD4-FACC-4D18-B7D3-B0DCE5B694BC}" srcOrd="0" destOrd="0" presId="urn:microsoft.com/office/officeart/2005/8/layout/vList2"/>
    <dgm:cxn modelId="{F67BDC9E-598C-4420-A354-3ACACF15DD24}" type="presOf" srcId="{CFB4243E-C890-47C2-B73E-5BE466073D83}" destId="{20B4C9A7-8398-4604-935C-365A9ADFCC2A}" srcOrd="0" destOrd="0" presId="urn:microsoft.com/office/officeart/2005/8/layout/vList2"/>
    <dgm:cxn modelId="{011D8298-A65D-4AC4-8056-A65797C65F8A}" srcId="{709E3ABF-9D92-4D9D-9D4F-68C2A105742B}" destId="{CFB4243E-C890-47C2-B73E-5BE466073D83}" srcOrd="5" destOrd="0" parTransId="{A6051FC7-E399-422D-BBF6-FF1A3A68742C}" sibTransId="{951F9985-1F6C-4F17-9F60-5E83C9F70168}"/>
    <dgm:cxn modelId="{ED9A022A-A897-42D2-BDFC-B56427666921}" srcId="{709E3ABF-9D92-4D9D-9D4F-68C2A105742B}" destId="{644D3122-FF7C-4530-A394-8C5DA26CD8E3}" srcOrd="1" destOrd="0" parTransId="{D7F5FB88-D858-4716-B156-D37DD20C4DB7}" sibTransId="{2997D3AB-5139-4D84-886A-49385984F6AD}"/>
    <dgm:cxn modelId="{43CB9088-2F54-45E7-8257-492572D1502A}" srcId="{709E3ABF-9D92-4D9D-9D4F-68C2A105742B}" destId="{BD7382D4-5406-4430-BD43-D3AFE67CD9E6}" srcOrd="0" destOrd="0" parTransId="{20203306-8210-4B82-8A30-7FC01FDB79CB}" sibTransId="{5BBEFD8C-557F-49BF-8335-81D85B5485F7}"/>
    <dgm:cxn modelId="{A9049827-71C4-456D-822C-A09D783BFBFC}" type="presOf" srcId="{43C33120-5BF1-413F-8601-4A5296291356}" destId="{A9C00092-01D9-4E9D-9739-00386C23A66C}" srcOrd="0" destOrd="0" presId="urn:microsoft.com/office/officeart/2005/8/layout/vList2"/>
    <dgm:cxn modelId="{EFB53087-A700-4F92-BC09-8BF7F1021239}" type="presOf" srcId="{644D3122-FF7C-4530-A394-8C5DA26CD8E3}" destId="{0EB9B80D-3A44-4B7A-A952-3DABA9FF6E34}" srcOrd="0" destOrd="0" presId="urn:microsoft.com/office/officeart/2005/8/layout/vList2"/>
    <dgm:cxn modelId="{86DE73A4-8BDC-4012-9ECD-440DE9F02300}" srcId="{709E3ABF-9D92-4D9D-9D4F-68C2A105742B}" destId="{43C33120-5BF1-413F-8601-4A5296291356}" srcOrd="6" destOrd="0" parTransId="{C8357304-06D5-4DF4-9EAB-3CA2D930D900}" sibTransId="{A2403251-0E83-45A4-A92B-A3873208937B}"/>
    <dgm:cxn modelId="{AEECC93A-B205-4286-96B9-72EAD72836EB}" srcId="{709E3ABF-9D92-4D9D-9D4F-68C2A105742B}" destId="{8FD09A54-F73E-4B55-B75B-2B48E6BD5BFC}" srcOrd="3" destOrd="0" parTransId="{183C908B-2283-47EE-AC50-B87D32C0EF4C}" sibTransId="{042B34E1-A5E2-497D-96E4-574F9D9F9C57}"/>
    <dgm:cxn modelId="{02E9EC07-2290-412B-8097-D6801446372E}" type="presParOf" srcId="{49C178B1-C339-4ED2-B1DF-556D02054384}" destId="{BF3D0BD4-FACC-4D18-B7D3-B0DCE5B694BC}" srcOrd="0" destOrd="0" presId="urn:microsoft.com/office/officeart/2005/8/layout/vList2"/>
    <dgm:cxn modelId="{D40BA0DC-05C8-4CA7-8A22-A12C98F3D20D}" type="presParOf" srcId="{49C178B1-C339-4ED2-B1DF-556D02054384}" destId="{07871BEA-1E1E-46C5-8E61-FA7AFEC69A70}" srcOrd="1" destOrd="0" presId="urn:microsoft.com/office/officeart/2005/8/layout/vList2"/>
    <dgm:cxn modelId="{7C01FB35-DDE9-47DB-81B7-8FAB2DD748BA}" type="presParOf" srcId="{49C178B1-C339-4ED2-B1DF-556D02054384}" destId="{0EB9B80D-3A44-4B7A-A952-3DABA9FF6E34}" srcOrd="2" destOrd="0" presId="urn:microsoft.com/office/officeart/2005/8/layout/vList2"/>
    <dgm:cxn modelId="{5B88FB95-FB84-48F0-B2E4-3819212459B3}" type="presParOf" srcId="{49C178B1-C339-4ED2-B1DF-556D02054384}" destId="{3BC6ABB4-019A-4CCC-96C6-7F3089DE7303}" srcOrd="3" destOrd="0" presId="urn:microsoft.com/office/officeart/2005/8/layout/vList2"/>
    <dgm:cxn modelId="{33BC3CE6-F78C-4D7A-96CB-15EC7BD84020}" type="presParOf" srcId="{49C178B1-C339-4ED2-B1DF-556D02054384}" destId="{EAF5C5B7-304F-4E62-B803-186E201A8EAE}" srcOrd="4" destOrd="0" presId="urn:microsoft.com/office/officeart/2005/8/layout/vList2"/>
    <dgm:cxn modelId="{217179B7-B0E2-4AD0-A843-E0B01B4CA4A1}" type="presParOf" srcId="{49C178B1-C339-4ED2-B1DF-556D02054384}" destId="{D75FB738-AA53-442C-93C6-168E32BE1703}" srcOrd="5" destOrd="0" presId="urn:microsoft.com/office/officeart/2005/8/layout/vList2"/>
    <dgm:cxn modelId="{36325BC1-23AB-4D1D-A06B-3BFD72443443}" type="presParOf" srcId="{49C178B1-C339-4ED2-B1DF-556D02054384}" destId="{FB36B2A7-4C63-4E7D-BE5A-2FFC00D28B5D}" srcOrd="6" destOrd="0" presId="urn:microsoft.com/office/officeart/2005/8/layout/vList2"/>
    <dgm:cxn modelId="{DC95BD91-1576-4F7A-9DA1-D6B8EFEEAD20}" type="presParOf" srcId="{49C178B1-C339-4ED2-B1DF-556D02054384}" destId="{0B519F90-1795-446A-BF85-A1138A9F95BA}" srcOrd="7" destOrd="0" presId="urn:microsoft.com/office/officeart/2005/8/layout/vList2"/>
    <dgm:cxn modelId="{58F98C9A-8229-48C3-8507-DC7C34987B90}" type="presParOf" srcId="{49C178B1-C339-4ED2-B1DF-556D02054384}" destId="{00E1DE1F-A88A-41D6-A629-80D9F7D2F76B}" srcOrd="8" destOrd="0" presId="urn:microsoft.com/office/officeart/2005/8/layout/vList2"/>
    <dgm:cxn modelId="{961A8F9F-46B5-4E89-8E6E-9B16F8BC338D}" type="presParOf" srcId="{49C178B1-C339-4ED2-B1DF-556D02054384}" destId="{CAA02DAC-5903-4EB1-9C1E-60129BCCBC16}" srcOrd="9" destOrd="0" presId="urn:microsoft.com/office/officeart/2005/8/layout/vList2"/>
    <dgm:cxn modelId="{EF8FD4FF-80B5-4331-A260-802D8DDEB233}" type="presParOf" srcId="{49C178B1-C339-4ED2-B1DF-556D02054384}" destId="{20B4C9A7-8398-4604-935C-365A9ADFCC2A}" srcOrd="10" destOrd="0" presId="urn:microsoft.com/office/officeart/2005/8/layout/vList2"/>
    <dgm:cxn modelId="{5F9142C4-CD00-49AF-9284-5861813200E9}" type="presParOf" srcId="{49C178B1-C339-4ED2-B1DF-556D02054384}" destId="{0F51EA4F-7002-4343-8C22-4379325F79B0}" srcOrd="11" destOrd="0" presId="urn:microsoft.com/office/officeart/2005/8/layout/vList2"/>
    <dgm:cxn modelId="{C1B0752F-2F81-48F3-ADFC-3DBB756CCF3C}" type="presParOf" srcId="{49C178B1-C339-4ED2-B1DF-556D02054384}" destId="{A9C00092-01D9-4E9D-9739-00386C23A66C}" srcOrd="12" destOrd="0" presId="urn:microsoft.com/office/officeart/2005/8/layout/vList2"/>
  </dgm:cxnLst>
  <dgm:bg/>
  <dgm:whole/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212B53B-2821-44A6-A801-2B8107B71258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3D45704D-5957-44F3-A8F1-C4B8F563477D}">
      <dgm:prSet/>
      <dgm:spPr/>
      <dgm:t>
        <a:bodyPr/>
        <a:lstStyle/>
        <a:p>
          <a:pPr rtl="0"/>
          <a:r>
            <a:rPr lang="fr-FR" dirty="0" smtClean="0"/>
            <a:t>Quel(s) traitement(s) est (sont) contre-indiqué(s) dans les délires paranoïaques ? </a:t>
          </a:r>
          <a:endParaRPr lang="fr-FR" dirty="0"/>
        </a:p>
      </dgm:t>
    </dgm:pt>
    <dgm:pt modelId="{22882753-6B59-4626-AB7C-88831A653649}" type="parTrans" cxnId="{BE5B7FD0-C6B2-4959-94FD-A84C97B12CF5}">
      <dgm:prSet/>
      <dgm:spPr/>
      <dgm:t>
        <a:bodyPr/>
        <a:lstStyle/>
        <a:p>
          <a:endParaRPr lang="fr-FR"/>
        </a:p>
      </dgm:t>
    </dgm:pt>
    <dgm:pt modelId="{798912A7-3075-40F8-AEF3-8326AEAA50F5}" type="sibTrans" cxnId="{BE5B7FD0-C6B2-4959-94FD-A84C97B12CF5}">
      <dgm:prSet/>
      <dgm:spPr/>
      <dgm:t>
        <a:bodyPr/>
        <a:lstStyle/>
        <a:p>
          <a:endParaRPr lang="fr-FR"/>
        </a:p>
      </dgm:t>
    </dgm:pt>
    <dgm:pt modelId="{4FC056A6-9081-4F6F-9ECA-1B844B982839}">
      <dgm:prSet/>
      <dgm:spPr/>
      <dgm:t>
        <a:bodyPr/>
        <a:lstStyle/>
        <a:p>
          <a:pPr rtl="0"/>
          <a:r>
            <a:rPr lang="fr-FR" dirty="0" smtClean="0"/>
            <a:t>A/Neuroleptiques</a:t>
          </a:r>
          <a:endParaRPr lang="fr-FR" dirty="0"/>
        </a:p>
      </dgm:t>
    </dgm:pt>
    <dgm:pt modelId="{D55D6DA7-E095-4DDB-A89D-30BA5691BA4B}" type="parTrans" cxnId="{A8690347-6F1E-47D5-B78D-C9CFA34F97C6}">
      <dgm:prSet/>
      <dgm:spPr/>
      <dgm:t>
        <a:bodyPr/>
        <a:lstStyle/>
        <a:p>
          <a:endParaRPr lang="fr-FR"/>
        </a:p>
      </dgm:t>
    </dgm:pt>
    <dgm:pt modelId="{C58328B8-E624-4E96-B4BD-2EF11FE2931D}" type="sibTrans" cxnId="{A8690347-6F1E-47D5-B78D-C9CFA34F97C6}">
      <dgm:prSet/>
      <dgm:spPr/>
      <dgm:t>
        <a:bodyPr/>
        <a:lstStyle/>
        <a:p>
          <a:endParaRPr lang="fr-FR"/>
        </a:p>
      </dgm:t>
    </dgm:pt>
    <dgm:pt modelId="{7506CE0E-A7E6-4063-A242-9DAE34CE2A0C}">
      <dgm:prSet/>
      <dgm:spPr/>
      <dgm:t>
        <a:bodyPr/>
        <a:lstStyle/>
        <a:p>
          <a:pPr rtl="0"/>
          <a:r>
            <a:rPr lang="fr-FR" dirty="0" smtClean="0"/>
            <a:t>B/</a:t>
          </a:r>
          <a:r>
            <a:rPr lang="fr-FR" dirty="0" err="1" smtClean="0"/>
            <a:t>Psycho-stimulants</a:t>
          </a:r>
          <a:endParaRPr lang="fr-FR" dirty="0"/>
        </a:p>
      </dgm:t>
    </dgm:pt>
    <dgm:pt modelId="{AF19C16F-BC86-42FD-86DC-E845D83B74B7}" type="parTrans" cxnId="{8ECADE4C-D327-4DF2-A546-34D745ED6AE6}">
      <dgm:prSet/>
      <dgm:spPr/>
      <dgm:t>
        <a:bodyPr/>
        <a:lstStyle/>
        <a:p>
          <a:endParaRPr lang="fr-FR"/>
        </a:p>
      </dgm:t>
    </dgm:pt>
    <dgm:pt modelId="{46AA8862-636F-43D9-8A3D-5899ECBB0EE9}" type="sibTrans" cxnId="{8ECADE4C-D327-4DF2-A546-34D745ED6AE6}">
      <dgm:prSet/>
      <dgm:spPr/>
      <dgm:t>
        <a:bodyPr/>
        <a:lstStyle/>
        <a:p>
          <a:endParaRPr lang="fr-FR"/>
        </a:p>
      </dgm:t>
    </dgm:pt>
    <dgm:pt modelId="{BEA3E3BE-0847-42BD-8C5C-DC9FC1138326}">
      <dgm:prSet/>
      <dgm:spPr/>
      <dgm:t>
        <a:bodyPr/>
        <a:lstStyle/>
        <a:p>
          <a:pPr rtl="0"/>
          <a:r>
            <a:rPr lang="fr-FR" dirty="0" smtClean="0"/>
            <a:t>C/Psychanalyse</a:t>
          </a:r>
          <a:endParaRPr lang="fr-FR" dirty="0"/>
        </a:p>
      </dgm:t>
    </dgm:pt>
    <dgm:pt modelId="{7ACA8A2A-EC37-41B2-9DA8-89EBB589D45B}" type="parTrans" cxnId="{8FC1388A-8689-4CB8-A0C4-242FE06BFAA3}">
      <dgm:prSet/>
      <dgm:spPr/>
      <dgm:t>
        <a:bodyPr/>
        <a:lstStyle/>
        <a:p>
          <a:endParaRPr lang="fr-FR"/>
        </a:p>
      </dgm:t>
    </dgm:pt>
    <dgm:pt modelId="{2F428B6D-84FD-4DA1-80BB-AF8BE9732463}" type="sibTrans" cxnId="{8FC1388A-8689-4CB8-A0C4-242FE06BFAA3}">
      <dgm:prSet/>
      <dgm:spPr/>
      <dgm:t>
        <a:bodyPr/>
        <a:lstStyle/>
        <a:p>
          <a:endParaRPr lang="fr-FR"/>
        </a:p>
      </dgm:t>
    </dgm:pt>
    <dgm:pt modelId="{D2560100-144B-42B1-934B-8EDED26CD7D0}">
      <dgm:prSet/>
      <dgm:spPr/>
      <dgm:t>
        <a:bodyPr/>
        <a:lstStyle/>
        <a:p>
          <a:pPr rtl="0"/>
          <a:r>
            <a:rPr lang="fr-FR" dirty="0" smtClean="0"/>
            <a:t>D/Psychothérapie de soutien </a:t>
          </a:r>
          <a:endParaRPr lang="fr-FR" dirty="0"/>
        </a:p>
      </dgm:t>
    </dgm:pt>
    <dgm:pt modelId="{6B5710A4-57F4-41FD-BAA1-83F19A1521F3}" type="parTrans" cxnId="{9994DFF5-01C6-44A4-BA7D-1FE125FC8945}">
      <dgm:prSet/>
      <dgm:spPr/>
      <dgm:t>
        <a:bodyPr/>
        <a:lstStyle/>
        <a:p>
          <a:endParaRPr lang="fr-FR"/>
        </a:p>
      </dgm:t>
    </dgm:pt>
    <dgm:pt modelId="{9C31F005-FFC0-41F9-AD98-1E4603BABE7D}" type="sibTrans" cxnId="{9994DFF5-01C6-44A4-BA7D-1FE125FC8945}">
      <dgm:prSet/>
      <dgm:spPr/>
      <dgm:t>
        <a:bodyPr/>
        <a:lstStyle/>
        <a:p>
          <a:endParaRPr lang="fr-FR"/>
        </a:p>
      </dgm:t>
    </dgm:pt>
    <dgm:pt modelId="{091732AA-7915-4EC9-838A-82F5514A3BE3}">
      <dgm:prSet/>
      <dgm:spPr/>
      <dgm:t>
        <a:bodyPr/>
        <a:lstStyle/>
        <a:p>
          <a:pPr rtl="0"/>
          <a:r>
            <a:rPr lang="fr-FR" dirty="0" smtClean="0"/>
            <a:t>E/Anxiolytiques</a:t>
          </a:r>
          <a:endParaRPr lang="fr-FR" dirty="0"/>
        </a:p>
      </dgm:t>
    </dgm:pt>
    <dgm:pt modelId="{09FBBC48-E8FD-478F-A834-841D8BA46AEF}" type="parTrans" cxnId="{20C5B44F-2571-4884-83FA-F5E7FA074ED8}">
      <dgm:prSet/>
      <dgm:spPr/>
      <dgm:t>
        <a:bodyPr/>
        <a:lstStyle/>
        <a:p>
          <a:endParaRPr lang="fr-FR"/>
        </a:p>
      </dgm:t>
    </dgm:pt>
    <dgm:pt modelId="{3605EDAA-44C3-4C60-9D7C-93FB3E5C128F}" type="sibTrans" cxnId="{20C5B44F-2571-4884-83FA-F5E7FA074ED8}">
      <dgm:prSet/>
      <dgm:spPr/>
      <dgm:t>
        <a:bodyPr/>
        <a:lstStyle/>
        <a:p>
          <a:endParaRPr lang="fr-FR"/>
        </a:p>
      </dgm:t>
    </dgm:pt>
    <dgm:pt modelId="{455E00E0-2AF3-4FE2-9C10-4ACF8FE60AB0}">
      <dgm:prSet/>
      <dgm:spPr/>
      <dgm:t>
        <a:bodyPr/>
        <a:lstStyle/>
        <a:p>
          <a:pPr rtl="0"/>
          <a:r>
            <a:rPr lang="fr-FR" dirty="0" smtClean="0"/>
            <a:t>B C</a:t>
          </a:r>
          <a:endParaRPr lang="fr-FR" dirty="0"/>
        </a:p>
      </dgm:t>
    </dgm:pt>
    <dgm:pt modelId="{AC1C35D8-D0E6-46C4-81D3-5EBDE96D547D}" type="parTrans" cxnId="{EA78363C-5658-47FF-8170-318B28AE0004}">
      <dgm:prSet/>
      <dgm:spPr/>
      <dgm:t>
        <a:bodyPr/>
        <a:lstStyle/>
        <a:p>
          <a:endParaRPr lang="fr-FR"/>
        </a:p>
      </dgm:t>
    </dgm:pt>
    <dgm:pt modelId="{09D5D3AE-77EF-4527-9CB3-E6699A377A8E}" type="sibTrans" cxnId="{EA78363C-5658-47FF-8170-318B28AE0004}">
      <dgm:prSet/>
      <dgm:spPr/>
      <dgm:t>
        <a:bodyPr/>
        <a:lstStyle/>
        <a:p>
          <a:endParaRPr lang="fr-FR"/>
        </a:p>
      </dgm:t>
    </dgm:pt>
    <dgm:pt modelId="{98B28659-12C9-410C-BBB9-97BAC77A8083}">
      <dgm:prSet/>
      <dgm:spPr/>
      <dgm:t>
        <a:bodyPr/>
        <a:lstStyle/>
        <a:p>
          <a:pPr rtl="0"/>
          <a:endParaRPr lang="fr-FR" dirty="0"/>
        </a:p>
      </dgm:t>
    </dgm:pt>
    <dgm:pt modelId="{A7AC1C85-8F59-4582-9762-8476C4732A57}" type="parTrans" cxnId="{CFE236F5-F33D-4286-8B48-E5DDB1561959}">
      <dgm:prSet/>
      <dgm:spPr/>
      <dgm:t>
        <a:bodyPr/>
        <a:lstStyle/>
        <a:p>
          <a:endParaRPr lang="fr-FR"/>
        </a:p>
      </dgm:t>
    </dgm:pt>
    <dgm:pt modelId="{5C093515-6067-45F7-82A0-D2A451FDC00C}" type="sibTrans" cxnId="{CFE236F5-F33D-4286-8B48-E5DDB1561959}">
      <dgm:prSet/>
      <dgm:spPr/>
      <dgm:t>
        <a:bodyPr/>
        <a:lstStyle/>
        <a:p>
          <a:endParaRPr lang="fr-FR"/>
        </a:p>
      </dgm:t>
    </dgm:pt>
    <dgm:pt modelId="{9F8C9C8B-8068-4549-A3A8-E30865B54736}" type="pres">
      <dgm:prSet presAssocID="{B212B53B-2821-44A6-A801-2B8107B7125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78F1301-A7DB-41F8-AE03-73C80F106FEC}" type="pres">
      <dgm:prSet presAssocID="{3D45704D-5957-44F3-A8F1-C4B8F563477D}" presName="parentText" presStyleLbl="node1" presStyleIdx="0" presStyleCnt="8" custScaleY="30031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604BF8A-FEF5-4D66-9FD2-991C3D27A20B}" type="pres">
      <dgm:prSet presAssocID="{798912A7-3075-40F8-AEF3-8326AEAA50F5}" presName="spacer" presStyleCnt="0"/>
      <dgm:spPr/>
    </dgm:pt>
    <dgm:pt modelId="{0581E095-D918-4F7E-A427-A600B2607682}" type="pres">
      <dgm:prSet presAssocID="{4FC056A6-9081-4F6F-9ECA-1B844B982839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C215AA9-31C8-4F1E-B6D3-54E8DD5576FF}" type="pres">
      <dgm:prSet presAssocID="{C58328B8-E624-4E96-B4BD-2EF11FE2931D}" presName="spacer" presStyleCnt="0"/>
      <dgm:spPr/>
    </dgm:pt>
    <dgm:pt modelId="{766C19EC-888F-4B46-A826-9F8E52ACB819}" type="pres">
      <dgm:prSet presAssocID="{7506CE0E-A7E6-4063-A242-9DAE34CE2A0C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7DF5E12-CC9F-4D9C-ABF5-3C00A2BE5583}" type="pres">
      <dgm:prSet presAssocID="{46AA8862-636F-43D9-8A3D-5899ECBB0EE9}" presName="spacer" presStyleCnt="0"/>
      <dgm:spPr/>
    </dgm:pt>
    <dgm:pt modelId="{5FE6FBBC-1E51-4A26-BC37-8FFF0861467C}" type="pres">
      <dgm:prSet presAssocID="{BEA3E3BE-0847-42BD-8C5C-DC9FC1138326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9DB9EED-F80D-4E7A-8A44-9E4EF981F12B}" type="pres">
      <dgm:prSet presAssocID="{2F428B6D-84FD-4DA1-80BB-AF8BE9732463}" presName="spacer" presStyleCnt="0"/>
      <dgm:spPr/>
    </dgm:pt>
    <dgm:pt modelId="{0A1F856D-E0EF-4D7B-BE39-AFA182DB1E44}" type="pres">
      <dgm:prSet presAssocID="{D2560100-144B-42B1-934B-8EDED26CD7D0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B594A6D-06C8-4B4A-9995-0AF32E56D37F}" type="pres">
      <dgm:prSet presAssocID="{9C31F005-FFC0-41F9-AD98-1E4603BABE7D}" presName="spacer" presStyleCnt="0"/>
      <dgm:spPr/>
    </dgm:pt>
    <dgm:pt modelId="{7817764D-5FEF-40DF-A613-B310183EA686}" type="pres">
      <dgm:prSet presAssocID="{091732AA-7915-4EC9-838A-82F5514A3BE3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0AD2DB-9E94-4B24-92C2-873292F6AFB9}" type="pres">
      <dgm:prSet presAssocID="{3605EDAA-44C3-4C60-9D7C-93FB3E5C128F}" presName="spacer" presStyleCnt="0"/>
      <dgm:spPr/>
    </dgm:pt>
    <dgm:pt modelId="{5EE3AC25-9D31-4502-831A-74E055CE4DC2}" type="pres">
      <dgm:prSet presAssocID="{455E00E0-2AF3-4FE2-9C10-4ACF8FE60AB0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AD59A3D-FCA1-4219-9C8A-A42B3137FEE6}" type="pres">
      <dgm:prSet presAssocID="{09D5D3AE-77EF-4527-9CB3-E6699A377A8E}" presName="spacer" presStyleCnt="0"/>
      <dgm:spPr/>
    </dgm:pt>
    <dgm:pt modelId="{2E131D10-963D-4747-86EF-799853BF96BC}" type="pres">
      <dgm:prSet presAssocID="{98B28659-12C9-410C-BBB9-97BAC77A8083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994DFF5-01C6-44A4-BA7D-1FE125FC8945}" srcId="{B212B53B-2821-44A6-A801-2B8107B71258}" destId="{D2560100-144B-42B1-934B-8EDED26CD7D0}" srcOrd="4" destOrd="0" parTransId="{6B5710A4-57F4-41FD-BAA1-83F19A1521F3}" sibTransId="{9C31F005-FFC0-41F9-AD98-1E4603BABE7D}"/>
    <dgm:cxn modelId="{8ECADE4C-D327-4DF2-A546-34D745ED6AE6}" srcId="{B212B53B-2821-44A6-A801-2B8107B71258}" destId="{7506CE0E-A7E6-4063-A242-9DAE34CE2A0C}" srcOrd="2" destOrd="0" parTransId="{AF19C16F-BC86-42FD-86DC-E845D83B74B7}" sibTransId="{46AA8862-636F-43D9-8A3D-5899ECBB0EE9}"/>
    <dgm:cxn modelId="{A8690347-6F1E-47D5-B78D-C9CFA34F97C6}" srcId="{B212B53B-2821-44A6-A801-2B8107B71258}" destId="{4FC056A6-9081-4F6F-9ECA-1B844B982839}" srcOrd="1" destOrd="0" parTransId="{D55D6DA7-E095-4DDB-A89D-30BA5691BA4B}" sibTransId="{C58328B8-E624-4E96-B4BD-2EF11FE2931D}"/>
    <dgm:cxn modelId="{CFE236F5-F33D-4286-8B48-E5DDB1561959}" srcId="{B212B53B-2821-44A6-A801-2B8107B71258}" destId="{98B28659-12C9-410C-BBB9-97BAC77A8083}" srcOrd="7" destOrd="0" parTransId="{A7AC1C85-8F59-4582-9762-8476C4732A57}" sibTransId="{5C093515-6067-45F7-82A0-D2A451FDC00C}"/>
    <dgm:cxn modelId="{BE5B7FD0-C6B2-4959-94FD-A84C97B12CF5}" srcId="{B212B53B-2821-44A6-A801-2B8107B71258}" destId="{3D45704D-5957-44F3-A8F1-C4B8F563477D}" srcOrd="0" destOrd="0" parTransId="{22882753-6B59-4626-AB7C-88831A653649}" sibTransId="{798912A7-3075-40F8-AEF3-8326AEAA50F5}"/>
    <dgm:cxn modelId="{C38D3F7B-59CB-4265-AC15-5DA36EF5A852}" type="presOf" srcId="{455E00E0-2AF3-4FE2-9C10-4ACF8FE60AB0}" destId="{5EE3AC25-9D31-4502-831A-74E055CE4DC2}" srcOrd="0" destOrd="0" presId="urn:microsoft.com/office/officeart/2005/8/layout/vList2"/>
    <dgm:cxn modelId="{F275BBD0-D65F-46E1-A8F2-2A18BF407635}" type="presOf" srcId="{4FC056A6-9081-4F6F-9ECA-1B844B982839}" destId="{0581E095-D918-4F7E-A427-A600B2607682}" srcOrd="0" destOrd="0" presId="urn:microsoft.com/office/officeart/2005/8/layout/vList2"/>
    <dgm:cxn modelId="{8DE90431-E968-4003-87F8-90FF364B19C9}" type="presOf" srcId="{BEA3E3BE-0847-42BD-8C5C-DC9FC1138326}" destId="{5FE6FBBC-1E51-4A26-BC37-8FFF0861467C}" srcOrd="0" destOrd="0" presId="urn:microsoft.com/office/officeart/2005/8/layout/vList2"/>
    <dgm:cxn modelId="{0A17309C-D0D2-4A7A-B085-9F4E9BFE383E}" type="presOf" srcId="{B212B53B-2821-44A6-A801-2B8107B71258}" destId="{9F8C9C8B-8068-4549-A3A8-E30865B54736}" srcOrd="0" destOrd="0" presId="urn:microsoft.com/office/officeart/2005/8/layout/vList2"/>
    <dgm:cxn modelId="{C7D78AEF-FC62-4C8A-B5C4-0426EC3945E1}" type="presOf" srcId="{D2560100-144B-42B1-934B-8EDED26CD7D0}" destId="{0A1F856D-E0EF-4D7B-BE39-AFA182DB1E44}" srcOrd="0" destOrd="0" presId="urn:microsoft.com/office/officeart/2005/8/layout/vList2"/>
    <dgm:cxn modelId="{8FC1388A-8689-4CB8-A0C4-242FE06BFAA3}" srcId="{B212B53B-2821-44A6-A801-2B8107B71258}" destId="{BEA3E3BE-0847-42BD-8C5C-DC9FC1138326}" srcOrd="3" destOrd="0" parTransId="{7ACA8A2A-EC37-41B2-9DA8-89EBB589D45B}" sibTransId="{2F428B6D-84FD-4DA1-80BB-AF8BE9732463}"/>
    <dgm:cxn modelId="{EA78363C-5658-47FF-8170-318B28AE0004}" srcId="{B212B53B-2821-44A6-A801-2B8107B71258}" destId="{455E00E0-2AF3-4FE2-9C10-4ACF8FE60AB0}" srcOrd="6" destOrd="0" parTransId="{AC1C35D8-D0E6-46C4-81D3-5EBDE96D547D}" sibTransId="{09D5D3AE-77EF-4527-9CB3-E6699A377A8E}"/>
    <dgm:cxn modelId="{20C5B44F-2571-4884-83FA-F5E7FA074ED8}" srcId="{B212B53B-2821-44A6-A801-2B8107B71258}" destId="{091732AA-7915-4EC9-838A-82F5514A3BE3}" srcOrd="5" destOrd="0" parTransId="{09FBBC48-E8FD-478F-A834-841D8BA46AEF}" sibTransId="{3605EDAA-44C3-4C60-9D7C-93FB3E5C128F}"/>
    <dgm:cxn modelId="{40505083-90C1-4574-B7FC-181E9F1BBBD8}" type="presOf" srcId="{7506CE0E-A7E6-4063-A242-9DAE34CE2A0C}" destId="{766C19EC-888F-4B46-A826-9F8E52ACB819}" srcOrd="0" destOrd="0" presId="urn:microsoft.com/office/officeart/2005/8/layout/vList2"/>
    <dgm:cxn modelId="{35A7941E-52B6-4E42-94F8-6CDB1B40A778}" type="presOf" srcId="{98B28659-12C9-410C-BBB9-97BAC77A8083}" destId="{2E131D10-963D-4747-86EF-799853BF96BC}" srcOrd="0" destOrd="0" presId="urn:microsoft.com/office/officeart/2005/8/layout/vList2"/>
    <dgm:cxn modelId="{0B6D0D40-0811-4822-A0B5-E0DF1DD9B25A}" type="presOf" srcId="{091732AA-7915-4EC9-838A-82F5514A3BE3}" destId="{7817764D-5FEF-40DF-A613-B310183EA686}" srcOrd="0" destOrd="0" presId="urn:microsoft.com/office/officeart/2005/8/layout/vList2"/>
    <dgm:cxn modelId="{475CCA16-5926-4008-9687-1FC206BAC157}" type="presOf" srcId="{3D45704D-5957-44F3-A8F1-C4B8F563477D}" destId="{B78F1301-A7DB-41F8-AE03-73C80F106FEC}" srcOrd="0" destOrd="0" presId="urn:microsoft.com/office/officeart/2005/8/layout/vList2"/>
    <dgm:cxn modelId="{EF8E2472-9E6A-4697-B7DB-F28319998B69}" type="presParOf" srcId="{9F8C9C8B-8068-4549-A3A8-E30865B54736}" destId="{B78F1301-A7DB-41F8-AE03-73C80F106FEC}" srcOrd="0" destOrd="0" presId="urn:microsoft.com/office/officeart/2005/8/layout/vList2"/>
    <dgm:cxn modelId="{92635210-B6BB-4A65-8359-8682D18DD294}" type="presParOf" srcId="{9F8C9C8B-8068-4549-A3A8-E30865B54736}" destId="{D604BF8A-FEF5-4D66-9FD2-991C3D27A20B}" srcOrd="1" destOrd="0" presId="urn:microsoft.com/office/officeart/2005/8/layout/vList2"/>
    <dgm:cxn modelId="{76DA428F-A248-49BF-A937-403674F27B9E}" type="presParOf" srcId="{9F8C9C8B-8068-4549-A3A8-E30865B54736}" destId="{0581E095-D918-4F7E-A427-A600B2607682}" srcOrd="2" destOrd="0" presId="urn:microsoft.com/office/officeart/2005/8/layout/vList2"/>
    <dgm:cxn modelId="{2021BE97-B344-4DCD-999C-99F84147EF15}" type="presParOf" srcId="{9F8C9C8B-8068-4549-A3A8-E30865B54736}" destId="{EC215AA9-31C8-4F1E-B6D3-54E8DD5576FF}" srcOrd="3" destOrd="0" presId="urn:microsoft.com/office/officeart/2005/8/layout/vList2"/>
    <dgm:cxn modelId="{1A94E846-8381-4267-9611-C12719484B61}" type="presParOf" srcId="{9F8C9C8B-8068-4549-A3A8-E30865B54736}" destId="{766C19EC-888F-4B46-A826-9F8E52ACB819}" srcOrd="4" destOrd="0" presId="urn:microsoft.com/office/officeart/2005/8/layout/vList2"/>
    <dgm:cxn modelId="{59C1101C-D013-47FA-A161-39FB73AB983D}" type="presParOf" srcId="{9F8C9C8B-8068-4549-A3A8-E30865B54736}" destId="{47DF5E12-CC9F-4D9C-ABF5-3C00A2BE5583}" srcOrd="5" destOrd="0" presId="urn:microsoft.com/office/officeart/2005/8/layout/vList2"/>
    <dgm:cxn modelId="{2753C47B-797E-4072-A76F-EE54890DC26E}" type="presParOf" srcId="{9F8C9C8B-8068-4549-A3A8-E30865B54736}" destId="{5FE6FBBC-1E51-4A26-BC37-8FFF0861467C}" srcOrd="6" destOrd="0" presId="urn:microsoft.com/office/officeart/2005/8/layout/vList2"/>
    <dgm:cxn modelId="{E5B8CC7C-8332-4732-A591-50BC2AC74198}" type="presParOf" srcId="{9F8C9C8B-8068-4549-A3A8-E30865B54736}" destId="{C9DB9EED-F80D-4E7A-8A44-9E4EF981F12B}" srcOrd="7" destOrd="0" presId="urn:microsoft.com/office/officeart/2005/8/layout/vList2"/>
    <dgm:cxn modelId="{ED0509FF-6926-4FBA-98DE-5DD92F59E88D}" type="presParOf" srcId="{9F8C9C8B-8068-4549-A3A8-E30865B54736}" destId="{0A1F856D-E0EF-4D7B-BE39-AFA182DB1E44}" srcOrd="8" destOrd="0" presId="urn:microsoft.com/office/officeart/2005/8/layout/vList2"/>
    <dgm:cxn modelId="{E8820AA3-2A43-4346-884C-13B69D5A17E2}" type="presParOf" srcId="{9F8C9C8B-8068-4549-A3A8-E30865B54736}" destId="{4B594A6D-06C8-4B4A-9995-0AF32E56D37F}" srcOrd="9" destOrd="0" presId="urn:microsoft.com/office/officeart/2005/8/layout/vList2"/>
    <dgm:cxn modelId="{FEB95180-5713-4A24-8A01-73816BB7FCED}" type="presParOf" srcId="{9F8C9C8B-8068-4549-A3A8-E30865B54736}" destId="{7817764D-5FEF-40DF-A613-B310183EA686}" srcOrd="10" destOrd="0" presId="urn:microsoft.com/office/officeart/2005/8/layout/vList2"/>
    <dgm:cxn modelId="{C71A5EC9-1819-45C4-9B47-DB13E9CB01E4}" type="presParOf" srcId="{9F8C9C8B-8068-4549-A3A8-E30865B54736}" destId="{060AD2DB-9E94-4B24-92C2-873292F6AFB9}" srcOrd="11" destOrd="0" presId="urn:microsoft.com/office/officeart/2005/8/layout/vList2"/>
    <dgm:cxn modelId="{CFAF85BA-3D17-4D8B-A8E4-D3DFDEB70AFF}" type="presParOf" srcId="{9F8C9C8B-8068-4549-A3A8-E30865B54736}" destId="{5EE3AC25-9D31-4502-831A-74E055CE4DC2}" srcOrd="12" destOrd="0" presId="urn:microsoft.com/office/officeart/2005/8/layout/vList2"/>
    <dgm:cxn modelId="{BDE71296-1C38-45F1-B26C-75A74BA69205}" type="presParOf" srcId="{9F8C9C8B-8068-4549-A3A8-E30865B54736}" destId="{0AD59A3D-FCA1-4219-9C8A-A42B3137FEE6}" srcOrd="13" destOrd="0" presId="urn:microsoft.com/office/officeart/2005/8/layout/vList2"/>
    <dgm:cxn modelId="{A445DECF-AD56-4560-B3DC-092C8AF6831D}" type="presParOf" srcId="{9F8C9C8B-8068-4549-A3A8-E30865B54736}" destId="{2E131D10-963D-4747-86EF-799853BF96BC}" srcOrd="14" destOrd="0" presId="urn:microsoft.com/office/officeart/2005/8/layout/vList2"/>
  </dgm:cxnLst>
  <dgm:bg/>
  <dgm:whole/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829D315-853F-4B21-AC53-74BDA0EFB5E9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D822F932-1CAD-4A7A-8FA3-2DDC3E66BEDC}">
      <dgm:prSet/>
      <dgm:spPr/>
      <dgm:t>
        <a:bodyPr/>
        <a:lstStyle/>
        <a:p>
          <a:pPr rtl="0"/>
          <a:r>
            <a:rPr lang="fr-FR" dirty="0" smtClean="0"/>
            <a:t>Le délire paranoïaque passionnel de jalousie se caractérise par : </a:t>
          </a:r>
          <a:endParaRPr lang="fr-FR" dirty="0"/>
        </a:p>
      </dgm:t>
    </dgm:pt>
    <dgm:pt modelId="{C9926E69-5E96-455E-A1CD-2E58779F77D0}" type="parTrans" cxnId="{BD6C0EF2-25B3-451D-B756-3A1DC646FC07}">
      <dgm:prSet/>
      <dgm:spPr/>
      <dgm:t>
        <a:bodyPr/>
        <a:lstStyle/>
        <a:p>
          <a:endParaRPr lang="fr-FR"/>
        </a:p>
      </dgm:t>
    </dgm:pt>
    <dgm:pt modelId="{B946AFCC-ED2C-4DBA-B1ED-09E2EF5B7390}" type="sibTrans" cxnId="{BD6C0EF2-25B3-451D-B756-3A1DC646FC07}">
      <dgm:prSet/>
      <dgm:spPr/>
      <dgm:t>
        <a:bodyPr/>
        <a:lstStyle/>
        <a:p>
          <a:endParaRPr lang="fr-FR"/>
        </a:p>
      </dgm:t>
    </dgm:pt>
    <dgm:pt modelId="{F8287035-65FB-4857-947C-8337E06FECA3}">
      <dgm:prSet/>
      <dgm:spPr/>
      <dgm:t>
        <a:bodyPr/>
        <a:lstStyle/>
        <a:p>
          <a:pPr rtl="0"/>
          <a:r>
            <a:rPr lang="fr-FR" dirty="0" smtClean="0"/>
            <a:t>A/Sa construction illogique</a:t>
          </a:r>
          <a:endParaRPr lang="fr-FR" dirty="0"/>
        </a:p>
      </dgm:t>
    </dgm:pt>
    <dgm:pt modelId="{2080C4A0-7263-4637-B5BE-3EE4A61359F9}" type="parTrans" cxnId="{6D32EB81-834C-4AD2-9EB9-108C47C35F5E}">
      <dgm:prSet/>
      <dgm:spPr/>
      <dgm:t>
        <a:bodyPr/>
        <a:lstStyle/>
        <a:p>
          <a:endParaRPr lang="fr-FR"/>
        </a:p>
      </dgm:t>
    </dgm:pt>
    <dgm:pt modelId="{7030D8E4-6F19-4909-ACFE-21E6141FD5F6}" type="sibTrans" cxnId="{6D32EB81-834C-4AD2-9EB9-108C47C35F5E}">
      <dgm:prSet/>
      <dgm:spPr/>
      <dgm:t>
        <a:bodyPr/>
        <a:lstStyle/>
        <a:p>
          <a:endParaRPr lang="fr-FR"/>
        </a:p>
      </dgm:t>
    </dgm:pt>
    <dgm:pt modelId="{987F7E64-D5F2-4111-AF0B-D6EB8CE80185}">
      <dgm:prSet/>
      <dgm:spPr/>
      <dgm:t>
        <a:bodyPr/>
        <a:lstStyle/>
        <a:p>
          <a:pPr rtl="0"/>
          <a:r>
            <a:rPr lang="fr-FR" dirty="0" smtClean="0"/>
            <a:t>B/Sa construction à base d'interprétations pathologiques</a:t>
          </a:r>
          <a:endParaRPr lang="fr-FR" dirty="0"/>
        </a:p>
      </dgm:t>
    </dgm:pt>
    <dgm:pt modelId="{EA8A2BFD-F3B6-4030-AA48-C1CF53031A4E}" type="parTrans" cxnId="{5EEE3881-53D9-4403-A5AC-8FE0B5F88F9A}">
      <dgm:prSet/>
      <dgm:spPr/>
      <dgm:t>
        <a:bodyPr/>
        <a:lstStyle/>
        <a:p>
          <a:endParaRPr lang="fr-FR"/>
        </a:p>
      </dgm:t>
    </dgm:pt>
    <dgm:pt modelId="{C5394AF7-44DF-4519-9B79-C81EDDC6D6C2}" type="sibTrans" cxnId="{5EEE3881-53D9-4403-A5AC-8FE0B5F88F9A}">
      <dgm:prSet/>
      <dgm:spPr/>
      <dgm:t>
        <a:bodyPr/>
        <a:lstStyle/>
        <a:p>
          <a:endParaRPr lang="fr-FR"/>
        </a:p>
      </dgm:t>
    </dgm:pt>
    <dgm:pt modelId="{9421C124-92AF-4238-A64C-0C6906582C97}">
      <dgm:prSet/>
      <dgm:spPr/>
      <dgm:t>
        <a:bodyPr/>
        <a:lstStyle/>
        <a:p>
          <a:pPr rtl="0"/>
          <a:r>
            <a:rPr lang="fr-FR" dirty="0" smtClean="0"/>
            <a:t>C/Un vécu d'exaltation affective</a:t>
          </a:r>
          <a:endParaRPr lang="fr-FR" dirty="0"/>
        </a:p>
      </dgm:t>
    </dgm:pt>
    <dgm:pt modelId="{0AF65802-82C0-40B4-A47B-6EBB40031B86}" type="parTrans" cxnId="{D985A578-D1D8-4AB4-BD8D-57FB3F8A711C}">
      <dgm:prSet/>
      <dgm:spPr/>
      <dgm:t>
        <a:bodyPr/>
        <a:lstStyle/>
        <a:p>
          <a:endParaRPr lang="fr-FR"/>
        </a:p>
      </dgm:t>
    </dgm:pt>
    <dgm:pt modelId="{23550F0D-0F27-4467-A037-8A69D48293B5}" type="sibTrans" cxnId="{D985A578-D1D8-4AB4-BD8D-57FB3F8A711C}">
      <dgm:prSet/>
      <dgm:spPr/>
      <dgm:t>
        <a:bodyPr/>
        <a:lstStyle/>
        <a:p>
          <a:endParaRPr lang="fr-FR"/>
        </a:p>
      </dgm:t>
    </dgm:pt>
    <dgm:pt modelId="{DDD3475E-0FCB-4F7E-AF6C-52B57C1544B6}">
      <dgm:prSet/>
      <dgm:spPr/>
      <dgm:t>
        <a:bodyPr/>
        <a:lstStyle/>
        <a:p>
          <a:pPr rtl="0"/>
          <a:r>
            <a:rPr lang="fr-FR" dirty="0" smtClean="0"/>
            <a:t>D/Son évolution chronique</a:t>
          </a:r>
          <a:endParaRPr lang="fr-FR" dirty="0"/>
        </a:p>
      </dgm:t>
    </dgm:pt>
    <dgm:pt modelId="{30ABF84E-78F6-4AD7-BC3D-22A6A48A4D09}" type="parTrans" cxnId="{C0AC1153-77B9-403B-A435-8D219EA2421E}">
      <dgm:prSet/>
      <dgm:spPr/>
      <dgm:t>
        <a:bodyPr/>
        <a:lstStyle/>
        <a:p>
          <a:endParaRPr lang="fr-FR"/>
        </a:p>
      </dgm:t>
    </dgm:pt>
    <dgm:pt modelId="{63C1AEF7-C831-43FB-B12D-67F790A2B77E}" type="sibTrans" cxnId="{C0AC1153-77B9-403B-A435-8D219EA2421E}">
      <dgm:prSet/>
      <dgm:spPr/>
      <dgm:t>
        <a:bodyPr/>
        <a:lstStyle/>
        <a:p>
          <a:endParaRPr lang="fr-FR"/>
        </a:p>
      </dgm:t>
    </dgm:pt>
    <dgm:pt modelId="{ED40E576-481A-4BB9-8230-FBE9602E6AFC}">
      <dgm:prSet/>
      <dgm:spPr/>
      <dgm:t>
        <a:bodyPr/>
        <a:lstStyle/>
        <a:p>
          <a:pPr rtl="0"/>
          <a:r>
            <a:rPr lang="fr-FR" dirty="0" smtClean="0"/>
            <a:t>E/L'absence de dangerosité</a:t>
          </a:r>
          <a:endParaRPr lang="fr-FR" dirty="0"/>
        </a:p>
      </dgm:t>
    </dgm:pt>
    <dgm:pt modelId="{A00AB43F-5BFF-402F-AD4A-DD8D84488F0B}" type="parTrans" cxnId="{6FD08A32-9C99-49F1-9C1A-5754196DFB56}">
      <dgm:prSet/>
      <dgm:spPr/>
      <dgm:t>
        <a:bodyPr/>
        <a:lstStyle/>
        <a:p>
          <a:endParaRPr lang="fr-FR"/>
        </a:p>
      </dgm:t>
    </dgm:pt>
    <dgm:pt modelId="{65CF5CBD-77DA-4405-BA55-64E309710D6B}" type="sibTrans" cxnId="{6FD08A32-9C99-49F1-9C1A-5754196DFB56}">
      <dgm:prSet/>
      <dgm:spPr/>
      <dgm:t>
        <a:bodyPr/>
        <a:lstStyle/>
        <a:p>
          <a:endParaRPr lang="fr-FR"/>
        </a:p>
      </dgm:t>
    </dgm:pt>
    <dgm:pt modelId="{3C252EF7-2861-4185-AEAB-FE4F5125FD7F}">
      <dgm:prSet/>
      <dgm:spPr/>
      <dgm:t>
        <a:bodyPr/>
        <a:lstStyle/>
        <a:p>
          <a:pPr rtl="0"/>
          <a:r>
            <a:rPr lang="fr-FR" dirty="0" smtClean="0"/>
            <a:t>B/D</a:t>
          </a:r>
          <a:endParaRPr lang="fr-FR" dirty="0"/>
        </a:p>
      </dgm:t>
    </dgm:pt>
    <dgm:pt modelId="{D118E52E-5692-4AD0-969E-AA8C18E7C3B6}" type="parTrans" cxnId="{E5B341BF-05D8-4C3F-8B77-6ABCC2166F4C}">
      <dgm:prSet/>
      <dgm:spPr/>
      <dgm:t>
        <a:bodyPr/>
        <a:lstStyle/>
        <a:p>
          <a:endParaRPr lang="fr-FR"/>
        </a:p>
      </dgm:t>
    </dgm:pt>
    <dgm:pt modelId="{AFBFB9C6-D8FF-4227-B74F-B711D8360E21}" type="sibTrans" cxnId="{E5B341BF-05D8-4C3F-8B77-6ABCC2166F4C}">
      <dgm:prSet/>
      <dgm:spPr/>
      <dgm:t>
        <a:bodyPr/>
        <a:lstStyle/>
        <a:p>
          <a:endParaRPr lang="fr-FR"/>
        </a:p>
      </dgm:t>
    </dgm:pt>
    <dgm:pt modelId="{DF0E17EF-D768-477F-AF29-60AAF7C65A37}">
      <dgm:prSet/>
      <dgm:spPr/>
      <dgm:t>
        <a:bodyPr/>
        <a:lstStyle/>
        <a:p>
          <a:pPr rtl="0"/>
          <a:r>
            <a:rPr lang="fr-FR" dirty="0" smtClean="0"/>
            <a:t>Construction logique /risque de passage à l’acte</a:t>
          </a:r>
          <a:endParaRPr lang="fr-FR" dirty="0"/>
        </a:p>
      </dgm:t>
    </dgm:pt>
    <dgm:pt modelId="{B75B203D-9983-4E86-AE06-F086003051F7}" type="parTrans" cxnId="{8B1306D1-4116-40B5-A33C-656663938D1E}">
      <dgm:prSet/>
      <dgm:spPr/>
      <dgm:t>
        <a:bodyPr/>
        <a:lstStyle/>
        <a:p>
          <a:endParaRPr lang="fr-FR"/>
        </a:p>
      </dgm:t>
    </dgm:pt>
    <dgm:pt modelId="{15F9F673-1205-445B-8CA7-A393DC2D7C09}" type="sibTrans" cxnId="{8B1306D1-4116-40B5-A33C-656663938D1E}">
      <dgm:prSet/>
      <dgm:spPr/>
      <dgm:t>
        <a:bodyPr/>
        <a:lstStyle/>
        <a:p>
          <a:endParaRPr lang="fr-FR"/>
        </a:p>
      </dgm:t>
    </dgm:pt>
    <dgm:pt modelId="{157EBD6F-42A1-46B4-8D33-FA0910D3442E}" type="pres">
      <dgm:prSet presAssocID="{F829D315-853F-4B21-AC53-74BDA0EFB5E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87FD68E-1C77-4C4C-AD00-DF50CE2F7429}" type="pres">
      <dgm:prSet presAssocID="{D822F932-1CAD-4A7A-8FA3-2DDC3E66BEDC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8592F08-C7B2-47C9-9786-D2D6B8CD8495}" type="pres">
      <dgm:prSet presAssocID="{B946AFCC-ED2C-4DBA-B1ED-09E2EF5B7390}" presName="spacer" presStyleCnt="0"/>
      <dgm:spPr/>
    </dgm:pt>
    <dgm:pt modelId="{8F7D0E39-ABE8-43B9-9564-62981B8A1070}" type="pres">
      <dgm:prSet presAssocID="{F8287035-65FB-4857-947C-8337E06FECA3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71DEF4-2FCA-4678-9A11-9F671F338863}" type="pres">
      <dgm:prSet presAssocID="{7030D8E4-6F19-4909-ACFE-21E6141FD5F6}" presName="spacer" presStyleCnt="0"/>
      <dgm:spPr/>
    </dgm:pt>
    <dgm:pt modelId="{21EA206E-DD44-4E7E-971F-FD962148E286}" type="pres">
      <dgm:prSet presAssocID="{987F7E64-D5F2-4111-AF0B-D6EB8CE80185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774FF3-0A5F-4E0E-BB9F-2F4C8EF0A28F}" type="pres">
      <dgm:prSet presAssocID="{C5394AF7-44DF-4519-9B79-C81EDDC6D6C2}" presName="spacer" presStyleCnt="0"/>
      <dgm:spPr/>
    </dgm:pt>
    <dgm:pt modelId="{965C4ABC-2F9A-41FB-84F9-42D85B67ABEA}" type="pres">
      <dgm:prSet presAssocID="{9421C124-92AF-4238-A64C-0C6906582C97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CB11C8-64EA-4054-A088-4AC4163B6B27}" type="pres">
      <dgm:prSet presAssocID="{23550F0D-0F27-4467-A037-8A69D48293B5}" presName="spacer" presStyleCnt="0"/>
      <dgm:spPr/>
    </dgm:pt>
    <dgm:pt modelId="{EB9B785A-6FD8-43D4-BECA-55DDC1F0CD92}" type="pres">
      <dgm:prSet presAssocID="{DDD3475E-0FCB-4F7E-AF6C-52B57C1544B6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9151F7E-6476-44B8-9AAF-643B0F741A4E}" type="pres">
      <dgm:prSet presAssocID="{63C1AEF7-C831-43FB-B12D-67F790A2B77E}" presName="spacer" presStyleCnt="0"/>
      <dgm:spPr/>
    </dgm:pt>
    <dgm:pt modelId="{56D3A84D-1905-4E47-B5E5-7BEA5E78718B}" type="pres">
      <dgm:prSet presAssocID="{ED40E576-481A-4BB9-8230-FBE9602E6AFC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130FFC-5956-4890-8959-E12DF086CD7E}" type="pres">
      <dgm:prSet presAssocID="{65CF5CBD-77DA-4405-BA55-64E309710D6B}" presName="spacer" presStyleCnt="0"/>
      <dgm:spPr/>
    </dgm:pt>
    <dgm:pt modelId="{D690106E-F7BC-4DA4-9BA1-22229B1321E0}" type="pres">
      <dgm:prSet presAssocID="{3C252EF7-2861-4185-AEAB-FE4F5125FD7F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BFAF2DF-4290-48DF-8B3F-34BE68437283}" type="pres">
      <dgm:prSet presAssocID="{AFBFB9C6-D8FF-4227-B74F-B711D8360E21}" presName="spacer" presStyleCnt="0"/>
      <dgm:spPr/>
    </dgm:pt>
    <dgm:pt modelId="{4AE80B60-DE8B-4D75-B552-EF99730EBE4D}" type="pres">
      <dgm:prSet presAssocID="{DF0E17EF-D768-477F-AF29-60AAF7C65A37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1A10287-8017-4ED6-B9B0-E395AD3F7753}" type="presOf" srcId="{D822F932-1CAD-4A7A-8FA3-2DDC3E66BEDC}" destId="{A87FD68E-1C77-4C4C-AD00-DF50CE2F7429}" srcOrd="0" destOrd="0" presId="urn:microsoft.com/office/officeart/2005/8/layout/vList2"/>
    <dgm:cxn modelId="{DF6F15D5-88E5-4ED1-9188-A74BC4D87AF9}" type="presOf" srcId="{987F7E64-D5F2-4111-AF0B-D6EB8CE80185}" destId="{21EA206E-DD44-4E7E-971F-FD962148E286}" srcOrd="0" destOrd="0" presId="urn:microsoft.com/office/officeart/2005/8/layout/vList2"/>
    <dgm:cxn modelId="{E88CBC0A-070F-41E8-95E8-97AB53CAB22D}" type="presOf" srcId="{DDD3475E-0FCB-4F7E-AF6C-52B57C1544B6}" destId="{EB9B785A-6FD8-43D4-BECA-55DDC1F0CD92}" srcOrd="0" destOrd="0" presId="urn:microsoft.com/office/officeart/2005/8/layout/vList2"/>
    <dgm:cxn modelId="{8B1306D1-4116-40B5-A33C-656663938D1E}" srcId="{F829D315-853F-4B21-AC53-74BDA0EFB5E9}" destId="{DF0E17EF-D768-477F-AF29-60AAF7C65A37}" srcOrd="7" destOrd="0" parTransId="{B75B203D-9983-4E86-AE06-F086003051F7}" sibTransId="{15F9F673-1205-445B-8CA7-A393DC2D7C09}"/>
    <dgm:cxn modelId="{D985A578-D1D8-4AB4-BD8D-57FB3F8A711C}" srcId="{F829D315-853F-4B21-AC53-74BDA0EFB5E9}" destId="{9421C124-92AF-4238-A64C-0C6906582C97}" srcOrd="3" destOrd="0" parTransId="{0AF65802-82C0-40B4-A47B-6EBB40031B86}" sibTransId="{23550F0D-0F27-4467-A037-8A69D48293B5}"/>
    <dgm:cxn modelId="{105E3901-3349-46B8-BCC9-C9755CA4DA72}" type="presOf" srcId="{DF0E17EF-D768-477F-AF29-60AAF7C65A37}" destId="{4AE80B60-DE8B-4D75-B552-EF99730EBE4D}" srcOrd="0" destOrd="0" presId="urn:microsoft.com/office/officeart/2005/8/layout/vList2"/>
    <dgm:cxn modelId="{24E05FF1-3496-4D6F-BCC6-62E7FACD1B2F}" type="presOf" srcId="{9421C124-92AF-4238-A64C-0C6906582C97}" destId="{965C4ABC-2F9A-41FB-84F9-42D85B67ABEA}" srcOrd="0" destOrd="0" presId="urn:microsoft.com/office/officeart/2005/8/layout/vList2"/>
    <dgm:cxn modelId="{E5B341BF-05D8-4C3F-8B77-6ABCC2166F4C}" srcId="{F829D315-853F-4B21-AC53-74BDA0EFB5E9}" destId="{3C252EF7-2861-4185-AEAB-FE4F5125FD7F}" srcOrd="6" destOrd="0" parTransId="{D118E52E-5692-4AD0-969E-AA8C18E7C3B6}" sibTransId="{AFBFB9C6-D8FF-4227-B74F-B711D8360E21}"/>
    <dgm:cxn modelId="{BD6C0EF2-25B3-451D-B756-3A1DC646FC07}" srcId="{F829D315-853F-4B21-AC53-74BDA0EFB5E9}" destId="{D822F932-1CAD-4A7A-8FA3-2DDC3E66BEDC}" srcOrd="0" destOrd="0" parTransId="{C9926E69-5E96-455E-A1CD-2E58779F77D0}" sibTransId="{B946AFCC-ED2C-4DBA-B1ED-09E2EF5B7390}"/>
    <dgm:cxn modelId="{1C6B4A68-06DA-4BDA-83AC-B4B9A5AD8115}" type="presOf" srcId="{ED40E576-481A-4BB9-8230-FBE9602E6AFC}" destId="{56D3A84D-1905-4E47-B5E5-7BEA5E78718B}" srcOrd="0" destOrd="0" presId="urn:microsoft.com/office/officeart/2005/8/layout/vList2"/>
    <dgm:cxn modelId="{05D4CED7-4FCD-4269-BAE5-852CE6AF5261}" type="presOf" srcId="{3C252EF7-2861-4185-AEAB-FE4F5125FD7F}" destId="{D690106E-F7BC-4DA4-9BA1-22229B1321E0}" srcOrd="0" destOrd="0" presId="urn:microsoft.com/office/officeart/2005/8/layout/vList2"/>
    <dgm:cxn modelId="{6FD08A32-9C99-49F1-9C1A-5754196DFB56}" srcId="{F829D315-853F-4B21-AC53-74BDA0EFB5E9}" destId="{ED40E576-481A-4BB9-8230-FBE9602E6AFC}" srcOrd="5" destOrd="0" parTransId="{A00AB43F-5BFF-402F-AD4A-DD8D84488F0B}" sibTransId="{65CF5CBD-77DA-4405-BA55-64E309710D6B}"/>
    <dgm:cxn modelId="{C0AC1153-77B9-403B-A435-8D219EA2421E}" srcId="{F829D315-853F-4B21-AC53-74BDA0EFB5E9}" destId="{DDD3475E-0FCB-4F7E-AF6C-52B57C1544B6}" srcOrd="4" destOrd="0" parTransId="{30ABF84E-78F6-4AD7-BC3D-22A6A48A4D09}" sibTransId="{63C1AEF7-C831-43FB-B12D-67F790A2B77E}"/>
    <dgm:cxn modelId="{A5684789-07B5-4D4C-9394-8BED5BE30081}" type="presOf" srcId="{F8287035-65FB-4857-947C-8337E06FECA3}" destId="{8F7D0E39-ABE8-43B9-9564-62981B8A1070}" srcOrd="0" destOrd="0" presId="urn:microsoft.com/office/officeart/2005/8/layout/vList2"/>
    <dgm:cxn modelId="{21FCFF06-F8E9-4E7F-947B-28CFB24DDD60}" type="presOf" srcId="{F829D315-853F-4B21-AC53-74BDA0EFB5E9}" destId="{157EBD6F-42A1-46B4-8D33-FA0910D3442E}" srcOrd="0" destOrd="0" presId="urn:microsoft.com/office/officeart/2005/8/layout/vList2"/>
    <dgm:cxn modelId="{6D32EB81-834C-4AD2-9EB9-108C47C35F5E}" srcId="{F829D315-853F-4B21-AC53-74BDA0EFB5E9}" destId="{F8287035-65FB-4857-947C-8337E06FECA3}" srcOrd="1" destOrd="0" parTransId="{2080C4A0-7263-4637-B5BE-3EE4A61359F9}" sibTransId="{7030D8E4-6F19-4909-ACFE-21E6141FD5F6}"/>
    <dgm:cxn modelId="{5EEE3881-53D9-4403-A5AC-8FE0B5F88F9A}" srcId="{F829D315-853F-4B21-AC53-74BDA0EFB5E9}" destId="{987F7E64-D5F2-4111-AF0B-D6EB8CE80185}" srcOrd="2" destOrd="0" parTransId="{EA8A2BFD-F3B6-4030-AA48-C1CF53031A4E}" sibTransId="{C5394AF7-44DF-4519-9B79-C81EDDC6D6C2}"/>
    <dgm:cxn modelId="{54DF3DC0-D195-496B-AE26-FF795AB9EE14}" type="presParOf" srcId="{157EBD6F-42A1-46B4-8D33-FA0910D3442E}" destId="{A87FD68E-1C77-4C4C-AD00-DF50CE2F7429}" srcOrd="0" destOrd="0" presId="urn:microsoft.com/office/officeart/2005/8/layout/vList2"/>
    <dgm:cxn modelId="{894A15D9-67FB-4D97-AFAA-A05A87BC6A96}" type="presParOf" srcId="{157EBD6F-42A1-46B4-8D33-FA0910D3442E}" destId="{A8592F08-C7B2-47C9-9786-D2D6B8CD8495}" srcOrd="1" destOrd="0" presId="urn:microsoft.com/office/officeart/2005/8/layout/vList2"/>
    <dgm:cxn modelId="{F4E6D082-DF5D-492D-B5F1-307D283B56C9}" type="presParOf" srcId="{157EBD6F-42A1-46B4-8D33-FA0910D3442E}" destId="{8F7D0E39-ABE8-43B9-9564-62981B8A1070}" srcOrd="2" destOrd="0" presId="urn:microsoft.com/office/officeart/2005/8/layout/vList2"/>
    <dgm:cxn modelId="{1A9F3621-A23D-4CE3-9FDC-04A9D1FE2A82}" type="presParOf" srcId="{157EBD6F-42A1-46B4-8D33-FA0910D3442E}" destId="{7271DEF4-2FCA-4678-9A11-9F671F338863}" srcOrd="3" destOrd="0" presId="urn:microsoft.com/office/officeart/2005/8/layout/vList2"/>
    <dgm:cxn modelId="{D6F0FCFC-4855-40FD-9AD0-B109935920A2}" type="presParOf" srcId="{157EBD6F-42A1-46B4-8D33-FA0910D3442E}" destId="{21EA206E-DD44-4E7E-971F-FD962148E286}" srcOrd="4" destOrd="0" presId="urn:microsoft.com/office/officeart/2005/8/layout/vList2"/>
    <dgm:cxn modelId="{2EAE6653-3D56-482B-A0FC-6D3094A6D040}" type="presParOf" srcId="{157EBD6F-42A1-46B4-8D33-FA0910D3442E}" destId="{DC774FF3-0A5F-4E0E-BB9F-2F4C8EF0A28F}" srcOrd="5" destOrd="0" presId="urn:microsoft.com/office/officeart/2005/8/layout/vList2"/>
    <dgm:cxn modelId="{35EE4BDF-DDD2-4CE4-9CAA-B89E52C1B8AE}" type="presParOf" srcId="{157EBD6F-42A1-46B4-8D33-FA0910D3442E}" destId="{965C4ABC-2F9A-41FB-84F9-42D85B67ABEA}" srcOrd="6" destOrd="0" presId="urn:microsoft.com/office/officeart/2005/8/layout/vList2"/>
    <dgm:cxn modelId="{F0B19C05-4C0F-47A6-86BD-8ABFF2FCDCA8}" type="presParOf" srcId="{157EBD6F-42A1-46B4-8D33-FA0910D3442E}" destId="{6CCB11C8-64EA-4054-A088-4AC4163B6B27}" srcOrd="7" destOrd="0" presId="urn:microsoft.com/office/officeart/2005/8/layout/vList2"/>
    <dgm:cxn modelId="{4C73E140-99D1-4F4B-B5F4-DB3A291B7DD7}" type="presParOf" srcId="{157EBD6F-42A1-46B4-8D33-FA0910D3442E}" destId="{EB9B785A-6FD8-43D4-BECA-55DDC1F0CD92}" srcOrd="8" destOrd="0" presId="urn:microsoft.com/office/officeart/2005/8/layout/vList2"/>
    <dgm:cxn modelId="{F7D6C0B4-C4A6-49D3-8529-7A38F7D499AA}" type="presParOf" srcId="{157EBD6F-42A1-46B4-8D33-FA0910D3442E}" destId="{F9151F7E-6476-44B8-9AAF-643B0F741A4E}" srcOrd="9" destOrd="0" presId="urn:microsoft.com/office/officeart/2005/8/layout/vList2"/>
    <dgm:cxn modelId="{30D5C870-F372-4479-9A9D-E0E1635AB3F4}" type="presParOf" srcId="{157EBD6F-42A1-46B4-8D33-FA0910D3442E}" destId="{56D3A84D-1905-4E47-B5E5-7BEA5E78718B}" srcOrd="10" destOrd="0" presId="urn:microsoft.com/office/officeart/2005/8/layout/vList2"/>
    <dgm:cxn modelId="{728F5501-DC43-4D09-A345-758F673E7F82}" type="presParOf" srcId="{157EBD6F-42A1-46B4-8D33-FA0910D3442E}" destId="{FF130FFC-5956-4890-8959-E12DF086CD7E}" srcOrd="11" destOrd="0" presId="urn:microsoft.com/office/officeart/2005/8/layout/vList2"/>
    <dgm:cxn modelId="{D2817A38-7CFE-482B-81B0-A78D5A013C75}" type="presParOf" srcId="{157EBD6F-42A1-46B4-8D33-FA0910D3442E}" destId="{D690106E-F7BC-4DA4-9BA1-22229B1321E0}" srcOrd="12" destOrd="0" presId="urn:microsoft.com/office/officeart/2005/8/layout/vList2"/>
    <dgm:cxn modelId="{67E8B16B-BD45-4B8F-B457-0B81980B90B4}" type="presParOf" srcId="{157EBD6F-42A1-46B4-8D33-FA0910D3442E}" destId="{8BFAF2DF-4290-48DF-8B3F-34BE68437283}" srcOrd="13" destOrd="0" presId="urn:microsoft.com/office/officeart/2005/8/layout/vList2"/>
    <dgm:cxn modelId="{6E6B982F-BAF4-4C33-A7D8-F04259856159}" type="presParOf" srcId="{157EBD6F-42A1-46B4-8D33-FA0910D3442E}" destId="{4AE80B60-DE8B-4D75-B552-EF99730EBE4D}" srcOrd="14" destOrd="0" presId="urn:microsoft.com/office/officeart/2005/8/layout/vList2"/>
  </dgm:cxnLst>
  <dgm:bg/>
  <dgm:whole/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BE56C3B-00ED-4099-A638-521582A66CF9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6839140E-83A0-47EA-AC86-D776877D9F72}">
      <dgm:prSet/>
      <dgm:spPr/>
      <dgm:t>
        <a:bodyPr/>
        <a:lstStyle/>
        <a:p>
          <a:pPr rtl="0"/>
          <a:r>
            <a:rPr lang="fr-FR" dirty="0" smtClean="0"/>
            <a:t>Parmi les entités suivantes, laquelle ou lesquelles appartiennent au cadre des délires chroniques non schizophréniques ? </a:t>
          </a:r>
          <a:endParaRPr lang="fr-FR" dirty="0"/>
        </a:p>
      </dgm:t>
    </dgm:pt>
    <dgm:pt modelId="{BF90E735-F3F7-415F-9A7A-59B05098F58D}" type="parTrans" cxnId="{29127289-3DD0-41FA-BD2C-2E78196D73A4}">
      <dgm:prSet/>
      <dgm:spPr/>
      <dgm:t>
        <a:bodyPr/>
        <a:lstStyle/>
        <a:p>
          <a:endParaRPr lang="fr-FR"/>
        </a:p>
      </dgm:t>
    </dgm:pt>
    <dgm:pt modelId="{62CA3B46-84B9-43D7-A94B-D55F388B27A5}" type="sibTrans" cxnId="{29127289-3DD0-41FA-BD2C-2E78196D73A4}">
      <dgm:prSet/>
      <dgm:spPr/>
      <dgm:t>
        <a:bodyPr/>
        <a:lstStyle/>
        <a:p>
          <a:endParaRPr lang="fr-FR"/>
        </a:p>
      </dgm:t>
    </dgm:pt>
    <dgm:pt modelId="{2397D4AA-A3E9-4470-BEF7-864440EBE0A5}">
      <dgm:prSet/>
      <dgm:spPr/>
      <dgm:t>
        <a:bodyPr/>
        <a:lstStyle/>
        <a:p>
          <a:pPr rtl="0"/>
          <a:r>
            <a:rPr lang="fr-FR" dirty="0" smtClean="0"/>
            <a:t>A/Les délires de revendication</a:t>
          </a:r>
          <a:endParaRPr lang="fr-FR" dirty="0"/>
        </a:p>
      </dgm:t>
    </dgm:pt>
    <dgm:pt modelId="{6E9A1CEC-2FF2-4695-A56E-E9B388DBD3E0}" type="parTrans" cxnId="{8851CFF4-3E09-475F-8ABD-5AEBA080FA31}">
      <dgm:prSet/>
      <dgm:spPr/>
      <dgm:t>
        <a:bodyPr/>
        <a:lstStyle/>
        <a:p>
          <a:endParaRPr lang="fr-FR"/>
        </a:p>
      </dgm:t>
    </dgm:pt>
    <dgm:pt modelId="{7F1DA3EC-780D-4BB6-A71E-255C9167FC99}" type="sibTrans" cxnId="{8851CFF4-3E09-475F-8ABD-5AEBA080FA31}">
      <dgm:prSet/>
      <dgm:spPr/>
      <dgm:t>
        <a:bodyPr/>
        <a:lstStyle/>
        <a:p>
          <a:endParaRPr lang="fr-FR"/>
        </a:p>
      </dgm:t>
    </dgm:pt>
    <dgm:pt modelId="{C9764B6A-C9CA-4F01-94AF-ED93DF38FBA1}">
      <dgm:prSet/>
      <dgm:spPr/>
      <dgm:t>
        <a:bodyPr/>
        <a:lstStyle/>
        <a:p>
          <a:pPr rtl="0"/>
          <a:r>
            <a:rPr lang="fr-FR" dirty="0" smtClean="0"/>
            <a:t>B/Les délires paranoïdes</a:t>
          </a:r>
          <a:endParaRPr lang="fr-FR" dirty="0"/>
        </a:p>
      </dgm:t>
    </dgm:pt>
    <dgm:pt modelId="{176CD15B-7670-4B39-8B2D-E707DE271479}" type="parTrans" cxnId="{F591C1B0-DC20-425D-BDF6-8D2F66AAB9A7}">
      <dgm:prSet/>
      <dgm:spPr/>
      <dgm:t>
        <a:bodyPr/>
        <a:lstStyle/>
        <a:p>
          <a:endParaRPr lang="fr-FR"/>
        </a:p>
      </dgm:t>
    </dgm:pt>
    <dgm:pt modelId="{40A9DCDB-6B51-45BE-9F78-0DD4B59F09C7}" type="sibTrans" cxnId="{F591C1B0-DC20-425D-BDF6-8D2F66AAB9A7}">
      <dgm:prSet/>
      <dgm:spPr/>
      <dgm:t>
        <a:bodyPr/>
        <a:lstStyle/>
        <a:p>
          <a:endParaRPr lang="fr-FR"/>
        </a:p>
      </dgm:t>
    </dgm:pt>
    <dgm:pt modelId="{69072B07-8D58-45F7-A8E4-718320E7A53A}">
      <dgm:prSet/>
      <dgm:spPr/>
      <dgm:t>
        <a:bodyPr/>
        <a:lstStyle/>
        <a:p>
          <a:pPr rtl="0"/>
          <a:r>
            <a:rPr lang="fr-FR" dirty="0" smtClean="0"/>
            <a:t>C/Les délires érotomaniaques</a:t>
          </a:r>
          <a:endParaRPr lang="fr-FR" dirty="0"/>
        </a:p>
      </dgm:t>
    </dgm:pt>
    <dgm:pt modelId="{CFC16034-602D-460F-8E24-75773EE21223}" type="parTrans" cxnId="{CBC8D99A-F50C-4085-9B4D-ED08EAFC37AB}">
      <dgm:prSet/>
      <dgm:spPr/>
      <dgm:t>
        <a:bodyPr/>
        <a:lstStyle/>
        <a:p>
          <a:endParaRPr lang="fr-FR"/>
        </a:p>
      </dgm:t>
    </dgm:pt>
    <dgm:pt modelId="{D844CC18-2658-4272-8FE3-2FB07A3C6669}" type="sibTrans" cxnId="{CBC8D99A-F50C-4085-9B4D-ED08EAFC37AB}">
      <dgm:prSet/>
      <dgm:spPr/>
      <dgm:t>
        <a:bodyPr/>
        <a:lstStyle/>
        <a:p>
          <a:endParaRPr lang="fr-FR"/>
        </a:p>
      </dgm:t>
    </dgm:pt>
    <dgm:pt modelId="{70BFD3A5-237E-4934-86CF-6B1CB7D00034}">
      <dgm:prSet/>
      <dgm:spPr/>
      <dgm:t>
        <a:bodyPr/>
        <a:lstStyle/>
        <a:p>
          <a:pPr rtl="0"/>
          <a:r>
            <a:rPr lang="fr-FR" dirty="0" smtClean="0"/>
            <a:t>D/Le délire de relation des sensitifs</a:t>
          </a:r>
          <a:endParaRPr lang="fr-FR" dirty="0"/>
        </a:p>
      </dgm:t>
    </dgm:pt>
    <dgm:pt modelId="{CD11B5AA-C755-4311-8D36-05CFE78733D7}" type="parTrans" cxnId="{27816C71-BDB6-4844-A9FC-DE1B928AA032}">
      <dgm:prSet/>
      <dgm:spPr/>
      <dgm:t>
        <a:bodyPr/>
        <a:lstStyle/>
        <a:p>
          <a:endParaRPr lang="fr-FR"/>
        </a:p>
      </dgm:t>
    </dgm:pt>
    <dgm:pt modelId="{FDC1BB8F-5B4F-4FF7-9235-B1D02F17DC0B}" type="sibTrans" cxnId="{27816C71-BDB6-4844-A9FC-DE1B928AA032}">
      <dgm:prSet/>
      <dgm:spPr/>
      <dgm:t>
        <a:bodyPr/>
        <a:lstStyle/>
        <a:p>
          <a:endParaRPr lang="fr-FR"/>
        </a:p>
      </dgm:t>
    </dgm:pt>
    <dgm:pt modelId="{11709BB7-DE15-4BA9-9F27-1E462D58C895}">
      <dgm:prSet/>
      <dgm:spPr/>
      <dgm:t>
        <a:bodyPr/>
        <a:lstStyle/>
        <a:p>
          <a:pPr rtl="0"/>
          <a:r>
            <a:rPr lang="fr-FR" dirty="0" smtClean="0"/>
            <a:t>E/Les délires paraphréniques</a:t>
          </a:r>
          <a:endParaRPr lang="fr-FR" dirty="0"/>
        </a:p>
      </dgm:t>
    </dgm:pt>
    <dgm:pt modelId="{02B33CC2-8BF3-4EE5-82CF-6E3828A17E68}" type="parTrans" cxnId="{56368C39-67FF-48CF-A750-AB1F02F9824A}">
      <dgm:prSet/>
      <dgm:spPr/>
      <dgm:t>
        <a:bodyPr/>
        <a:lstStyle/>
        <a:p>
          <a:endParaRPr lang="fr-FR"/>
        </a:p>
      </dgm:t>
    </dgm:pt>
    <dgm:pt modelId="{D56AF3E5-DF79-48D4-818E-3FB2D0D75C1F}" type="sibTrans" cxnId="{56368C39-67FF-48CF-A750-AB1F02F9824A}">
      <dgm:prSet/>
      <dgm:spPr/>
      <dgm:t>
        <a:bodyPr/>
        <a:lstStyle/>
        <a:p>
          <a:endParaRPr lang="fr-FR"/>
        </a:p>
      </dgm:t>
    </dgm:pt>
    <dgm:pt modelId="{1DBC5AE8-ECF7-4661-B7D0-1A2B10C72790}">
      <dgm:prSet/>
      <dgm:spPr/>
      <dgm:t>
        <a:bodyPr/>
        <a:lstStyle/>
        <a:p>
          <a:pPr rtl="0"/>
          <a:r>
            <a:rPr lang="fr-FR" dirty="0" smtClean="0"/>
            <a:t>A C D E</a:t>
          </a:r>
          <a:endParaRPr lang="fr-FR" dirty="0"/>
        </a:p>
      </dgm:t>
    </dgm:pt>
    <dgm:pt modelId="{3DC7EF03-FF2D-4841-A95D-F0668AEE06A2}" type="parTrans" cxnId="{A8CA68AC-C213-4E00-BDA4-8EC004CECF97}">
      <dgm:prSet/>
      <dgm:spPr/>
      <dgm:t>
        <a:bodyPr/>
        <a:lstStyle/>
        <a:p>
          <a:endParaRPr lang="fr-FR"/>
        </a:p>
      </dgm:t>
    </dgm:pt>
    <dgm:pt modelId="{FC48017F-B812-4B9A-ACA3-5BA41F31E240}" type="sibTrans" cxnId="{A8CA68AC-C213-4E00-BDA4-8EC004CECF97}">
      <dgm:prSet/>
      <dgm:spPr/>
      <dgm:t>
        <a:bodyPr/>
        <a:lstStyle/>
        <a:p>
          <a:endParaRPr lang="fr-FR"/>
        </a:p>
      </dgm:t>
    </dgm:pt>
    <dgm:pt modelId="{08608BC4-74E3-4A6A-9088-0CF6523DAE9E}">
      <dgm:prSet/>
      <dgm:spPr/>
      <dgm:t>
        <a:bodyPr/>
        <a:lstStyle/>
        <a:p>
          <a:pPr rtl="0"/>
          <a:r>
            <a:rPr lang="fr-FR" dirty="0" smtClean="0"/>
            <a:t>Délire paranoïde : SX</a:t>
          </a:r>
          <a:endParaRPr lang="fr-FR" dirty="0"/>
        </a:p>
      </dgm:t>
    </dgm:pt>
    <dgm:pt modelId="{9B05BDC6-33E8-41E8-9A94-9D2C317E980D}" type="parTrans" cxnId="{606CEF9B-874B-414E-A7D8-CD58318F468A}">
      <dgm:prSet/>
      <dgm:spPr/>
      <dgm:t>
        <a:bodyPr/>
        <a:lstStyle/>
        <a:p>
          <a:endParaRPr lang="fr-FR"/>
        </a:p>
      </dgm:t>
    </dgm:pt>
    <dgm:pt modelId="{F8A19B85-2FD2-47B8-ACA5-72FC37CDAB61}" type="sibTrans" cxnId="{606CEF9B-874B-414E-A7D8-CD58318F468A}">
      <dgm:prSet/>
      <dgm:spPr/>
      <dgm:t>
        <a:bodyPr/>
        <a:lstStyle/>
        <a:p>
          <a:endParaRPr lang="fr-FR"/>
        </a:p>
      </dgm:t>
    </dgm:pt>
    <dgm:pt modelId="{E6E48E87-0499-4D26-BD9F-2F4522D6D503}" type="pres">
      <dgm:prSet presAssocID="{5BE56C3B-00ED-4099-A638-521582A66C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C54D273-5E22-4CCF-8B22-B19760D2B801}" type="pres">
      <dgm:prSet presAssocID="{6839140E-83A0-47EA-AC86-D776877D9F72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930E845-68EF-40FE-8F14-430DED965397}" type="pres">
      <dgm:prSet presAssocID="{62CA3B46-84B9-43D7-A94B-D55F388B27A5}" presName="spacer" presStyleCnt="0"/>
      <dgm:spPr/>
    </dgm:pt>
    <dgm:pt modelId="{F1EBD454-04C1-452C-B9BE-7608D74B67B9}" type="pres">
      <dgm:prSet presAssocID="{2397D4AA-A3E9-4470-BEF7-864440EBE0A5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E22B98-2EF7-496B-86C7-F5F5BE789834}" type="pres">
      <dgm:prSet presAssocID="{7F1DA3EC-780D-4BB6-A71E-255C9167FC99}" presName="spacer" presStyleCnt="0"/>
      <dgm:spPr/>
    </dgm:pt>
    <dgm:pt modelId="{47C57B9E-5F97-4D4F-AED2-39C9D7736AEA}" type="pres">
      <dgm:prSet presAssocID="{C9764B6A-C9CA-4F01-94AF-ED93DF38FBA1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D60809-DF27-4FFF-9A30-1FED7E14A5D2}" type="pres">
      <dgm:prSet presAssocID="{40A9DCDB-6B51-45BE-9F78-0DD4B59F09C7}" presName="spacer" presStyleCnt="0"/>
      <dgm:spPr/>
    </dgm:pt>
    <dgm:pt modelId="{B8686463-3529-4861-AFCD-7E8AFB934EFE}" type="pres">
      <dgm:prSet presAssocID="{69072B07-8D58-45F7-A8E4-718320E7A53A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5E2CEA7-9959-4DAF-B958-1D37385058F1}" type="pres">
      <dgm:prSet presAssocID="{D844CC18-2658-4272-8FE3-2FB07A3C6669}" presName="spacer" presStyleCnt="0"/>
      <dgm:spPr/>
    </dgm:pt>
    <dgm:pt modelId="{73A3A1FE-39E9-49C2-A8F9-76E99107B5FA}" type="pres">
      <dgm:prSet presAssocID="{70BFD3A5-237E-4934-86CF-6B1CB7D00034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9EF25FF-FEF4-4FCC-BA67-B0FA4CCEEF86}" type="pres">
      <dgm:prSet presAssocID="{FDC1BB8F-5B4F-4FF7-9235-B1D02F17DC0B}" presName="spacer" presStyleCnt="0"/>
      <dgm:spPr/>
    </dgm:pt>
    <dgm:pt modelId="{70783F35-DB7C-4F7F-B05A-E916E41D02A3}" type="pres">
      <dgm:prSet presAssocID="{11709BB7-DE15-4BA9-9F27-1E462D58C895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18D55CF-9E23-42A0-B200-6BE336E6B2F3}" type="pres">
      <dgm:prSet presAssocID="{D56AF3E5-DF79-48D4-818E-3FB2D0D75C1F}" presName="spacer" presStyleCnt="0"/>
      <dgm:spPr/>
    </dgm:pt>
    <dgm:pt modelId="{AB22B3C9-AAA2-41ED-A474-16BD84143F80}" type="pres">
      <dgm:prSet presAssocID="{1DBC5AE8-ECF7-4661-B7D0-1A2B10C72790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E2CA84-99FD-4660-AED1-CD1E84AECF00}" type="pres">
      <dgm:prSet presAssocID="{FC48017F-B812-4B9A-ACA3-5BA41F31E240}" presName="spacer" presStyleCnt="0"/>
      <dgm:spPr/>
    </dgm:pt>
    <dgm:pt modelId="{4E9C0FA4-48F1-4F27-A49F-381FC9EDC0FD}" type="pres">
      <dgm:prSet presAssocID="{08608BC4-74E3-4A6A-9088-0CF6523DAE9E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9127289-3DD0-41FA-BD2C-2E78196D73A4}" srcId="{5BE56C3B-00ED-4099-A638-521582A66CF9}" destId="{6839140E-83A0-47EA-AC86-D776877D9F72}" srcOrd="0" destOrd="0" parTransId="{BF90E735-F3F7-415F-9A7A-59B05098F58D}" sibTransId="{62CA3B46-84B9-43D7-A94B-D55F388B27A5}"/>
    <dgm:cxn modelId="{8851CFF4-3E09-475F-8ABD-5AEBA080FA31}" srcId="{5BE56C3B-00ED-4099-A638-521582A66CF9}" destId="{2397D4AA-A3E9-4470-BEF7-864440EBE0A5}" srcOrd="1" destOrd="0" parTransId="{6E9A1CEC-2FF2-4695-A56E-E9B388DBD3E0}" sibTransId="{7F1DA3EC-780D-4BB6-A71E-255C9167FC99}"/>
    <dgm:cxn modelId="{6F5E1283-E816-4DAE-9B08-33648617AD70}" type="presOf" srcId="{5BE56C3B-00ED-4099-A638-521582A66CF9}" destId="{E6E48E87-0499-4D26-BD9F-2F4522D6D503}" srcOrd="0" destOrd="0" presId="urn:microsoft.com/office/officeart/2005/8/layout/vList2"/>
    <dgm:cxn modelId="{3242DF36-003C-4134-87BA-236585509AB1}" type="presOf" srcId="{08608BC4-74E3-4A6A-9088-0CF6523DAE9E}" destId="{4E9C0FA4-48F1-4F27-A49F-381FC9EDC0FD}" srcOrd="0" destOrd="0" presId="urn:microsoft.com/office/officeart/2005/8/layout/vList2"/>
    <dgm:cxn modelId="{3964F79D-82B8-443A-80B6-65B43373F6E4}" type="presOf" srcId="{1DBC5AE8-ECF7-4661-B7D0-1A2B10C72790}" destId="{AB22B3C9-AAA2-41ED-A474-16BD84143F80}" srcOrd="0" destOrd="0" presId="urn:microsoft.com/office/officeart/2005/8/layout/vList2"/>
    <dgm:cxn modelId="{6B363693-33EB-44B9-8EDC-7E5BE05F83E4}" type="presOf" srcId="{69072B07-8D58-45F7-A8E4-718320E7A53A}" destId="{B8686463-3529-4861-AFCD-7E8AFB934EFE}" srcOrd="0" destOrd="0" presId="urn:microsoft.com/office/officeart/2005/8/layout/vList2"/>
    <dgm:cxn modelId="{988F8CA6-6089-4BA8-84E2-DCB373CA13ED}" type="presOf" srcId="{11709BB7-DE15-4BA9-9F27-1E462D58C895}" destId="{70783F35-DB7C-4F7F-B05A-E916E41D02A3}" srcOrd="0" destOrd="0" presId="urn:microsoft.com/office/officeart/2005/8/layout/vList2"/>
    <dgm:cxn modelId="{8DC8BF2C-2DFC-4A99-80A7-BD207F2BEAAD}" type="presOf" srcId="{70BFD3A5-237E-4934-86CF-6B1CB7D00034}" destId="{73A3A1FE-39E9-49C2-A8F9-76E99107B5FA}" srcOrd="0" destOrd="0" presId="urn:microsoft.com/office/officeart/2005/8/layout/vList2"/>
    <dgm:cxn modelId="{80D0BA78-FB5B-4A3F-9660-AEF8EB6EB824}" type="presOf" srcId="{C9764B6A-C9CA-4F01-94AF-ED93DF38FBA1}" destId="{47C57B9E-5F97-4D4F-AED2-39C9D7736AEA}" srcOrd="0" destOrd="0" presId="urn:microsoft.com/office/officeart/2005/8/layout/vList2"/>
    <dgm:cxn modelId="{F591C1B0-DC20-425D-BDF6-8D2F66AAB9A7}" srcId="{5BE56C3B-00ED-4099-A638-521582A66CF9}" destId="{C9764B6A-C9CA-4F01-94AF-ED93DF38FBA1}" srcOrd="2" destOrd="0" parTransId="{176CD15B-7670-4B39-8B2D-E707DE271479}" sibTransId="{40A9DCDB-6B51-45BE-9F78-0DD4B59F09C7}"/>
    <dgm:cxn modelId="{560B0F42-C91F-4821-9963-85B7E8680224}" type="presOf" srcId="{6839140E-83A0-47EA-AC86-D776877D9F72}" destId="{BC54D273-5E22-4CCF-8B22-B19760D2B801}" srcOrd="0" destOrd="0" presId="urn:microsoft.com/office/officeart/2005/8/layout/vList2"/>
    <dgm:cxn modelId="{CBC8D99A-F50C-4085-9B4D-ED08EAFC37AB}" srcId="{5BE56C3B-00ED-4099-A638-521582A66CF9}" destId="{69072B07-8D58-45F7-A8E4-718320E7A53A}" srcOrd="3" destOrd="0" parTransId="{CFC16034-602D-460F-8E24-75773EE21223}" sibTransId="{D844CC18-2658-4272-8FE3-2FB07A3C6669}"/>
    <dgm:cxn modelId="{A8CA68AC-C213-4E00-BDA4-8EC004CECF97}" srcId="{5BE56C3B-00ED-4099-A638-521582A66CF9}" destId="{1DBC5AE8-ECF7-4661-B7D0-1A2B10C72790}" srcOrd="6" destOrd="0" parTransId="{3DC7EF03-FF2D-4841-A95D-F0668AEE06A2}" sibTransId="{FC48017F-B812-4B9A-ACA3-5BA41F31E240}"/>
    <dgm:cxn modelId="{56368C39-67FF-48CF-A750-AB1F02F9824A}" srcId="{5BE56C3B-00ED-4099-A638-521582A66CF9}" destId="{11709BB7-DE15-4BA9-9F27-1E462D58C895}" srcOrd="5" destOrd="0" parTransId="{02B33CC2-8BF3-4EE5-82CF-6E3828A17E68}" sibTransId="{D56AF3E5-DF79-48D4-818E-3FB2D0D75C1F}"/>
    <dgm:cxn modelId="{F539F06E-4D24-4CF9-A6BC-9459D7573952}" type="presOf" srcId="{2397D4AA-A3E9-4470-BEF7-864440EBE0A5}" destId="{F1EBD454-04C1-452C-B9BE-7608D74B67B9}" srcOrd="0" destOrd="0" presId="urn:microsoft.com/office/officeart/2005/8/layout/vList2"/>
    <dgm:cxn modelId="{27816C71-BDB6-4844-A9FC-DE1B928AA032}" srcId="{5BE56C3B-00ED-4099-A638-521582A66CF9}" destId="{70BFD3A5-237E-4934-86CF-6B1CB7D00034}" srcOrd="4" destOrd="0" parTransId="{CD11B5AA-C755-4311-8D36-05CFE78733D7}" sibTransId="{FDC1BB8F-5B4F-4FF7-9235-B1D02F17DC0B}"/>
    <dgm:cxn modelId="{606CEF9B-874B-414E-A7D8-CD58318F468A}" srcId="{5BE56C3B-00ED-4099-A638-521582A66CF9}" destId="{08608BC4-74E3-4A6A-9088-0CF6523DAE9E}" srcOrd="7" destOrd="0" parTransId="{9B05BDC6-33E8-41E8-9A94-9D2C317E980D}" sibTransId="{F8A19B85-2FD2-47B8-ACA5-72FC37CDAB61}"/>
    <dgm:cxn modelId="{85E84B0C-0531-46F3-B8D4-7B3C7CAC84D8}" type="presParOf" srcId="{E6E48E87-0499-4D26-BD9F-2F4522D6D503}" destId="{BC54D273-5E22-4CCF-8B22-B19760D2B801}" srcOrd="0" destOrd="0" presId="urn:microsoft.com/office/officeart/2005/8/layout/vList2"/>
    <dgm:cxn modelId="{757DFA88-5F14-4134-93E6-005AE6239D5F}" type="presParOf" srcId="{E6E48E87-0499-4D26-BD9F-2F4522D6D503}" destId="{0930E845-68EF-40FE-8F14-430DED965397}" srcOrd="1" destOrd="0" presId="urn:microsoft.com/office/officeart/2005/8/layout/vList2"/>
    <dgm:cxn modelId="{00383C9A-8629-4C1F-B0B2-6687643C1CEB}" type="presParOf" srcId="{E6E48E87-0499-4D26-BD9F-2F4522D6D503}" destId="{F1EBD454-04C1-452C-B9BE-7608D74B67B9}" srcOrd="2" destOrd="0" presId="urn:microsoft.com/office/officeart/2005/8/layout/vList2"/>
    <dgm:cxn modelId="{E7EEF6EC-A2FF-4E5E-92E2-FFC8650D3E63}" type="presParOf" srcId="{E6E48E87-0499-4D26-BD9F-2F4522D6D503}" destId="{3EE22B98-2EF7-496B-86C7-F5F5BE789834}" srcOrd="3" destOrd="0" presId="urn:microsoft.com/office/officeart/2005/8/layout/vList2"/>
    <dgm:cxn modelId="{8C1A0693-5ACF-4303-9102-206813371E38}" type="presParOf" srcId="{E6E48E87-0499-4D26-BD9F-2F4522D6D503}" destId="{47C57B9E-5F97-4D4F-AED2-39C9D7736AEA}" srcOrd="4" destOrd="0" presId="urn:microsoft.com/office/officeart/2005/8/layout/vList2"/>
    <dgm:cxn modelId="{960C99F2-E058-4748-AA71-9CE52C56CA60}" type="presParOf" srcId="{E6E48E87-0499-4D26-BD9F-2F4522D6D503}" destId="{6AD60809-DF27-4FFF-9A30-1FED7E14A5D2}" srcOrd="5" destOrd="0" presId="urn:microsoft.com/office/officeart/2005/8/layout/vList2"/>
    <dgm:cxn modelId="{5488EB58-F2D3-4947-BE47-9D06E47B7790}" type="presParOf" srcId="{E6E48E87-0499-4D26-BD9F-2F4522D6D503}" destId="{B8686463-3529-4861-AFCD-7E8AFB934EFE}" srcOrd="6" destOrd="0" presId="urn:microsoft.com/office/officeart/2005/8/layout/vList2"/>
    <dgm:cxn modelId="{93E1F109-5F47-4885-BA5D-A27AF10F0093}" type="presParOf" srcId="{E6E48E87-0499-4D26-BD9F-2F4522D6D503}" destId="{05E2CEA7-9959-4DAF-B958-1D37385058F1}" srcOrd="7" destOrd="0" presId="urn:microsoft.com/office/officeart/2005/8/layout/vList2"/>
    <dgm:cxn modelId="{66F5EC9A-C901-4411-8A8C-CE5687CAC707}" type="presParOf" srcId="{E6E48E87-0499-4D26-BD9F-2F4522D6D503}" destId="{73A3A1FE-39E9-49C2-A8F9-76E99107B5FA}" srcOrd="8" destOrd="0" presId="urn:microsoft.com/office/officeart/2005/8/layout/vList2"/>
    <dgm:cxn modelId="{B855EE5F-A87C-461B-B7D5-6A53204266F0}" type="presParOf" srcId="{E6E48E87-0499-4D26-BD9F-2F4522D6D503}" destId="{59EF25FF-FEF4-4FCC-BA67-B0FA4CCEEF86}" srcOrd="9" destOrd="0" presId="urn:microsoft.com/office/officeart/2005/8/layout/vList2"/>
    <dgm:cxn modelId="{37C3B646-FE16-4094-8B5B-F8861929A47E}" type="presParOf" srcId="{E6E48E87-0499-4D26-BD9F-2F4522D6D503}" destId="{70783F35-DB7C-4F7F-B05A-E916E41D02A3}" srcOrd="10" destOrd="0" presId="urn:microsoft.com/office/officeart/2005/8/layout/vList2"/>
    <dgm:cxn modelId="{8CACA4F6-4954-4B34-A41E-667C27206D47}" type="presParOf" srcId="{E6E48E87-0499-4D26-BD9F-2F4522D6D503}" destId="{D18D55CF-9E23-42A0-B200-6BE336E6B2F3}" srcOrd="11" destOrd="0" presId="urn:microsoft.com/office/officeart/2005/8/layout/vList2"/>
    <dgm:cxn modelId="{48CD0521-170C-4CA0-8C8F-3A44621FDD06}" type="presParOf" srcId="{E6E48E87-0499-4D26-BD9F-2F4522D6D503}" destId="{AB22B3C9-AAA2-41ED-A474-16BD84143F80}" srcOrd="12" destOrd="0" presId="urn:microsoft.com/office/officeart/2005/8/layout/vList2"/>
    <dgm:cxn modelId="{84E3B14F-B083-4DF1-8F12-6EE233C0F064}" type="presParOf" srcId="{E6E48E87-0499-4D26-BD9F-2F4522D6D503}" destId="{3FE2CA84-99FD-4660-AED1-CD1E84AECF00}" srcOrd="13" destOrd="0" presId="urn:microsoft.com/office/officeart/2005/8/layout/vList2"/>
    <dgm:cxn modelId="{B30BF192-5A3B-4964-A307-705B93B7E724}" type="presParOf" srcId="{E6E48E87-0499-4D26-BD9F-2F4522D6D503}" destId="{4E9C0FA4-48F1-4F27-A49F-381FC9EDC0FD}" srcOrd="14" destOrd="0" presId="urn:microsoft.com/office/officeart/2005/8/layout/vList2"/>
  </dgm:cxnLst>
  <dgm:bg/>
  <dgm:whole/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A46271A-F0D3-4C6E-813D-938B30CCD188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F1348EAC-2950-4A8B-BFA8-5753288CE2AC}">
      <dgm:prSet/>
      <dgm:spPr/>
      <dgm:t>
        <a:bodyPr/>
        <a:lstStyle/>
        <a:p>
          <a:pPr rtl="0"/>
          <a:r>
            <a:rPr lang="fr-FR" dirty="0" smtClean="0"/>
            <a:t>Parmi les éléments sémiologiques suivants, lequel ou lesquels caractérise(nt) la bouffée délirante aiguë ? </a:t>
          </a:r>
          <a:endParaRPr lang="fr-FR" dirty="0"/>
        </a:p>
      </dgm:t>
    </dgm:pt>
    <dgm:pt modelId="{5A413914-FD9F-480C-B958-B4895DC4F341}" type="parTrans" cxnId="{40FC28D1-D220-4FF8-BDA7-955DA16ADF19}">
      <dgm:prSet/>
      <dgm:spPr/>
      <dgm:t>
        <a:bodyPr/>
        <a:lstStyle/>
        <a:p>
          <a:endParaRPr lang="fr-FR"/>
        </a:p>
      </dgm:t>
    </dgm:pt>
    <dgm:pt modelId="{E9454DCC-1445-40B8-A4A9-E1898C93DCB8}" type="sibTrans" cxnId="{40FC28D1-D220-4FF8-BDA7-955DA16ADF19}">
      <dgm:prSet/>
      <dgm:spPr/>
      <dgm:t>
        <a:bodyPr/>
        <a:lstStyle/>
        <a:p>
          <a:endParaRPr lang="fr-FR"/>
        </a:p>
      </dgm:t>
    </dgm:pt>
    <dgm:pt modelId="{8BF5E0F5-D1E0-4623-8E51-9EC91DD1C66B}">
      <dgm:prSet/>
      <dgm:spPr/>
      <dgm:t>
        <a:bodyPr/>
        <a:lstStyle/>
        <a:p>
          <a:pPr rtl="0"/>
          <a:r>
            <a:rPr lang="fr-FR" dirty="0" smtClean="0"/>
            <a:t>A/Syndrome de </a:t>
          </a:r>
          <a:r>
            <a:rPr lang="fr-FR" dirty="0" err="1" smtClean="0"/>
            <a:t>Cotard</a:t>
          </a:r>
          <a:endParaRPr lang="fr-FR" dirty="0"/>
        </a:p>
      </dgm:t>
    </dgm:pt>
    <dgm:pt modelId="{3EA45CF5-B5EC-4EBF-B456-030C8D64506F}" type="parTrans" cxnId="{403550D7-E40B-4191-B362-8F3A56878BF7}">
      <dgm:prSet/>
      <dgm:spPr/>
      <dgm:t>
        <a:bodyPr/>
        <a:lstStyle/>
        <a:p>
          <a:endParaRPr lang="fr-FR"/>
        </a:p>
      </dgm:t>
    </dgm:pt>
    <dgm:pt modelId="{B148B478-E5BD-40DF-9439-9F9374C95632}" type="sibTrans" cxnId="{403550D7-E40B-4191-B362-8F3A56878BF7}">
      <dgm:prSet/>
      <dgm:spPr/>
      <dgm:t>
        <a:bodyPr/>
        <a:lstStyle/>
        <a:p>
          <a:endParaRPr lang="fr-FR"/>
        </a:p>
      </dgm:t>
    </dgm:pt>
    <dgm:pt modelId="{B8C8446B-66F7-4F6C-AB3D-9BAEFA601304}">
      <dgm:prSet/>
      <dgm:spPr/>
      <dgm:t>
        <a:bodyPr/>
        <a:lstStyle/>
        <a:p>
          <a:pPr rtl="0"/>
          <a:r>
            <a:rPr lang="fr-FR" dirty="0" smtClean="0"/>
            <a:t>B/Délire polymorphe</a:t>
          </a:r>
          <a:endParaRPr lang="fr-FR" dirty="0"/>
        </a:p>
      </dgm:t>
    </dgm:pt>
    <dgm:pt modelId="{A37A6BE8-6C61-434E-922F-7BE861555CAA}" type="parTrans" cxnId="{89847708-D638-495A-A930-AA94C8373738}">
      <dgm:prSet/>
      <dgm:spPr/>
      <dgm:t>
        <a:bodyPr/>
        <a:lstStyle/>
        <a:p>
          <a:endParaRPr lang="fr-FR"/>
        </a:p>
      </dgm:t>
    </dgm:pt>
    <dgm:pt modelId="{252CA653-8359-4DFA-9135-D55071F372CF}" type="sibTrans" cxnId="{89847708-D638-495A-A930-AA94C8373738}">
      <dgm:prSet/>
      <dgm:spPr/>
      <dgm:t>
        <a:bodyPr/>
        <a:lstStyle/>
        <a:p>
          <a:endParaRPr lang="fr-FR"/>
        </a:p>
      </dgm:t>
    </dgm:pt>
    <dgm:pt modelId="{7B4EE67E-CE09-4B3B-9D12-AF27FC3BA9E6}">
      <dgm:prSet/>
      <dgm:spPr/>
      <dgm:t>
        <a:bodyPr/>
        <a:lstStyle/>
        <a:p>
          <a:pPr rtl="0"/>
          <a:r>
            <a:rPr lang="fr-FR" dirty="0" smtClean="0"/>
            <a:t>C/Apparition brutale des troubles</a:t>
          </a:r>
          <a:endParaRPr lang="fr-FR" dirty="0"/>
        </a:p>
      </dgm:t>
    </dgm:pt>
    <dgm:pt modelId="{0AC9F097-8561-4598-A251-B61E51DBBC00}" type="parTrans" cxnId="{0F11A877-8DC1-4235-A14E-C141CB636AFD}">
      <dgm:prSet/>
      <dgm:spPr/>
      <dgm:t>
        <a:bodyPr/>
        <a:lstStyle/>
        <a:p>
          <a:endParaRPr lang="fr-FR"/>
        </a:p>
      </dgm:t>
    </dgm:pt>
    <dgm:pt modelId="{BE596184-1D9B-4A9F-903A-80DEB70A48EE}" type="sibTrans" cxnId="{0F11A877-8DC1-4235-A14E-C141CB636AFD}">
      <dgm:prSet/>
      <dgm:spPr/>
      <dgm:t>
        <a:bodyPr/>
        <a:lstStyle/>
        <a:p>
          <a:endParaRPr lang="fr-FR"/>
        </a:p>
      </dgm:t>
    </dgm:pt>
    <dgm:pt modelId="{4D4F2E71-BB2C-471B-A41F-6F3E5A8C0F50}">
      <dgm:prSet/>
      <dgm:spPr/>
      <dgm:t>
        <a:bodyPr/>
        <a:lstStyle/>
        <a:p>
          <a:pPr rtl="0"/>
          <a:r>
            <a:rPr lang="fr-FR" dirty="0" smtClean="0"/>
            <a:t>D/Présence de confusion mentale</a:t>
          </a:r>
          <a:endParaRPr lang="fr-FR" dirty="0"/>
        </a:p>
      </dgm:t>
    </dgm:pt>
    <dgm:pt modelId="{4EB931D1-5833-413D-A96C-A4ABFB012126}" type="parTrans" cxnId="{BB595A36-1205-4768-B019-B8C8AF22B22A}">
      <dgm:prSet/>
      <dgm:spPr/>
      <dgm:t>
        <a:bodyPr/>
        <a:lstStyle/>
        <a:p>
          <a:endParaRPr lang="fr-FR"/>
        </a:p>
      </dgm:t>
    </dgm:pt>
    <dgm:pt modelId="{2EA41EAD-2D89-459D-A761-94DE6FE9726F}" type="sibTrans" cxnId="{BB595A36-1205-4768-B019-B8C8AF22B22A}">
      <dgm:prSet/>
      <dgm:spPr/>
      <dgm:t>
        <a:bodyPr/>
        <a:lstStyle/>
        <a:p>
          <a:endParaRPr lang="fr-FR"/>
        </a:p>
      </dgm:t>
    </dgm:pt>
    <dgm:pt modelId="{65275DD9-4CD4-4E40-A2A3-9E0231895B82}">
      <dgm:prSet/>
      <dgm:spPr/>
      <dgm:t>
        <a:bodyPr/>
        <a:lstStyle/>
        <a:p>
          <a:pPr rtl="0"/>
          <a:r>
            <a:rPr lang="fr-FR" dirty="0" smtClean="0"/>
            <a:t>E/Labilité thymique</a:t>
          </a:r>
          <a:endParaRPr lang="fr-FR" dirty="0"/>
        </a:p>
      </dgm:t>
    </dgm:pt>
    <dgm:pt modelId="{586D2C12-6BDD-4589-8282-35E639DA2955}" type="parTrans" cxnId="{FFA45084-52C0-4248-B9CB-1113B11737D1}">
      <dgm:prSet/>
      <dgm:spPr/>
      <dgm:t>
        <a:bodyPr/>
        <a:lstStyle/>
        <a:p>
          <a:endParaRPr lang="fr-FR"/>
        </a:p>
      </dgm:t>
    </dgm:pt>
    <dgm:pt modelId="{7D39DC24-2E13-4891-9760-C89C62A55D86}" type="sibTrans" cxnId="{FFA45084-52C0-4248-B9CB-1113B11737D1}">
      <dgm:prSet/>
      <dgm:spPr/>
      <dgm:t>
        <a:bodyPr/>
        <a:lstStyle/>
        <a:p>
          <a:endParaRPr lang="fr-FR"/>
        </a:p>
      </dgm:t>
    </dgm:pt>
    <dgm:pt modelId="{2B2B1E54-349C-4A7B-AFC2-33285A1F4A3C}">
      <dgm:prSet/>
      <dgm:spPr/>
      <dgm:t>
        <a:bodyPr/>
        <a:lstStyle/>
        <a:p>
          <a:pPr rtl="0"/>
          <a:r>
            <a:rPr lang="fr-FR" dirty="0" smtClean="0"/>
            <a:t>B C E </a:t>
          </a:r>
          <a:endParaRPr lang="fr-FR" dirty="0"/>
        </a:p>
      </dgm:t>
    </dgm:pt>
    <dgm:pt modelId="{E476967C-A8ED-458E-8565-B2081483938B}" type="parTrans" cxnId="{9B5A8B46-DC45-433C-9C1F-BA7C31326850}">
      <dgm:prSet/>
      <dgm:spPr/>
      <dgm:t>
        <a:bodyPr/>
        <a:lstStyle/>
        <a:p>
          <a:endParaRPr lang="fr-FR"/>
        </a:p>
      </dgm:t>
    </dgm:pt>
    <dgm:pt modelId="{C0CBCC16-D658-4F40-8254-564DB2BF77F8}" type="sibTrans" cxnId="{9B5A8B46-DC45-433C-9C1F-BA7C31326850}">
      <dgm:prSet/>
      <dgm:spPr/>
      <dgm:t>
        <a:bodyPr/>
        <a:lstStyle/>
        <a:p>
          <a:endParaRPr lang="fr-FR"/>
        </a:p>
      </dgm:t>
    </dgm:pt>
    <dgm:pt modelId="{D426968A-257A-4661-853E-6D07FD1ACFF1}">
      <dgm:prSet/>
      <dgm:spPr/>
      <dgm:t>
        <a:bodyPr/>
        <a:lstStyle/>
        <a:p>
          <a:pPr rtl="0"/>
          <a:r>
            <a:rPr lang="fr-FR" dirty="0" smtClean="0"/>
            <a:t>A: </a:t>
          </a:r>
          <a:r>
            <a:rPr lang="fr-FR" dirty="0" err="1" smtClean="0"/>
            <a:t>méloncolie</a:t>
          </a:r>
          <a:r>
            <a:rPr lang="fr-FR" dirty="0" smtClean="0"/>
            <a:t> </a:t>
          </a:r>
          <a:endParaRPr lang="fr-FR" dirty="0"/>
        </a:p>
      </dgm:t>
    </dgm:pt>
    <dgm:pt modelId="{13A54ED8-16BC-4792-B8E0-22D6EE1D6C68}" type="parTrans" cxnId="{D7B7074C-7D29-47D6-AD8E-827B08924014}">
      <dgm:prSet/>
      <dgm:spPr/>
      <dgm:t>
        <a:bodyPr/>
        <a:lstStyle/>
        <a:p>
          <a:endParaRPr lang="fr-FR"/>
        </a:p>
      </dgm:t>
    </dgm:pt>
    <dgm:pt modelId="{5D74937B-4A9C-41DB-8C65-C2F3953B0BE8}" type="sibTrans" cxnId="{D7B7074C-7D29-47D6-AD8E-827B08924014}">
      <dgm:prSet/>
      <dgm:spPr/>
      <dgm:t>
        <a:bodyPr/>
        <a:lstStyle/>
        <a:p>
          <a:endParaRPr lang="fr-FR"/>
        </a:p>
      </dgm:t>
    </dgm:pt>
    <dgm:pt modelId="{622C4F58-5D8F-4A6F-A3F0-0C405B011596}" type="pres">
      <dgm:prSet presAssocID="{0A46271A-F0D3-4C6E-813D-938B30CCD1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19807D4-4A16-4C14-8650-86A9259D8010}" type="pres">
      <dgm:prSet presAssocID="{F1348EAC-2950-4A8B-BFA8-5753288CE2AC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EF70E4D-088B-4597-9021-D4D45F4439B3}" type="pres">
      <dgm:prSet presAssocID="{E9454DCC-1445-40B8-A4A9-E1898C93DCB8}" presName="spacer" presStyleCnt="0"/>
      <dgm:spPr/>
    </dgm:pt>
    <dgm:pt modelId="{2FF39622-3249-4339-A990-6389AECAD90D}" type="pres">
      <dgm:prSet presAssocID="{8BF5E0F5-D1E0-4623-8E51-9EC91DD1C66B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2CA8A-C19B-4AEE-80EF-471507CD50A9}" type="pres">
      <dgm:prSet presAssocID="{B148B478-E5BD-40DF-9439-9F9374C95632}" presName="spacer" presStyleCnt="0"/>
      <dgm:spPr/>
    </dgm:pt>
    <dgm:pt modelId="{3AE2FBA5-6CC8-498D-B816-DBCAD6951C26}" type="pres">
      <dgm:prSet presAssocID="{B8C8446B-66F7-4F6C-AB3D-9BAEFA601304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A376EBC-0BDD-494F-9240-7B16C7FE2389}" type="pres">
      <dgm:prSet presAssocID="{252CA653-8359-4DFA-9135-D55071F372CF}" presName="spacer" presStyleCnt="0"/>
      <dgm:spPr/>
    </dgm:pt>
    <dgm:pt modelId="{4ED4FC48-1587-4B0C-BD89-6FB32E2A85A0}" type="pres">
      <dgm:prSet presAssocID="{7B4EE67E-CE09-4B3B-9D12-AF27FC3BA9E6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D026B02-7F39-46E4-8614-8CCE055AFFDA}" type="pres">
      <dgm:prSet presAssocID="{BE596184-1D9B-4A9F-903A-80DEB70A48EE}" presName="spacer" presStyleCnt="0"/>
      <dgm:spPr/>
    </dgm:pt>
    <dgm:pt modelId="{AA4E50A8-F8DD-4822-971B-C96399463D7D}" type="pres">
      <dgm:prSet presAssocID="{4D4F2E71-BB2C-471B-A41F-6F3E5A8C0F50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1E2611-531D-4CEC-A470-D12C05770A37}" type="pres">
      <dgm:prSet presAssocID="{2EA41EAD-2D89-459D-A761-94DE6FE9726F}" presName="spacer" presStyleCnt="0"/>
      <dgm:spPr/>
    </dgm:pt>
    <dgm:pt modelId="{12124227-2B27-4906-99EA-0508155B8AD1}" type="pres">
      <dgm:prSet presAssocID="{65275DD9-4CD4-4E40-A2A3-9E0231895B82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E807AA8-6669-495A-A92A-DD2E628DA9A1}" type="pres">
      <dgm:prSet presAssocID="{7D39DC24-2E13-4891-9760-C89C62A55D86}" presName="spacer" presStyleCnt="0"/>
      <dgm:spPr/>
    </dgm:pt>
    <dgm:pt modelId="{8C5605D6-B3A2-4CF3-B5D1-639A926C189A}" type="pres">
      <dgm:prSet presAssocID="{2B2B1E54-349C-4A7B-AFC2-33285A1F4A3C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C119E9A-E3BE-48EF-87F8-3420F47BD5E0}" type="pres">
      <dgm:prSet presAssocID="{C0CBCC16-D658-4F40-8254-564DB2BF77F8}" presName="spacer" presStyleCnt="0"/>
      <dgm:spPr/>
    </dgm:pt>
    <dgm:pt modelId="{7D59914B-DDE3-4517-8766-603D47013BC5}" type="pres">
      <dgm:prSet presAssocID="{D426968A-257A-4661-853E-6D07FD1ACFF1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03550D7-E40B-4191-B362-8F3A56878BF7}" srcId="{0A46271A-F0D3-4C6E-813D-938B30CCD188}" destId="{8BF5E0F5-D1E0-4623-8E51-9EC91DD1C66B}" srcOrd="1" destOrd="0" parTransId="{3EA45CF5-B5EC-4EBF-B456-030C8D64506F}" sibTransId="{B148B478-E5BD-40DF-9439-9F9374C95632}"/>
    <dgm:cxn modelId="{E24BB87C-057F-4E68-878B-3DC1AC92D46D}" type="presOf" srcId="{0A46271A-F0D3-4C6E-813D-938B30CCD188}" destId="{622C4F58-5D8F-4A6F-A3F0-0C405B011596}" srcOrd="0" destOrd="0" presId="urn:microsoft.com/office/officeart/2005/8/layout/vList2"/>
    <dgm:cxn modelId="{3107247D-EBB6-47A9-95E5-29CBF4D1DE44}" type="presOf" srcId="{65275DD9-4CD4-4E40-A2A3-9E0231895B82}" destId="{12124227-2B27-4906-99EA-0508155B8AD1}" srcOrd="0" destOrd="0" presId="urn:microsoft.com/office/officeart/2005/8/layout/vList2"/>
    <dgm:cxn modelId="{B0A6C112-1A79-4EBC-AA23-BD6A556FF5D0}" type="presOf" srcId="{8BF5E0F5-D1E0-4623-8E51-9EC91DD1C66B}" destId="{2FF39622-3249-4339-A990-6389AECAD90D}" srcOrd="0" destOrd="0" presId="urn:microsoft.com/office/officeart/2005/8/layout/vList2"/>
    <dgm:cxn modelId="{06202F0A-3FF8-4AE3-A8FC-1B25F3004BAE}" type="presOf" srcId="{D426968A-257A-4661-853E-6D07FD1ACFF1}" destId="{7D59914B-DDE3-4517-8766-603D47013BC5}" srcOrd="0" destOrd="0" presId="urn:microsoft.com/office/officeart/2005/8/layout/vList2"/>
    <dgm:cxn modelId="{0F11A877-8DC1-4235-A14E-C141CB636AFD}" srcId="{0A46271A-F0D3-4C6E-813D-938B30CCD188}" destId="{7B4EE67E-CE09-4B3B-9D12-AF27FC3BA9E6}" srcOrd="3" destOrd="0" parTransId="{0AC9F097-8561-4598-A251-B61E51DBBC00}" sibTransId="{BE596184-1D9B-4A9F-903A-80DEB70A48EE}"/>
    <dgm:cxn modelId="{FFA45084-52C0-4248-B9CB-1113B11737D1}" srcId="{0A46271A-F0D3-4C6E-813D-938B30CCD188}" destId="{65275DD9-4CD4-4E40-A2A3-9E0231895B82}" srcOrd="5" destOrd="0" parTransId="{586D2C12-6BDD-4589-8282-35E639DA2955}" sibTransId="{7D39DC24-2E13-4891-9760-C89C62A55D86}"/>
    <dgm:cxn modelId="{E8B3422B-E8B7-4EE0-B026-0575E9A6575F}" type="presOf" srcId="{F1348EAC-2950-4A8B-BFA8-5753288CE2AC}" destId="{619807D4-4A16-4C14-8650-86A9259D8010}" srcOrd="0" destOrd="0" presId="urn:microsoft.com/office/officeart/2005/8/layout/vList2"/>
    <dgm:cxn modelId="{BB595A36-1205-4768-B019-B8C8AF22B22A}" srcId="{0A46271A-F0D3-4C6E-813D-938B30CCD188}" destId="{4D4F2E71-BB2C-471B-A41F-6F3E5A8C0F50}" srcOrd="4" destOrd="0" parTransId="{4EB931D1-5833-413D-A96C-A4ABFB012126}" sibTransId="{2EA41EAD-2D89-459D-A761-94DE6FE9726F}"/>
    <dgm:cxn modelId="{D54C06B5-5A45-4DFA-95A9-7668AA80A525}" type="presOf" srcId="{2B2B1E54-349C-4A7B-AFC2-33285A1F4A3C}" destId="{8C5605D6-B3A2-4CF3-B5D1-639A926C189A}" srcOrd="0" destOrd="0" presId="urn:microsoft.com/office/officeart/2005/8/layout/vList2"/>
    <dgm:cxn modelId="{40FC28D1-D220-4FF8-BDA7-955DA16ADF19}" srcId="{0A46271A-F0D3-4C6E-813D-938B30CCD188}" destId="{F1348EAC-2950-4A8B-BFA8-5753288CE2AC}" srcOrd="0" destOrd="0" parTransId="{5A413914-FD9F-480C-B958-B4895DC4F341}" sibTransId="{E9454DCC-1445-40B8-A4A9-E1898C93DCB8}"/>
    <dgm:cxn modelId="{1A5C46F3-84DE-47D2-982F-6DC4B88463D2}" type="presOf" srcId="{B8C8446B-66F7-4F6C-AB3D-9BAEFA601304}" destId="{3AE2FBA5-6CC8-498D-B816-DBCAD6951C26}" srcOrd="0" destOrd="0" presId="urn:microsoft.com/office/officeart/2005/8/layout/vList2"/>
    <dgm:cxn modelId="{F5E75C7F-363D-418A-B9AD-116616CDACB2}" type="presOf" srcId="{7B4EE67E-CE09-4B3B-9D12-AF27FC3BA9E6}" destId="{4ED4FC48-1587-4B0C-BD89-6FB32E2A85A0}" srcOrd="0" destOrd="0" presId="urn:microsoft.com/office/officeart/2005/8/layout/vList2"/>
    <dgm:cxn modelId="{9B5A8B46-DC45-433C-9C1F-BA7C31326850}" srcId="{0A46271A-F0D3-4C6E-813D-938B30CCD188}" destId="{2B2B1E54-349C-4A7B-AFC2-33285A1F4A3C}" srcOrd="6" destOrd="0" parTransId="{E476967C-A8ED-458E-8565-B2081483938B}" sibTransId="{C0CBCC16-D658-4F40-8254-564DB2BF77F8}"/>
    <dgm:cxn modelId="{89847708-D638-495A-A930-AA94C8373738}" srcId="{0A46271A-F0D3-4C6E-813D-938B30CCD188}" destId="{B8C8446B-66F7-4F6C-AB3D-9BAEFA601304}" srcOrd="2" destOrd="0" parTransId="{A37A6BE8-6C61-434E-922F-7BE861555CAA}" sibTransId="{252CA653-8359-4DFA-9135-D55071F372CF}"/>
    <dgm:cxn modelId="{D7B7074C-7D29-47D6-AD8E-827B08924014}" srcId="{0A46271A-F0D3-4C6E-813D-938B30CCD188}" destId="{D426968A-257A-4661-853E-6D07FD1ACFF1}" srcOrd="7" destOrd="0" parTransId="{13A54ED8-16BC-4792-B8E0-22D6EE1D6C68}" sibTransId="{5D74937B-4A9C-41DB-8C65-C2F3953B0BE8}"/>
    <dgm:cxn modelId="{3DBF331D-1E98-4CB0-9273-667A43BE0559}" type="presOf" srcId="{4D4F2E71-BB2C-471B-A41F-6F3E5A8C0F50}" destId="{AA4E50A8-F8DD-4822-971B-C96399463D7D}" srcOrd="0" destOrd="0" presId="urn:microsoft.com/office/officeart/2005/8/layout/vList2"/>
    <dgm:cxn modelId="{1DA85C04-8279-4B48-8154-60531C73C5CB}" type="presParOf" srcId="{622C4F58-5D8F-4A6F-A3F0-0C405B011596}" destId="{619807D4-4A16-4C14-8650-86A9259D8010}" srcOrd="0" destOrd="0" presId="urn:microsoft.com/office/officeart/2005/8/layout/vList2"/>
    <dgm:cxn modelId="{70DB026A-3780-4DC2-94F9-29F232CDB894}" type="presParOf" srcId="{622C4F58-5D8F-4A6F-A3F0-0C405B011596}" destId="{AEF70E4D-088B-4597-9021-D4D45F4439B3}" srcOrd="1" destOrd="0" presId="urn:microsoft.com/office/officeart/2005/8/layout/vList2"/>
    <dgm:cxn modelId="{50C4E9DB-318F-4F90-A9E4-D859BA33E702}" type="presParOf" srcId="{622C4F58-5D8F-4A6F-A3F0-0C405B011596}" destId="{2FF39622-3249-4339-A990-6389AECAD90D}" srcOrd="2" destOrd="0" presId="urn:microsoft.com/office/officeart/2005/8/layout/vList2"/>
    <dgm:cxn modelId="{4E4BE804-DC91-46BB-8945-76BA4CB89665}" type="presParOf" srcId="{622C4F58-5D8F-4A6F-A3F0-0C405B011596}" destId="{B812CA8A-C19B-4AEE-80EF-471507CD50A9}" srcOrd="3" destOrd="0" presId="urn:microsoft.com/office/officeart/2005/8/layout/vList2"/>
    <dgm:cxn modelId="{AA5B1EA2-57F4-4FEA-A763-1377FC8333ED}" type="presParOf" srcId="{622C4F58-5D8F-4A6F-A3F0-0C405B011596}" destId="{3AE2FBA5-6CC8-498D-B816-DBCAD6951C26}" srcOrd="4" destOrd="0" presId="urn:microsoft.com/office/officeart/2005/8/layout/vList2"/>
    <dgm:cxn modelId="{F44CCE51-7B94-491D-B0C9-FE1375089452}" type="presParOf" srcId="{622C4F58-5D8F-4A6F-A3F0-0C405B011596}" destId="{AA376EBC-0BDD-494F-9240-7B16C7FE2389}" srcOrd="5" destOrd="0" presId="urn:microsoft.com/office/officeart/2005/8/layout/vList2"/>
    <dgm:cxn modelId="{B60DEF55-4389-4AFE-A302-E3CA042FFE03}" type="presParOf" srcId="{622C4F58-5D8F-4A6F-A3F0-0C405B011596}" destId="{4ED4FC48-1587-4B0C-BD89-6FB32E2A85A0}" srcOrd="6" destOrd="0" presId="urn:microsoft.com/office/officeart/2005/8/layout/vList2"/>
    <dgm:cxn modelId="{7329049F-3343-4909-9F25-CC1E442694C5}" type="presParOf" srcId="{622C4F58-5D8F-4A6F-A3F0-0C405B011596}" destId="{4D026B02-7F39-46E4-8614-8CCE055AFFDA}" srcOrd="7" destOrd="0" presId="urn:microsoft.com/office/officeart/2005/8/layout/vList2"/>
    <dgm:cxn modelId="{DB66E06B-D9F1-4760-9A3E-1D1918F09379}" type="presParOf" srcId="{622C4F58-5D8F-4A6F-A3F0-0C405B011596}" destId="{AA4E50A8-F8DD-4822-971B-C96399463D7D}" srcOrd="8" destOrd="0" presId="urn:microsoft.com/office/officeart/2005/8/layout/vList2"/>
    <dgm:cxn modelId="{CDAA2D4D-0B48-461D-A848-474329301C78}" type="presParOf" srcId="{622C4F58-5D8F-4A6F-A3F0-0C405B011596}" destId="{9C1E2611-531D-4CEC-A470-D12C05770A37}" srcOrd="9" destOrd="0" presId="urn:microsoft.com/office/officeart/2005/8/layout/vList2"/>
    <dgm:cxn modelId="{A750B247-5D84-466B-89B1-871FE36E819C}" type="presParOf" srcId="{622C4F58-5D8F-4A6F-A3F0-0C405B011596}" destId="{12124227-2B27-4906-99EA-0508155B8AD1}" srcOrd="10" destOrd="0" presId="urn:microsoft.com/office/officeart/2005/8/layout/vList2"/>
    <dgm:cxn modelId="{BB3A0577-2035-461E-A098-21EA1004626A}" type="presParOf" srcId="{622C4F58-5D8F-4A6F-A3F0-0C405B011596}" destId="{DE807AA8-6669-495A-A92A-DD2E628DA9A1}" srcOrd="11" destOrd="0" presId="urn:microsoft.com/office/officeart/2005/8/layout/vList2"/>
    <dgm:cxn modelId="{999E4D56-1633-40FF-8FCA-A94B2DADAA20}" type="presParOf" srcId="{622C4F58-5D8F-4A6F-A3F0-0C405B011596}" destId="{8C5605D6-B3A2-4CF3-B5D1-639A926C189A}" srcOrd="12" destOrd="0" presId="urn:microsoft.com/office/officeart/2005/8/layout/vList2"/>
    <dgm:cxn modelId="{2BAB28B4-51DD-4DFA-8E47-00B2D2076A8C}" type="presParOf" srcId="{622C4F58-5D8F-4A6F-A3F0-0C405B011596}" destId="{3C119E9A-E3BE-48EF-87F8-3420F47BD5E0}" srcOrd="13" destOrd="0" presId="urn:microsoft.com/office/officeart/2005/8/layout/vList2"/>
    <dgm:cxn modelId="{454BB772-6F16-47FE-9772-66C09C146E28}" type="presParOf" srcId="{622C4F58-5D8F-4A6F-A3F0-0C405B011596}" destId="{7D59914B-DDE3-4517-8766-603D47013BC5}" srcOrd="14" destOrd="0" presId="urn:microsoft.com/office/officeart/2005/8/layout/vList2"/>
  </dgm:cxnLst>
  <dgm:bg/>
  <dgm:whole/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7ACFF53-CB56-4D70-9862-D0E4B5DE51F2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11792FFC-0659-458D-89B8-93EECE731B4F}">
      <dgm:prSet/>
      <dgm:spPr/>
      <dgm:t>
        <a:bodyPr/>
        <a:lstStyle/>
        <a:p>
          <a:pPr rtl="0"/>
          <a:r>
            <a:rPr lang="fr-FR" dirty="0" smtClean="0"/>
            <a:t>Les bouffées délirantes présentent comme caractéristique(s) : </a:t>
          </a:r>
          <a:endParaRPr lang="fr-FR" dirty="0"/>
        </a:p>
      </dgm:t>
    </dgm:pt>
    <dgm:pt modelId="{70780918-DCFE-4CD8-A7BB-5E7767CFEF6C}" type="parTrans" cxnId="{780DFFD4-E883-4A0D-B9C2-85CCE3C2FA92}">
      <dgm:prSet/>
      <dgm:spPr/>
      <dgm:t>
        <a:bodyPr/>
        <a:lstStyle/>
        <a:p>
          <a:endParaRPr lang="fr-FR"/>
        </a:p>
      </dgm:t>
    </dgm:pt>
    <dgm:pt modelId="{779C8298-39CB-4E8B-8E48-02C9AA8335CD}" type="sibTrans" cxnId="{780DFFD4-E883-4A0D-B9C2-85CCE3C2FA92}">
      <dgm:prSet/>
      <dgm:spPr/>
      <dgm:t>
        <a:bodyPr/>
        <a:lstStyle/>
        <a:p>
          <a:endParaRPr lang="fr-FR"/>
        </a:p>
      </dgm:t>
    </dgm:pt>
    <dgm:pt modelId="{D3F3155D-5A50-4E3A-907A-3AE9EA55841D}">
      <dgm:prSet/>
      <dgm:spPr/>
      <dgm:t>
        <a:bodyPr/>
        <a:lstStyle/>
        <a:p>
          <a:pPr rtl="0"/>
          <a:r>
            <a:rPr lang="fr-FR" dirty="0" smtClean="0"/>
            <a:t>A/De revêtir une évolution chronique </a:t>
          </a:r>
          <a:endParaRPr lang="fr-FR" dirty="0"/>
        </a:p>
      </dgm:t>
    </dgm:pt>
    <dgm:pt modelId="{F391E395-0BC2-41A0-9F1D-3146D8ED7500}" type="parTrans" cxnId="{3436FE0D-D00E-4241-B745-B27EFCE2A316}">
      <dgm:prSet/>
      <dgm:spPr/>
      <dgm:t>
        <a:bodyPr/>
        <a:lstStyle/>
        <a:p>
          <a:endParaRPr lang="fr-FR"/>
        </a:p>
      </dgm:t>
    </dgm:pt>
    <dgm:pt modelId="{9BAC0BEF-C640-4FB7-8BDA-3BE1804EF00B}" type="sibTrans" cxnId="{3436FE0D-D00E-4241-B745-B27EFCE2A316}">
      <dgm:prSet/>
      <dgm:spPr/>
      <dgm:t>
        <a:bodyPr/>
        <a:lstStyle/>
        <a:p>
          <a:endParaRPr lang="fr-FR"/>
        </a:p>
      </dgm:t>
    </dgm:pt>
    <dgm:pt modelId="{6307C6F7-FE63-4904-B791-DAEBF3C9F96E}">
      <dgm:prSet/>
      <dgm:spPr/>
      <dgm:t>
        <a:bodyPr/>
        <a:lstStyle/>
        <a:p>
          <a:pPr rtl="0"/>
          <a:r>
            <a:rPr lang="fr-FR" dirty="0" smtClean="0"/>
            <a:t>B/D'être systématisées </a:t>
          </a:r>
          <a:endParaRPr lang="fr-FR" dirty="0"/>
        </a:p>
      </dgm:t>
    </dgm:pt>
    <dgm:pt modelId="{EA6B5EC0-7624-4F41-B713-20654EB5A0D3}" type="parTrans" cxnId="{246C8211-7CAD-4803-9ECC-F220939429B2}">
      <dgm:prSet/>
      <dgm:spPr/>
      <dgm:t>
        <a:bodyPr/>
        <a:lstStyle/>
        <a:p>
          <a:endParaRPr lang="fr-FR"/>
        </a:p>
      </dgm:t>
    </dgm:pt>
    <dgm:pt modelId="{BFF03085-5E8E-4CE1-ADED-6093CF4E41E6}" type="sibTrans" cxnId="{246C8211-7CAD-4803-9ECC-F220939429B2}">
      <dgm:prSet/>
      <dgm:spPr/>
      <dgm:t>
        <a:bodyPr/>
        <a:lstStyle/>
        <a:p>
          <a:endParaRPr lang="fr-FR"/>
        </a:p>
      </dgm:t>
    </dgm:pt>
    <dgm:pt modelId="{408899A2-3C78-4A95-9598-2E4CB882D809}">
      <dgm:prSet/>
      <dgm:spPr/>
      <dgm:t>
        <a:bodyPr/>
        <a:lstStyle/>
        <a:p>
          <a:pPr rtl="0"/>
          <a:r>
            <a:rPr lang="fr-FR" dirty="0" smtClean="0"/>
            <a:t>C/L'absence de troubles thymiques </a:t>
          </a:r>
          <a:endParaRPr lang="fr-FR" dirty="0"/>
        </a:p>
      </dgm:t>
    </dgm:pt>
    <dgm:pt modelId="{F9EDBF16-085D-45B0-88A6-0D1FF7D63FBA}" type="parTrans" cxnId="{045D9C9A-2CB4-4787-B7FB-2E2E94270887}">
      <dgm:prSet/>
      <dgm:spPr/>
      <dgm:t>
        <a:bodyPr/>
        <a:lstStyle/>
        <a:p>
          <a:endParaRPr lang="fr-FR"/>
        </a:p>
      </dgm:t>
    </dgm:pt>
    <dgm:pt modelId="{2DA30098-7C7F-45B5-A762-79714F8EF1DE}" type="sibTrans" cxnId="{045D9C9A-2CB4-4787-B7FB-2E2E94270887}">
      <dgm:prSet/>
      <dgm:spPr/>
      <dgm:t>
        <a:bodyPr/>
        <a:lstStyle/>
        <a:p>
          <a:endParaRPr lang="fr-FR"/>
        </a:p>
      </dgm:t>
    </dgm:pt>
    <dgm:pt modelId="{66E5E14A-2FBE-4FA1-B0C5-5EF755977DD7}">
      <dgm:prSet/>
      <dgm:spPr/>
      <dgm:t>
        <a:bodyPr/>
        <a:lstStyle/>
        <a:p>
          <a:pPr rtl="0"/>
          <a:r>
            <a:rPr lang="fr-FR" dirty="0" smtClean="0"/>
            <a:t>D/De survenir surtout au cours des démences séniles </a:t>
          </a:r>
          <a:endParaRPr lang="fr-FR" dirty="0"/>
        </a:p>
      </dgm:t>
    </dgm:pt>
    <dgm:pt modelId="{E6D4C80B-21AF-410B-9E7A-D9B89207F274}" type="parTrans" cxnId="{C87E1ED7-0EEE-4CCB-A234-4D9EC56DD854}">
      <dgm:prSet/>
      <dgm:spPr/>
      <dgm:t>
        <a:bodyPr/>
        <a:lstStyle/>
        <a:p>
          <a:endParaRPr lang="fr-FR"/>
        </a:p>
      </dgm:t>
    </dgm:pt>
    <dgm:pt modelId="{DC437071-7E4A-46EE-8B06-FF8EA84AA7C7}" type="sibTrans" cxnId="{C87E1ED7-0EEE-4CCB-A234-4D9EC56DD854}">
      <dgm:prSet/>
      <dgm:spPr/>
      <dgm:t>
        <a:bodyPr/>
        <a:lstStyle/>
        <a:p>
          <a:endParaRPr lang="fr-FR"/>
        </a:p>
      </dgm:t>
    </dgm:pt>
    <dgm:pt modelId="{4ED8E2B0-9527-4F41-BF5C-53630CB8F1A3}">
      <dgm:prSet/>
      <dgm:spPr/>
      <dgm:t>
        <a:bodyPr/>
        <a:lstStyle/>
        <a:p>
          <a:pPr rtl="0"/>
          <a:r>
            <a:rPr lang="fr-FR" dirty="0" smtClean="0"/>
            <a:t>E/D'être exposées aux récidives</a:t>
          </a:r>
          <a:endParaRPr lang="fr-FR" dirty="0"/>
        </a:p>
      </dgm:t>
    </dgm:pt>
    <dgm:pt modelId="{6501AFF6-C992-422B-B84E-1CB785D640BF}" type="parTrans" cxnId="{FCD2471E-19C1-49EF-A515-0C9E05CE0088}">
      <dgm:prSet/>
      <dgm:spPr/>
      <dgm:t>
        <a:bodyPr/>
        <a:lstStyle/>
        <a:p>
          <a:endParaRPr lang="fr-FR"/>
        </a:p>
      </dgm:t>
    </dgm:pt>
    <dgm:pt modelId="{805F6956-01CE-473C-9544-290BC08C8677}" type="sibTrans" cxnId="{FCD2471E-19C1-49EF-A515-0C9E05CE0088}">
      <dgm:prSet/>
      <dgm:spPr/>
      <dgm:t>
        <a:bodyPr/>
        <a:lstStyle/>
        <a:p>
          <a:endParaRPr lang="fr-FR"/>
        </a:p>
      </dgm:t>
    </dgm:pt>
    <dgm:pt modelId="{A9A174E3-7B9F-4A11-8C23-FE84AF718C62}">
      <dgm:prSet/>
      <dgm:spPr/>
      <dgm:t>
        <a:bodyPr/>
        <a:lstStyle/>
        <a:p>
          <a:pPr rtl="0"/>
          <a:r>
            <a:rPr lang="fr-FR" dirty="0" smtClean="0"/>
            <a:t>REP E</a:t>
          </a:r>
          <a:endParaRPr lang="fr-FR" dirty="0"/>
        </a:p>
      </dgm:t>
    </dgm:pt>
    <dgm:pt modelId="{83E9F937-5AB8-4C78-B7C5-CE0B2A31B521}" type="parTrans" cxnId="{3532D0DA-93CF-4D71-90EC-0AE273318107}">
      <dgm:prSet/>
      <dgm:spPr/>
      <dgm:t>
        <a:bodyPr/>
        <a:lstStyle/>
        <a:p>
          <a:endParaRPr lang="fr-FR"/>
        </a:p>
      </dgm:t>
    </dgm:pt>
    <dgm:pt modelId="{AF8D0BF6-2EBE-44D2-8335-D52D662554B6}" type="sibTrans" cxnId="{3532D0DA-93CF-4D71-90EC-0AE273318107}">
      <dgm:prSet/>
      <dgm:spPr/>
      <dgm:t>
        <a:bodyPr/>
        <a:lstStyle/>
        <a:p>
          <a:endParaRPr lang="fr-FR"/>
        </a:p>
      </dgm:t>
    </dgm:pt>
    <dgm:pt modelId="{53379352-980A-450C-903A-5850C024A470}">
      <dgm:prSet/>
      <dgm:spPr/>
      <dgm:t>
        <a:bodyPr/>
        <a:lstStyle/>
        <a:p>
          <a:pPr rtl="0"/>
          <a:r>
            <a:rPr lang="fr-FR" dirty="0" smtClean="0"/>
            <a:t>Généralement évolue vers la guérison avec un risque de rechute  </a:t>
          </a:r>
          <a:endParaRPr lang="fr-FR" dirty="0"/>
        </a:p>
      </dgm:t>
    </dgm:pt>
    <dgm:pt modelId="{912AF723-BF6A-46E0-A307-C69A1C33F96F}" type="parTrans" cxnId="{8D08AE97-D32B-47D1-87CC-DDE896BBFAC5}">
      <dgm:prSet/>
      <dgm:spPr/>
      <dgm:t>
        <a:bodyPr/>
        <a:lstStyle/>
        <a:p>
          <a:endParaRPr lang="fr-FR"/>
        </a:p>
      </dgm:t>
    </dgm:pt>
    <dgm:pt modelId="{991809D8-751F-4843-9E33-EE9F969CAA8E}" type="sibTrans" cxnId="{8D08AE97-D32B-47D1-87CC-DDE896BBFAC5}">
      <dgm:prSet/>
      <dgm:spPr/>
      <dgm:t>
        <a:bodyPr/>
        <a:lstStyle/>
        <a:p>
          <a:endParaRPr lang="fr-FR"/>
        </a:p>
      </dgm:t>
    </dgm:pt>
    <dgm:pt modelId="{5442BA8A-6F40-48C6-B01C-02EBD8E173BF}" type="pres">
      <dgm:prSet presAssocID="{97ACFF53-CB56-4D70-9862-D0E4B5DE51F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78887B7-027E-45B1-813B-D0A00996BE90}" type="pres">
      <dgm:prSet presAssocID="{11792FFC-0659-458D-89B8-93EECE731B4F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EDB327-63BC-478A-9325-4ECA0B3D4A79}" type="pres">
      <dgm:prSet presAssocID="{779C8298-39CB-4E8B-8E48-02C9AA8335CD}" presName="spacer" presStyleCnt="0"/>
      <dgm:spPr/>
    </dgm:pt>
    <dgm:pt modelId="{FD05827D-580F-4A30-AB60-9D5721628017}" type="pres">
      <dgm:prSet presAssocID="{D3F3155D-5A50-4E3A-907A-3AE9EA55841D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2759EDA-9C5A-4756-98FE-F3E659E19B22}" type="pres">
      <dgm:prSet presAssocID="{9BAC0BEF-C640-4FB7-8BDA-3BE1804EF00B}" presName="spacer" presStyleCnt="0"/>
      <dgm:spPr/>
    </dgm:pt>
    <dgm:pt modelId="{B7CB911A-9362-4A2E-B5BB-D29AE3819401}" type="pres">
      <dgm:prSet presAssocID="{6307C6F7-FE63-4904-B791-DAEBF3C9F96E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0D173C1-8B0F-40D1-AE90-EB5851734A04}" type="pres">
      <dgm:prSet presAssocID="{BFF03085-5E8E-4CE1-ADED-6093CF4E41E6}" presName="spacer" presStyleCnt="0"/>
      <dgm:spPr/>
    </dgm:pt>
    <dgm:pt modelId="{FB35379F-955D-422F-8C88-0D6991CD01C8}" type="pres">
      <dgm:prSet presAssocID="{408899A2-3C78-4A95-9598-2E4CB882D809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C5179F-9B1F-4B6E-A014-05FA74A3E517}" type="pres">
      <dgm:prSet presAssocID="{2DA30098-7C7F-45B5-A762-79714F8EF1DE}" presName="spacer" presStyleCnt="0"/>
      <dgm:spPr/>
    </dgm:pt>
    <dgm:pt modelId="{1D67F5B4-32EF-4634-B88E-5639B45C7D8C}" type="pres">
      <dgm:prSet presAssocID="{66E5E14A-2FBE-4FA1-B0C5-5EF755977DD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67A0837-3A5D-44B1-9D1D-103F9F31984C}" type="pres">
      <dgm:prSet presAssocID="{DC437071-7E4A-46EE-8B06-FF8EA84AA7C7}" presName="spacer" presStyleCnt="0"/>
      <dgm:spPr/>
    </dgm:pt>
    <dgm:pt modelId="{D2807A1F-D61B-4655-86E6-1089B5DB2F6B}" type="pres">
      <dgm:prSet presAssocID="{4ED8E2B0-9527-4F41-BF5C-53630CB8F1A3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A5F9050-D389-4917-9B0F-F3C96A701EBB}" type="pres">
      <dgm:prSet presAssocID="{805F6956-01CE-473C-9544-290BC08C8677}" presName="spacer" presStyleCnt="0"/>
      <dgm:spPr/>
    </dgm:pt>
    <dgm:pt modelId="{25DEE0E8-3C18-4E71-B7D4-0DA9AC0064FA}" type="pres">
      <dgm:prSet presAssocID="{A9A174E3-7B9F-4A11-8C23-FE84AF718C62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25F1589-8225-4822-B9A7-F997D9159A40}" type="pres">
      <dgm:prSet presAssocID="{AF8D0BF6-2EBE-44D2-8335-D52D662554B6}" presName="spacer" presStyleCnt="0"/>
      <dgm:spPr/>
    </dgm:pt>
    <dgm:pt modelId="{BFFC9174-C702-4B7A-998D-FB2F3DC8679D}" type="pres">
      <dgm:prSet presAssocID="{53379352-980A-450C-903A-5850C024A470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4C84798-D09A-423E-AEEE-C52BB78650F6}" type="presOf" srcId="{4ED8E2B0-9527-4F41-BF5C-53630CB8F1A3}" destId="{D2807A1F-D61B-4655-86E6-1089B5DB2F6B}" srcOrd="0" destOrd="0" presId="urn:microsoft.com/office/officeart/2005/8/layout/vList2"/>
    <dgm:cxn modelId="{A241A12B-C488-4799-A5A9-0C38269BFD6D}" type="presOf" srcId="{D3F3155D-5A50-4E3A-907A-3AE9EA55841D}" destId="{FD05827D-580F-4A30-AB60-9D5721628017}" srcOrd="0" destOrd="0" presId="urn:microsoft.com/office/officeart/2005/8/layout/vList2"/>
    <dgm:cxn modelId="{045D9C9A-2CB4-4787-B7FB-2E2E94270887}" srcId="{97ACFF53-CB56-4D70-9862-D0E4B5DE51F2}" destId="{408899A2-3C78-4A95-9598-2E4CB882D809}" srcOrd="3" destOrd="0" parTransId="{F9EDBF16-085D-45B0-88A6-0D1FF7D63FBA}" sibTransId="{2DA30098-7C7F-45B5-A762-79714F8EF1DE}"/>
    <dgm:cxn modelId="{DE050276-CA28-4F45-8936-E89AD59F9E9F}" type="presOf" srcId="{6307C6F7-FE63-4904-B791-DAEBF3C9F96E}" destId="{B7CB911A-9362-4A2E-B5BB-D29AE3819401}" srcOrd="0" destOrd="0" presId="urn:microsoft.com/office/officeart/2005/8/layout/vList2"/>
    <dgm:cxn modelId="{BCFA31AC-88E2-476D-B0CB-0C16E2BD1904}" type="presOf" srcId="{408899A2-3C78-4A95-9598-2E4CB882D809}" destId="{FB35379F-955D-422F-8C88-0D6991CD01C8}" srcOrd="0" destOrd="0" presId="urn:microsoft.com/office/officeart/2005/8/layout/vList2"/>
    <dgm:cxn modelId="{3436FE0D-D00E-4241-B745-B27EFCE2A316}" srcId="{97ACFF53-CB56-4D70-9862-D0E4B5DE51F2}" destId="{D3F3155D-5A50-4E3A-907A-3AE9EA55841D}" srcOrd="1" destOrd="0" parTransId="{F391E395-0BC2-41A0-9F1D-3146D8ED7500}" sibTransId="{9BAC0BEF-C640-4FB7-8BDA-3BE1804EF00B}"/>
    <dgm:cxn modelId="{E49E8E87-FD56-4F5B-8ACA-83ED26939482}" type="presOf" srcId="{53379352-980A-450C-903A-5850C024A470}" destId="{BFFC9174-C702-4B7A-998D-FB2F3DC8679D}" srcOrd="0" destOrd="0" presId="urn:microsoft.com/office/officeart/2005/8/layout/vList2"/>
    <dgm:cxn modelId="{7848A44B-8A31-4C50-9DA7-6EEF4B8A9310}" type="presOf" srcId="{A9A174E3-7B9F-4A11-8C23-FE84AF718C62}" destId="{25DEE0E8-3C18-4E71-B7D4-0DA9AC0064FA}" srcOrd="0" destOrd="0" presId="urn:microsoft.com/office/officeart/2005/8/layout/vList2"/>
    <dgm:cxn modelId="{554A77BD-35A7-4E58-B003-5A34F32C8330}" type="presOf" srcId="{11792FFC-0659-458D-89B8-93EECE731B4F}" destId="{978887B7-027E-45B1-813B-D0A00996BE90}" srcOrd="0" destOrd="0" presId="urn:microsoft.com/office/officeart/2005/8/layout/vList2"/>
    <dgm:cxn modelId="{4437CC28-A56F-445B-A9C3-9C28493A3C25}" type="presOf" srcId="{97ACFF53-CB56-4D70-9862-D0E4B5DE51F2}" destId="{5442BA8A-6F40-48C6-B01C-02EBD8E173BF}" srcOrd="0" destOrd="0" presId="urn:microsoft.com/office/officeart/2005/8/layout/vList2"/>
    <dgm:cxn modelId="{02CE782C-6945-4CD2-B053-59EB9FB66593}" type="presOf" srcId="{66E5E14A-2FBE-4FA1-B0C5-5EF755977DD7}" destId="{1D67F5B4-32EF-4634-B88E-5639B45C7D8C}" srcOrd="0" destOrd="0" presId="urn:microsoft.com/office/officeart/2005/8/layout/vList2"/>
    <dgm:cxn modelId="{246C8211-7CAD-4803-9ECC-F220939429B2}" srcId="{97ACFF53-CB56-4D70-9862-D0E4B5DE51F2}" destId="{6307C6F7-FE63-4904-B791-DAEBF3C9F96E}" srcOrd="2" destOrd="0" parTransId="{EA6B5EC0-7624-4F41-B713-20654EB5A0D3}" sibTransId="{BFF03085-5E8E-4CE1-ADED-6093CF4E41E6}"/>
    <dgm:cxn modelId="{FCD2471E-19C1-49EF-A515-0C9E05CE0088}" srcId="{97ACFF53-CB56-4D70-9862-D0E4B5DE51F2}" destId="{4ED8E2B0-9527-4F41-BF5C-53630CB8F1A3}" srcOrd="5" destOrd="0" parTransId="{6501AFF6-C992-422B-B84E-1CB785D640BF}" sibTransId="{805F6956-01CE-473C-9544-290BC08C8677}"/>
    <dgm:cxn modelId="{8D08AE97-D32B-47D1-87CC-DDE896BBFAC5}" srcId="{97ACFF53-CB56-4D70-9862-D0E4B5DE51F2}" destId="{53379352-980A-450C-903A-5850C024A470}" srcOrd="7" destOrd="0" parTransId="{912AF723-BF6A-46E0-A307-C69A1C33F96F}" sibTransId="{991809D8-751F-4843-9E33-EE9F969CAA8E}"/>
    <dgm:cxn modelId="{3532D0DA-93CF-4D71-90EC-0AE273318107}" srcId="{97ACFF53-CB56-4D70-9862-D0E4B5DE51F2}" destId="{A9A174E3-7B9F-4A11-8C23-FE84AF718C62}" srcOrd="6" destOrd="0" parTransId="{83E9F937-5AB8-4C78-B7C5-CE0B2A31B521}" sibTransId="{AF8D0BF6-2EBE-44D2-8335-D52D662554B6}"/>
    <dgm:cxn modelId="{780DFFD4-E883-4A0D-B9C2-85CCE3C2FA92}" srcId="{97ACFF53-CB56-4D70-9862-D0E4B5DE51F2}" destId="{11792FFC-0659-458D-89B8-93EECE731B4F}" srcOrd="0" destOrd="0" parTransId="{70780918-DCFE-4CD8-A7BB-5E7767CFEF6C}" sibTransId="{779C8298-39CB-4E8B-8E48-02C9AA8335CD}"/>
    <dgm:cxn modelId="{C87E1ED7-0EEE-4CCB-A234-4D9EC56DD854}" srcId="{97ACFF53-CB56-4D70-9862-D0E4B5DE51F2}" destId="{66E5E14A-2FBE-4FA1-B0C5-5EF755977DD7}" srcOrd="4" destOrd="0" parTransId="{E6D4C80B-21AF-410B-9E7A-D9B89207F274}" sibTransId="{DC437071-7E4A-46EE-8B06-FF8EA84AA7C7}"/>
    <dgm:cxn modelId="{04BBF50D-C592-4A0C-8674-1294F93BB9D8}" type="presParOf" srcId="{5442BA8A-6F40-48C6-B01C-02EBD8E173BF}" destId="{978887B7-027E-45B1-813B-D0A00996BE90}" srcOrd="0" destOrd="0" presId="urn:microsoft.com/office/officeart/2005/8/layout/vList2"/>
    <dgm:cxn modelId="{D3A8DE68-8ADC-4187-A86C-606EA471087D}" type="presParOf" srcId="{5442BA8A-6F40-48C6-B01C-02EBD8E173BF}" destId="{25EDB327-63BC-478A-9325-4ECA0B3D4A79}" srcOrd="1" destOrd="0" presId="urn:microsoft.com/office/officeart/2005/8/layout/vList2"/>
    <dgm:cxn modelId="{BE8E1803-EFC1-42C0-9BF7-A317D6CCD3CE}" type="presParOf" srcId="{5442BA8A-6F40-48C6-B01C-02EBD8E173BF}" destId="{FD05827D-580F-4A30-AB60-9D5721628017}" srcOrd="2" destOrd="0" presId="urn:microsoft.com/office/officeart/2005/8/layout/vList2"/>
    <dgm:cxn modelId="{36A32A81-FBB2-4509-8083-E53AA6883290}" type="presParOf" srcId="{5442BA8A-6F40-48C6-B01C-02EBD8E173BF}" destId="{C2759EDA-9C5A-4756-98FE-F3E659E19B22}" srcOrd="3" destOrd="0" presId="urn:microsoft.com/office/officeart/2005/8/layout/vList2"/>
    <dgm:cxn modelId="{D44DABFD-2305-47CE-9793-F89A6B158BD5}" type="presParOf" srcId="{5442BA8A-6F40-48C6-B01C-02EBD8E173BF}" destId="{B7CB911A-9362-4A2E-B5BB-D29AE3819401}" srcOrd="4" destOrd="0" presId="urn:microsoft.com/office/officeart/2005/8/layout/vList2"/>
    <dgm:cxn modelId="{D149260E-C6CB-48D2-8007-09136789406D}" type="presParOf" srcId="{5442BA8A-6F40-48C6-B01C-02EBD8E173BF}" destId="{F0D173C1-8B0F-40D1-AE90-EB5851734A04}" srcOrd="5" destOrd="0" presId="urn:microsoft.com/office/officeart/2005/8/layout/vList2"/>
    <dgm:cxn modelId="{46B0A748-C34E-4609-A5DA-E3E42C6D41D2}" type="presParOf" srcId="{5442BA8A-6F40-48C6-B01C-02EBD8E173BF}" destId="{FB35379F-955D-422F-8C88-0D6991CD01C8}" srcOrd="6" destOrd="0" presId="urn:microsoft.com/office/officeart/2005/8/layout/vList2"/>
    <dgm:cxn modelId="{0BCB2781-3010-420A-83D8-70550EDA2FBA}" type="presParOf" srcId="{5442BA8A-6F40-48C6-B01C-02EBD8E173BF}" destId="{EAC5179F-9B1F-4B6E-A014-05FA74A3E517}" srcOrd="7" destOrd="0" presId="urn:microsoft.com/office/officeart/2005/8/layout/vList2"/>
    <dgm:cxn modelId="{5D78292B-A548-4EE4-B276-88822DB7B38C}" type="presParOf" srcId="{5442BA8A-6F40-48C6-B01C-02EBD8E173BF}" destId="{1D67F5B4-32EF-4634-B88E-5639B45C7D8C}" srcOrd="8" destOrd="0" presId="urn:microsoft.com/office/officeart/2005/8/layout/vList2"/>
    <dgm:cxn modelId="{B37EAF05-CB52-4740-9821-9075DF7335EE}" type="presParOf" srcId="{5442BA8A-6F40-48C6-B01C-02EBD8E173BF}" destId="{167A0837-3A5D-44B1-9D1D-103F9F31984C}" srcOrd="9" destOrd="0" presId="urn:microsoft.com/office/officeart/2005/8/layout/vList2"/>
    <dgm:cxn modelId="{D729D03A-45E9-4035-8092-FEA5D029D5C1}" type="presParOf" srcId="{5442BA8A-6F40-48C6-B01C-02EBD8E173BF}" destId="{D2807A1F-D61B-4655-86E6-1089B5DB2F6B}" srcOrd="10" destOrd="0" presId="urn:microsoft.com/office/officeart/2005/8/layout/vList2"/>
    <dgm:cxn modelId="{3B53A88F-88AA-4AFE-9300-93A96746CB44}" type="presParOf" srcId="{5442BA8A-6F40-48C6-B01C-02EBD8E173BF}" destId="{AA5F9050-D389-4917-9B0F-F3C96A701EBB}" srcOrd="11" destOrd="0" presId="urn:microsoft.com/office/officeart/2005/8/layout/vList2"/>
    <dgm:cxn modelId="{C38B17CB-1808-4789-A5AD-D2B9E34D92B2}" type="presParOf" srcId="{5442BA8A-6F40-48C6-B01C-02EBD8E173BF}" destId="{25DEE0E8-3C18-4E71-B7D4-0DA9AC0064FA}" srcOrd="12" destOrd="0" presId="urn:microsoft.com/office/officeart/2005/8/layout/vList2"/>
    <dgm:cxn modelId="{0BD92CE0-8DEE-4FA2-A421-5DD1A289436A}" type="presParOf" srcId="{5442BA8A-6F40-48C6-B01C-02EBD8E173BF}" destId="{025F1589-8225-4822-B9A7-F997D9159A40}" srcOrd="13" destOrd="0" presId="urn:microsoft.com/office/officeart/2005/8/layout/vList2"/>
    <dgm:cxn modelId="{369CC0C5-DB12-472D-965C-DF858283F68D}" type="presParOf" srcId="{5442BA8A-6F40-48C6-B01C-02EBD8E173BF}" destId="{BFFC9174-C702-4B7A-998D-FB2F3DC8679D}" srcOrd="14" destOrd="0" presId="urn:microsoft.com/office/officeart/2005/8/layout/vList2"/>
  </dgm:cxnLst>
  <dgm:bg/>
  <dgm:whole/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968CEA9-48B5-4D97-AD54-FE74E6A7B6E8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B1549FD5-7ED2-41EE-9936-635A79EAD0A7}">
      <dgm:prSet/>
      <dgm:spPr/>
      <dgm:t>
        <a:bodyPr/>
        <a:lstStyle/>
        <a:p>
          <a:pPr rtl="0"/>
          <a:r>
            <a:rPr lang="fr-FR" dirty="0" smtClean="0"/>
            <a:t>On observe au cours d'une bouffée délirante aiguë : </a:t>
          </a:r>
          <a:endParaRPr lang="fr-FR" dirty="0"/>
        </a:p>
      </dgm:t>
    </dgm:pt>
    <dgm:pt modelId="{850FF326-95BB-4DDC-BBAB-644B4FB680EE}" type="parTrans" cxnId="{676F5584-FB3A-40C5-A5AB-22972F788072}">
      <dgm:prSet/>
      <dgm:spPr/>
      <dgm:t>
        <a:bodyPr/>
        <a:lstStyle/>
        <a:p>
          <a:endParaRPr lang="fr-FR"/>
        </a:p>
      </dgm:t>
    </dgm:pt>
    <dgm:pt modelId="{240B8D0F-6352-466B-BC4B-E88C48FE8AEB}" type="sibTrans" cxnId="{676F5584-FB3A-40C5-A5AB-22972F788072}">
      <dgm:prSet/>
      <dgm:spPr/>
      <dgm:t>
        <a:bodyPr/>
        <a:lstStyle/>
        <a:p>
          <a:endParaRPr lang="fr-FR"/>
        </a:p>
      </dgm:t>
    </dgm:pt>
    <dgm:pt modelId="{84658D6D-0689-4AAF-A968-3FFF3FD657BC}">
      <dgm:prSet/>
      <dgm:spPr/>
      <dgm:t>
        <a:bodyPr/>
        <a:lstStyle/>
        <a:p>
          <a:pPr rtl="0"/>
          <a:r>
            <a:rPr lang="fr-FR" dirty="0" smtClean="0"/>
            <a:t>A/Des hallucinations psychiques</a:t>
          </a:r>
          <a:endParaRPr lang="fr-FR" dirty="0"/>
        </a:p>
      </dgm:t>
    </dgm:pt>
    <dgm:pt modelId="{77EF39B0-D7D7-4960-AEFA-A4E2DEE74F1E}" type="parTrans" cxnId="{800F4A18-F87F-424F-9DE5-EB1BA9881AC9}">
      <dgm:prSet/>
      <dgm:spPr/>
      <dgm:t>
        <a:bodyPr/>
        <a:lstStyle/>
        <a:p>
          <a:endParaRPr lang="fr-FR"/>
        </a:p>
      </dgm:t>
    </dgm:pt>
    <dgm:pt modelId="{37AA2958-5AB8-42D4-B529-089720539ACC}" type="sibTrans" cxnId="{800F4A18-F87F-424F-9DE5-EB1BA9881AC9}">
      <dgm:prSet/>
      <dgm:spPr/>
      <dgm:t>
        <a:bodyPr/>
        <a:lstStyle/>
        <a:p>
          <a:endParaRPr lang="fr-FR"/>
        </a:p>
      </dgm:t>
    </dgm:pt>
    <dgm:pt modelId="{257031F2-4EDB-4211-88F9-5EB939DB036C}">
      <dgm:prSet/>
      <dgm:spPr/>
      <dgm:t>
        <a:bodyPr/>
        <a:lstStyle/>
        <a:p>
          <a:pPr rtl="0"/>
          <a:r>
            <a:rPr lang="fr-FR" dirty="0" smtClean="0"/>
            <a:t>B/Des thèmes délirants mystiques</a:t>
          </a:r>
          <a:endParaRPr lang="fr-FR" dirty="0"/>
        </a:p>
      </dgm:t>
    </dgm:pt>
    <dgm:pt modelId="{E7BB04DE-840F-4FCB-BCE6-CFAE7F1066E3}" type="parTrans" cxnId="{4B02C32F-9821-4B27-9ED0-C780F27F3510}">
      <dgm:prSet/>
      <dgm:spPr/>
      <dgm:t>
        <a:bodyPr/>
        <a:lstStyle/>
        <a:p>
          <a:endParaRPr lang="fr-FR"/>
        </a:p>
      </dgm:t>
    </dgm:pt>
    <dgm:pt modelId="{FCBDE97F-021E-4FC4-8F93-76AC02E9DEB9}" type="sibTrans" cxnId="{4B02C32F-9821-4B27-9ED0-C780F27F3510}">
      <dgm:prSet/>
      <dgm:spPr/>
      <dgm:t>
        <a:bodyPr/>
        <a:lstStyle/>
        <a:p>
          <a:endParaRPr lang="fr-FR"/>
        </a:p>
      </dgm:t>
    </dgm:pt>
    <dgm:pt modelId="{302127A8-14A6-4E9A-BE56-01868387C619}">
      <dgm:prSet/>
      <dgm:spPr/>
      <dgm:t>
        <a:bodyPr/>
        <a:lstStyle/>
        <a:p>
          <a:pPr rtl="0"/>
          <a:r>
            <a:rPr lang="fr-FR" dirty="0" smtClean="0"/>
            <a:t>C/Une absence de dépersonnalisation</a:t>
          </a:r>
          <a:endParaRPr lang="fr-FR" dirty="0"/>
        </a:p>
      </dgm:t>
    </dgm:pt>
    <dgm:pt modelId="{A5782C6E-976E-4A23-A4BD-4D1BC1A4DEB3}" type="parTrans" cxnId="{8C05FE38-B05F-45C6-95D2-79B9DB6B01D1}">
      <dgm:prSet/>
      <dgm:spPr/>
      <dgm:t>
        <a:bodyPr/>
        <a:lstStyle/>
        <a:p>
          <a:endParaRPr lang="fr-FR"/>
        </a:p>
      </dgm:t>
    </dgm:pt>
    <dgm:pt modelId="{FE5FE9AC-31E2-47F1-A67B-D52DB8810E3F}" type="sibTrans" cxnId="{8C05FE38-B05F-45C6-95D2-79B9DB6B01D1}">
      <dgm:prSet/>
      <dgm:spPr/>
      <dgm:t>
        <a:bodyPr/>
        <a:lstStyle/>
        <a:p>
          <a:endParaRPr lang="fr-FR"/>
        </a:p>
      </dgm:t>
    </dgm:pt>
    <dgm:pt modelId="{60CF1D3B-61F0-4A1E-B815-969EE8083380}">
      <dgm:prSet/>
      <dgm:spPr/>
      <dgm:t>
        <a:bodyPr/>
        <a:lstStyle/>
        <a:p>
          <a:pPr rtl="0"/>
          <a:r>
            <a:rPr lang="fr-FR" dirty="0" smtClean="0"/>
            <a:t>D/Des hallucinations visuelles</a:t>
          </a:r>
          <a:endParaRPr lang="fr-FR" dirty="0"/>
        </a:p>
      </dgm:t>
    </dgm:pt>
    <dgm:pt modelId="{8D784DD7-CFEB-45B3-B896-2C4DBBCDA6F0}" type="parTrans" cxnId="{DDBF323E-21F5-4FF9-A026-784BA401E5F9}">
      <dgm:prSet/>
      <dgm:spPr/>
      <dgm:t>
        <a:bodyPr/>
        <a:lstStyle/>
        <a:p>
          <a:endParaRPr lang="fr-FR"/>
        </a:p>
      </dgm:t>
    </dgm:pt>
    <dgm:pt modelId="{C44782C9-D28F-473F-9773-EED4477E968C}" type="sibTrans" cxnId="{DDBF323E-21F5-4FF9-A026-784BA401E5F9}">
      <dgm:prSet/>
      <dgm:spPr/>
      <dgm:t>
        <a:bodyPr/>
        <a:lstStyle/>
        <a:p>
          <a:endParaRPr lang="fr-FR"/>
        </a:p>
      </dgm:t>
    </dgm:pt>
    <dgm:pt modelId="{D339579F-ED8D-45CA-9B13-B8C9B13970F4}">
      <dgm:prSet/>
      <dgm:spPr/>
      <dgm:t>
        <a:bodyPr/>
        <a:lstStyle/>
        <a:p>
          <a:pPr rtl="0"/>
          <a:r>
            <a:rPr lang="fr-FR" dirty="0" smtClean="0"/>
            <a:t>E/Une désorientation </a:t>
          </a:r>
          <a:r>
            <a:rPr lang="fr-FR" dirty="0" err="1" smtClean="0"/>
            <a:t>temporo</a:t>
          </a:r>
          <a:r>
            <a:rPr lang="fr-FR" dirty="0" smtClean="0"/>
            <a:t>-spatiale</a:t>
          </a:r>
          <a:endParaRPr lang="fr-FR" dirty="0"/>
        </a:p>
      </dgm:t>
    </dgm:pt>
    <dgm:pt modelId="{329EE515-DFF0-47EE-AF3A-A76E84A64187}" type="parTrans" cxnId="{1A6F197D-A1DE-4324-A0FA-33F4F5B9F2C9}">
      <dgm:prSet/>
      <dgm:spPr/>
      <dgm:t>
        <a:bodyPr/>
        <a:lstStyle/>
        <a:p>
          <a:endParaRPr lang="fr-FR"/>
        </a:p>
      </dgm:t>
    </dgm:pt>
    <dgm:pt modelId="{558C84DD-A6A8-410C-B940-42794504A4F9}" type="sibTrans" cxnId="{1A6F197D-A1DE-4324-A0FA-33F4F5B9F2C9}">
      <dgm:prSet/>
      <dgm:spPr/>
      <dgm:t>
        <a:bodyPr/>
        <a:lstStyle/>
        <a:p>
          <a:endParaRPr lang="fr-FR"/>
        </a:p>
      </dgm:t>
    </dgm:pt>
    <dgm:pt modelId="{D6AE016F-9BF2-4F55-A072-96B9FD3E64A4}">
      <dgm:prSet/>
      <dgm:spPr/>
      <dgm:t>
        <a:bodyPr/>
        <a:lstStyle/>
        <a:p>
          <a:pPr rtl="0"/>
          <a:r>
            <a:rPr lang="fr-FR" dirty="0" smtClean="0"/>
            <a:t>A B D </a:t>
          </a:r>
          <a:endParaRPr lang="fr-FR" dirty="0"/>
        </a:p>
      </dgm:t>
    </dgm:pt>
    <dgm:pt modelId="{724079F2-5952-4092-B35A-7AA755B5FEA5}" type="parTrans" cxnId="{2A0CE686-3659-408C-ACC3-A012E1056104}">
      <dgm:prSet/>
      <dgm:spPr/>
      <dgm:t>
        <a:bodyPr/>
        <a:lstStyle/>
        <a:p>
          <a:endParaRPr lang="fr-FR"/>
        </a:p>
      </dgm:t>
    </dgm:pt>
    <dgm:pt modelId="{069FB3CE-C171-4073-8012-D573DDC01F77}" type="sibTrans" cxnId="{2A0CE686-3659-408C-ACC3-A012E1056104}">
      <dgm:prSet/>
      <dgm:spPr/>
      <dgm:t>
        <a:bodyPr/>
        <a:lstStyle/>
        <a:p>
          <a:endParaRPr lang="fr-FR"/>
        </a:p>
      </dgm:t>
    </dgm:pt>
    <dgm:pt modelId="{30042888-F112-46D6-BB84-302BE8A5AF32}">
      <dgm:prSet/>
      <dgm:spPr/>
      <dgm:t>
        <a:bodyPr/>
        <a:lstStyle/>
        <a:p>
          <a:pPr rtl="0"/>
          <a:r>
            <a:rPr lang="fr-FR" dirty="0" smtClean="0"/>
            <a:t>E:Confusion mentale </a:t>
          </a:r>
          <a:endParaRPr lang="fr-FR" dirty="0"/>
        </a:p>
      </dgm:t>
    </dgm:pt>
    <dgm:pt modelId="{FB8BED97-514F-4FD5-83DE-12AC447B66D3}" type="parTrans" cxnId="{79BF6DB3-D5F9-431B-8D5B-60C550E7ED5A}">
      <dgm:prSet/>
      <dgm:spPr/>
      <dgm:t>
        <a:bodyPr/>
        <a:lstStyle/>
        <a:p>
          <a:endParaRPr lang="fr-FR"/>
        </a:p>
      </dgm:t>
    </dgm:pt>
    <dgm:pt modelId="{85871647-05EC-49F0-9A7B-41C60A98E2D9}" type="sibTrans" cxnId="{79BF6DB3-D5F9-431B-8D5B-60C550E7ED5A}">
      <dgm:prSet/>
      <dgm:spPr/>
      <dgm:t>
        <a:bodyPr/>
        <a:lstStyle/>
        <a:p>
          <a:endParaRPr lang="fr-FR"/>
        </a:p>
      </dgm:t>
    </dgm:pt>
    <dgm:pt modelId="{962E134A-553E-4898-BC63-7F5D54ED534B}" type="pres">
      <dgm:prSet presAssocID="{1968CEA9-48B5-4D97-AD54-FE74E6A7B6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5994B8E-7556-4295-AF06-574D3A10D7FC}" type="pres">
      <dgm:prSet presAssocID="{B1549FD5-7ED2-41EE-9936-635A79EAD0A7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DB46E8F-B6F9-4559-82A2-9D83B1DC9968}" type="pres">
      <dgm:prSet presAssocID="{240B8D0F-6352-466B-BC4B-E88C48FE8AEB}" presName="spacer" presStyleCnt="0"/>
      <dgm:spPr/>
    </dgm:pt>
    <dgm:pt modelId="{AD20D0F9-CDE0-4132-807F-60667488C960}" type="pres">
      <dgm:prSet presAssocID="{84658D6D-0689-4AAF-A968-3FFF3FD657BC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708AB6-5DBB-42AE-8BB2-C6CA8027F574}" type="pres">
      <dgm:prSet presAssocID="{37AA2958-5AB8-42D4-B529-089720539ACC}" presName="spacer" presStyleCnt="0"/>
      <dgm:spPr/>
    </dgm:pt>
    <dgm:pt modelId="{7B72C5D7-EB77-477E-8DE5-9E2BE41AA963}" type="pres">
      <dgm:prSet presAssocID="{257031F2-4EDB-4211-88F9-5EB939DB036C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C032C7-37D2-45C2-90FD-5D54365085D9}" type="pres">
      <dgm:prSet presAssocID="{FCBDE97F-021E-4FC4-8F93-76AC02E9DEB9}" presName="spacer" presStyleCnt="0"/>
      <dgm:spPr/>
    </dgm:pt>
    <dgm:pt modelId="{9E45A8FB-2AEA-46A5-BAC6-107282A2CF2B}" type="pres">
      <dgm:prSet presAssocID="{302127A8-14A6-4E9A-BE56-01868387C619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8DC079E-E66F-4EC7-8A5D-5738240139ED}" type="pres">
      <dgm:prSet presAssocID="{FE5FE9AC-31E2-47F1-A67B-D52DB8810E3F}" presName="spacer" presStyleCnt="0"/>
      <dgm:spPr/>
    </dgm:pt>
    <dgm:pt modelId="{61C9382C-9BB1-4F0D-A128-572E36D03523}" type="pres">
      <dgm:prSet presAssocID="{60CF1D3B-61F0-4A1E-B815-969EE8083380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0E85780-D39F-45B9-8248-3CC6A5409049}" type="pres">
      <dgm:prSet presAssocID="{C44782C9-D28F-473F-9773-EED4477E968C}" presName="spacer" presStyleCnt="0"/>
      <dgm:spPr/>
    </dgm:pt>
    <dgm:pt modelId="{552EF6A9-D7A3-413F-B533-9C2B3B105F9B}" type="pres">
      <dgm:prSet presAssocID="{D339579F-ED8D-45CA-9B13-B8C9B13970F4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60F7A7-1785-4327-ADE7-8E882DD8B46A}" type="pres">
      <dgm:prSet presAssocID="{558C84DD-A6A8-410C-B940-42794504A4F9}" presName="spacer" presStyleCnt="0"/>
      <dgm:spPr/>
    </dgm:pt>
    <dgm:pt modelId="{0743D5A4-4FF2-4F53-B3C3-37A43B201B56}" type="pres">
      <dgm:prSet presAssocID="{D6AE016F-9BF2-4F55-A072-96B9FD3E64A4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1B4F0F2-CC2B-4919-8AE3-21F24AEBC679}" type="pres">
      <dgm:prSet presAssocID="{069FB3CE-C171-4073-8012-D573DDC01F77}" presName="spacer" presStyleCnt="0"/>
      <dgm:spPr/>
    </dgm:pt>
    <dgm:pt modelId="{FC9FF224-8C2B-4ADC-95BA-25155E9A97C5}" type="pres">
      <dgm:prSet presAssocID="{30042888-F112-46D6-BB84-302BE8A5AF32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E14D0DB-D148-4998-867C-0425FD1C2760}" type="presOf" srcId="{1968CEA9-48B5-4D97-AD54-FE74E6A7B6E8}" destId="{962E134A-553E-4898-BC63-7F5D54ED534B}" srcOrd="0" destOrd="0" presId="urn:microsoft.com/office/officeart/2005/8/layout/vList2"/>
    <dgm:cxn modelId="{1A6F197D-A1DE-4324-A0FA-33F4F5B9F2C9}" srcId="{1968CEA9-48B5-4D97-AD54-FE74E6A7B6E8}" destId="{D339579F-ED8D-45CA-9B13-B8C9B13970F4}" srcOrd="5" destOrd="0" parTransId="{329EE515-DFF0-47EE-AF3A-A76E84A64187}" sibTransId="{558C84DD-A6A8-410C-B940-42794504A4F9}"/>
    <dgm:cxn modelId="{2A0CE686-3659-408C-ACC3-A012E1056104}" srcId="{1968CEA9-48B5-4D97-AD54-FE74E6A7B6E8}" destId="{D6AE016F-9BF2-4F55-A072-96B9FD3E64A4}" srcOrd="6" destOrd="0" parTransId="{724079F2-5952-4092-B35A-7AA755B5FEA5}" sibTransId="{069FB3CE-C171-4073-8012-D573DDC01F77}"/>
    <dgm:cxn modelId="{79BF6DB3-D5F9-431B-8D5B-60C550E7ED5A}" srcId="{1968CEA9-48B5-4D97-AD54-FE74E6A7B6E8}" destId="{30042888-F112-46D6-BB84-302BE8A5AF32}" srcOrd="7" destOrd="0" parTransId="{FB8BED97-514F-4FD5-83DE-12AC447B66D3}" sibTransId="{85871647-05EC-49F0-9A7B-41C60A98E2D9}"/>
    <dgm:cxn modelId="{EBBD1EF9-8BD3-43BD-9067-818A34B38389}" type="presOf" srcId="{D339579F-ED8D-45CA-9B13-B8C9B13970F4}" destId="{552EF6A9-D7A3-413F-B533-9C2B3B105F9B}" srcOrd="0" destOrd="0" presId="urn:microsoft.com/office/officeart/2005/8/layout/vList2"/>
    <dgm:cxn modelId="{CABC2827-8EBE-4A14-8258-6519E6889BED}" type="presOf" srcId="{30042888-F112-46D6-BB84-302BE8A5AF32}" destId="{FC9FF224-8C2B-4ADC-95BA-25155E9A97C5}" srcOrd="0" destOrd="0" presId="urn:microsoft.com/office/officeart/2005/8/layout/vList2"/>
    <dgm:cxn modelId="{8C05FE38-B05F-45C6-95D2-79B9DB6B01D1}" srcId="{1968CEA9-48B5-4D97-AD54-FE74E6A7B6E8}" destId="{302127A8-14A6-4E9A-BE56-01868387C619}" srcOrd="3" destOrd="0" parTransId="{A5782C6E-976E-4A23-A4BD-4D1BC1A4DEB3}" sibTransId="{FE5FE9AC-31E2-47F1-A67B-D52DB8810E3F}"/>
    <dgm:cxn modelId="{800F4A18-F87F-424F-9DE5-EB1BA9881AC9}" srcId="{1968CEA9-48B5-4D97-AD54-FE74E6A7B6E8}" destId="{84658D6D-0689-4AAF-A968-3FFF3FD657BC}" srcOrd="1" destOrd="0" parTransId="{77EF39B0-D7D7-4960-AEFA-A4E2DEE74F1E}" sibTransId="{37AA2958-5AB8-42D4-B529-089720539ACC}"/>
    <dgm:cxn modelId="{13A27F71-1BFF-4D82-A028-F013DECD400D}" type="presOf" srcId="{60CF1D3B-61F0-4A1E-B815-969EE8083380}" destId="{61C9382C-9BB1-4F0D-A128-572E36D03523}" srcOrd="0" destOrd="0" presId="urn:microsoft.com/office/officeart/2005/8/layout/vList2"/>
    <dgm:cxn modelId="{E7005F34-02BE-47BD-809F-1BFE03BB2559}" type="presOf" srcId="{B1549FD5-7ED2-41EE-9936-635A79EAD0A7}" destId="{25994B8E-7556-4295-AF06-574D3A10D7FC}" srcOrd="0" destOrd="0" presId="urn:microsoft.com/office/officeart/2005/8/layout/vList2"/>
    <dgm:cxn modelId="{DDBF323E-21F5-4FF9-A026-784BA401E5F9}" srcId="{1968CEA9-48B5-4D97-AD54-FE74E6A7B6E8}" destId="{60CF1D3B-61F0-4A1E-B815-969EE8083380}" srcOrd="4" destOrd="0" parTransId="{8D784DD7-CFEB-45B3-B896-2C4DBBCDA6F0}" sibTransId="{C44782C9-D28F-473F-9773-EED4477E968C}"/>
    <dgm:cxn modelId="{000402BD-6E49-4CD2-A17E-87F59DEF85F8}" type="presOf" srcId="{302127A8-14A6-4E9A-BE56-01868387C619}" destId="{9E45A8FB-2AEA-46A5-BAC6-107282A2CF2B}" srcOrd="0" destOrd="0" presId="urn:microsoft.com/office/officeart/2005/8/layout/vList2"/>
    <dgm:cxn modelId="{4B02C32F-9821-4B27-9ED0-C780F27F3510}" srcId="{1968CEA9-48B5-4D97-AD54-FE74E6A7B6E8}" destId="{257031F2-4EDB-4211-88F9-5EB939DB036C}" srcOrd="2" destOrd="0" parTransId="{E7BB04DE-840F-4FCB-BCE6-CFAE7F1066E3}" sibTransId="{FCBDE97F-021E-4FC4-8F93-76AC02E9DEB9}"/>
    <dgm:cxn modelId="{676F5584-FB3A-40C5-A5AB-22972F788072}" srcId="{1968CEA9-48B5-4D97-AD54-FE74E6A7B6E8}" destId="{B1549FD5-7ED2-41EE-9936-635A79EAD0A7}" srcOrd="0" destOrd="0" parTransId="{850FF326-95BB-4DDC-BBAB-644B4FB680EE}" sibTransId="{240B8D0F-6352-466B-BC4B-E88C48FE8AEB}"/>
    <dgm:cxn modelId="{6F283743-32B0-4958-AB28-7861585BADE2}" type="presOf" srcId="{84658D6D-0689-4AAF-A968-3FFF3FD657BC}" destId="{AD20D0F9-CDE0-4132-807F-60667488C960}" srcOrd="0" destOrd="0" presId="urn:microsoft.com/office/officeart/2005/8/layout/vList2"/>
    <dgm:cxn modelId="{7B953519-2245-4617-9A0F-66CFB9569257}" type="presOf" srcId="{257031F2-4EDB-4211-88F9-5EB939DB036C}" destId="{7B72C5D7-EB77-477E-8DE5-9E2BE41AA963}" srcOrd="0" destOrd="0" presId="urn:microsoft.com/office/officeart/2005/8/layout/vList2"/>
    <dgm:cxn modelId="{DBA05635-CE70-4995-9302-2663A15BBA89}" type="presOf" srcId="{D6AE016F-9BF2-4F55-A072-96B9FD3E64A4}" destId="{0743D5A4-4FF2-4F53-B3C3-37A43B201B56}" srcOrd="0" destOrd="0" presId="urn:microsoft.com/office/officeart/2005/8/layout/vList2"/>
    <dgm:cxn modelId="{86F8FE7E-6BB1-4861-AAD2-FD7E99D0BB8F}" type="presParOf" srcId="{962E134A-553E-4898-BC63-7F5D54ED534B}" destId="{25994B8E-7556-4295-AF06-574D3A10D7FC}" srcOrd="0" destOrd="0" presId="urn:microsoft.com/office/officeart/2005/8/layout/vList2"/>
    <dgm:cxn modelId="{8759B9CB-A9B3-437B-9078-FE846204BAB9}" type="presParOf" srcId="{962E134A-553E-4898-BC63-7F5D54ED534B}" destId="{3DB46E8F-B6F9-4559-82A2-9D83B1DC9968}" srcOrd="1" destOrd="0" presId="urn:microsoft.com/office/officeart/2005/8/layout/vList2"/>
    <dgm:cxn modelId="{D39C110B-9B70-4259-8771-B4B10AB3283B}" type="presParOf" srcId="{962E134A-553E-4898-BC63-7F5D54ED534B}" destId="{AD20D0F9-CDE0-4132-807F-60667488C960}" srcOrd="2" destOrd="0" presId="urn:microsoft.com/office/officeart/2005/8/layout/vList2"/>
    <dgm:cxn modelId="{4DA94445-E37F-4BA8-B6B5-C41AAF08B73C}" type="presParOf" srcId="{962E134A-553E-4898-BC63-7F5D54ED534B}" destId="{EA708AB6-5DBB-42AE-8BB2-C6CA8027F574}" srcOrd="3" destOrd="0" presId="urn:microsoft.com/office/officeart/2005/8/layout/vList2"/>
    <dgm:cxn modelId="{F5BFF58F-B719-4E01-8014-C798F42DDE65}" type="presParOf" srcId="{962E134A-553E-4898-BC63-7F5D54ED534B}" destId="{7B72C5D7-EB77-477E-8DE5-9E2BE41AA963}" srcOrd="4" destOrd="0" presId="urn:microsoft.com/office/officeart/2005/8/layout/vList2"/>
    <dgm:cxn modelId="{C8D061C4-85F5-456C-B042-6C8AD37383FF}" type="presParOf" srcId="{962E134A-553E-4898-BC63-7F5D54ED534B}" destId="{87C032C7-37D2-45C2-90FD-5D54365085D9}" srcOrd="5" destOrd="0" presId="urn:microsoft.com/office/officeart/2005/8/layout/vList2"/>
    <dgm:cxn modelId="{F8F17444-B7B3-436F-85D4-C52A1DC99A6C}" type="presParOf" srcId="{962E134A-553E-4898-BC63-7F5D54ED534B}" destId="{9E45A8FB-2AEA-46A5-BAC6-107282A2CF2B}" srcOrd="6" destOrd="0" presId="urn:microsoft.com/office/officeart/2005/8/layout/vList2"/>
    <dgm:cxn modelId="{06FBF71F-F13E-4900-B19C-FAAE7A741A0E}" type="presParOf" srcId="{962E134A-553E-4898-BC63-7F5D54ED534B}" destId="{18DC079E-E66F-4EC7-8A5D-5738240139ED}" srcOrd="7" destOrd="0" presId="urn:microsoft.com/office/officeart/2005/8/layout/vList2"/>
    <dgm:cxn modelId="{518B303A-497B-4189-AB15-4CEA9BA5398F}" type="presParOf" srcId="{962E134A-553E-4898-BC63-7F5D54ED534B}" destId="{61C9382C-9BB1-4F0D-A128-572E36D03523}" srcOrd="8" destOrd="0" presId="urn:microsoft.com/office/officeart/2005/8/layout/vList2"/>
    <dgm:cxn modelId="{6AE090B1-A938-4B7E-9E46-3FB701316494}" type="presParOf" srcId="{962E134A-553E-4898-BC63-7F5D54ED534B}" destId="{90E85780-D39F-45B9-8248-3CC6A5409049}" srcOrd="9" destOrd="0" presId="urn:microsoft.com/office/officeart/2005/8/layout/vList2"/>
    <dgm:cxn modelId="{94B3ED92-32AE-425D-9377-AAF9C063EBCA}" type="presParOf" srcId="{962E134A-553E-4898-BC63-7F5D54ED534B}" destId="{552EF6A9-D7A3-413F-B533-9C2B3B105F9B}" srcOrd="10" destOrd="0" presId="urn:microsoft.com/office/officeart/2005/8/layout/vList2"/>
    <dgm:cxn modelId="{4F11B00C-556A-4623-B0D9-9FB385C7F6C8}" type="presParOf" srcId="{962E134A-553E-4898-BC63-7F5D54ED534B}" destId="{2260F7A7-1785-4327-ADE7-8E882DD8B46A}" srcOrd="11" destOrd="0" presId="urn:microsoft.com/office/officeart/2005/8/layout/vList2"/>
    <dgm:cxn modelId="{6C7D443B-77BD-4E84-ACBE-5BBAA89A1653}" type="presParOf" srcId="{962E134A-553E-4898-BC63-7F5D54ED534B}" destId="{0743D5A4-4FF2-4F53-B3C3-37A43B201B56}" srcOrd="12" destOrd="0" presId="urn:microsoft.com/office/officeart/2005/8/layout/vList2"/>
    <dgm:cxn modelId="{08EE8C9A-2301-421A-809F-FCADD24CE350}" type="presParOf" srcId="{962E134A-553E-4898-BC63-7F5D54ED534B}" destId="{71B4F0F2-CC2B-4919-8AE3-21F24AEBC679}" srcOrd="13" destOrd="0" presId="urn:microsoft.com/office/officeart/2005/8/layout/vList2"/>
    <dgm:cxn modelId="{4D89E20F-A640-45A3-9795-270353018FB3}" type="presParOf" srcId="{962E134A-553E-4898-BC63-7F5D54ED534B}" destId="{FC9FF224-8C2B-4ADC-95BA-25155E9A97C5}" srcOrd="14" destOrd="0" presId="urn:microsoft.com/office/officeart/2005/8/layout/vList2"/>
  </dgm:cxnLst>
  <dgm:bg/>
  <dgm:whole/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0E5E30A-0933-4DF2-93E2-F2E4A6A5781E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7E4803F4-531F-487E-9F56-7972A9AE6A5D}">
      <dgm:prSet/>
      <dgm:spPr/>
      <dgm:t>
        <a:bodyPr/>
        <a:lstStyle/>
        <a:p>
          <a:pPr rtl="0"/>
          <a:r>
            <a:rPr lang="fr-FR" dirty="0" smtClean="0"/>
            <a:t>Parmi les symptômes suivants, quel(s) est(sont) celui(ceux) qui fait(font) partie de l’accès mélancolique ? </a:t>
          </a:r>
          <a:endParaRPr lang="fr-FR" dirty="0"/>
        </a:p>
      </dgm:t>
    </dgm:pt>
    <dgm:pt modelId="{4548FF2C-D438-4EA7-905A-493F7A7868E1}" type="parTrans" cxnId="{34ECCE37-B76A-47EA-A414-BB9D3A3009A9}">
      <dgm:prSet/>
      <dgm:spPr/>
      <dgm:t>
        <a:bodyPr/>
        <a:lstStyle/>
        <a:p>
          <a:endParaRPr lang="fr-FR"/>
        </a:p>
      </dgm:t>
    </dgm:pt>
    <dgm:pt modelId="{B7650743-E200-4DAA-BFFA-60AF59247DD2}" type="sibTrans" cxnId="{34ECCE37-B76A-47EA-A414-BB9D3A3009A9}">
      <dgm:prSet/>
      <dgm:spPr/>
      <dgm:t>
        <a:bodyPr/>
        <a:lstStyle/>
        <a:p>
          <a:endParaRPr lang="fr-FR"/>
        </a:p>
      </dgm:t>
    </dgm:pt>
    <dgm:pt modelId="{4FF8858D-E99F-4006-93E3-9CC8C59260D9}">
      <dgm:prSet/>
      <dgm:spPr/>
      <dgm:t>
        <a:bodyPr/>
        <a:lstStyle/>
        <a:p>
          <a:pPr rtl="0"/>
          <a:r>
            <a:rPr lang="fr-FR" dirty="0" smtClean="0"/>
            <a:t>A/L’inhibition psychomotrice</a:t>
          </a:r>
          <a:endParaRPr lang="fr-FR" dirty="0"/>
        </a:p>
      </dgm:t>
    </dgm:pt>
    <dgm:pt modelId="{4F0A55FB-BA73-47C4-BC50-4B6D6BB45EA7}" type="parTrans" cxnId="{B07C6525-8EAA-4472-8E08-33B19E825102}">
      <dgm:prSet/>
      <dgm:spPr/>
      <dgm:t>
        <a:bodyPr/>
        <a:lstStyle/>
        <a:p>
          <a:endParaRPr lang="fr-FR"/>
        </a:p>
      </dgm:t>
    </dgm:pt>
    <dgm:pt modelId="{8A1AE4E0-5817-4322-872B-85DA500B28C7}" type="sibTrans" cxnId="{B07C6525-8EAA-4472-8E08-33B19E825102}">
      <dgm:prSet/>
      <dgm:spPr/>
      <dgm:t>
        <a:bodyPr/>
        <a:lstStyle/>
        <a:p>
          <a:endParaRPr lang="fr-FR"/>
        </a:p>
      </dgm:t>
    </dgm:pt>
    <dgm:pt modelId="{F077B18D-03D1-49C5-922E-46F500C162EA}">
      <dgm:prSet/>
      <dgm:spPr/>
      <dgm:t>
        <a:bodyPr/>
        <a:lstStyle/>
        <a:p>
          <a:pPr rtl="0"/>
          <a:r>
            <a:rPr lang="fr-FR" dirty="0" smtClean="0"/>
            <a:t>B/L’automatisme mental</a:t>
          </a:r>
          <a:endParaRPr lang="fr-FR" dirty="0"/>
        </a:p>
      </dgm:t>
    </dgm:pt>
    <dgm:pt modelId="{F1808DC3-1E5F-4D5B-A5B6-CF8E1E31D1E6}" type="parTrans" cxnId="{67D49621-D459-40C4-9461-CB313AF4AE41}">
      <dgm:prSet/>
      <dgm:spPr/>
      <dgm:t>
        <a:bodyPr/>
        <a:lstStyle/>
        <a:p>
          <a:endParaRPr lang="fr-FR"/>
        </a:p>
      </dgm:t>
    </dgm:pt>
    <dgm:pt modelId="{00435023-19C4-406F-A8B7-AAD974BF2B83}" type="sibTrans" cxnId="{67D49621-D459-40C4-9461-CB313AF4AE41}">
      <dgm:prSet/>
      <dgm:spPr/>
      <dgm:t>
        <a:bodyPr/>
        <a:lstStyle/>
        <a:p>
          <a:endParaRPr lang="fr-FR"/>
        </a:p>
      </dgm:t>
    </dgm:pt>
    <dgm:pt modelId="{79B5AC98-B749-438D-AAAA-3CE17562C483}">
      <dgm:prSet/>
      <dgm:spPr/>
      <dgm:t>
        <a:bodyPr/>
        <a:lstStyle/>
        <a:p>
          <a:pPr rtl="0"/>
          <a:r>
            <a:rPr lang="fr-FR" dirty="0" smtClean="0"/>
            <a:t>C/L’anxiété</a:t>
          </a:r>
          <a:endParaRPr lang="fr-FR" dirty="0"/>
        </a:p>
      </dgm:t>
    </dgm:pt>
    <dgm:pt modelId="{DCCE23B4-B4DE-49C0-B92F-219D5B9A0250}" type="parTrans" cxnId="{AC214F0B-2258-4DBC-9EDF-0646D410C780}">
      <dgm:prSet/>
      <dgm:spPr/>
      <dgm:t>
        <a:bodyPr/>
        <a:lstStyle/>
        <a:p>
          <a:endParaRPr lang="fr-FR"/>
        </a:p>
      </dgm:t>
    </dgm:pt>
    <dgm:pt modelId="{3563F562-D8AC-4FEC-B9FE-578B84810267}" type="sibTrans" cxnId="{AC214F0B-2258-4DBC-9EDF-0646D410C780}">
      <dgm:prSet/>
      <dgm:spPr/>
      <dgm:t>
        <a:bodyPr/>
        <a:lstStyle/>
        <a:p>
          <a:endParaRPr lang="fr-FR"/>
        </a:p>
      </dgm:t>
    </dgm:pt>
    <dgm:pt modelId="{990D51AB-C002-4F30-BCBD-47E139D4803E}">
      <dgm:prSet/>
      <dgm:spPr/>
      <dgm:t>
        <a:bodyPr/>
        <a:lstStyle/>
        <a:p>
          <a:pPr rtl="0"/>
          <a:r>
            <a:rPr lang="fr-FR" dirty="0" smtClean="0"/>
            <a:t>D/La douleur morale</a:t>
          </a:r>
          <a:endParaRPr lang="fr-FR" dirty="0"/>
        </a:p>
      </dgm:t>
    </dgm:pt>
    <dgm:pt modelId="{F59EF677-8FEE-4C52-BE40-9EB2000B4536}" type="parTrans" cxnId="{D0EA7EE7-669F-48E7-9D63-6D74333951BD}">
      <dgm:prSet/>
      <dgm:spPr/>
      <dgm:t>
        <a:bodyPr/>
        <a:lstStyle/>
        <a:p>
          <a:endParaRPr lang="fr-FR"/>
        </a:p>
      </dgm:t>
    </dgm:pt>
    <dgm:pt modelId="{20DA4577-2689-4335-B4F7-B4CE57DF9489}" type="sibTrans" cxnId="{D0EA7EE7-669F-48E7-9D63-6D74333951BD}">
      <dgm:prSet/>
      <dgm:spPr/>
      <dgm:t>
        <a:bodyPr/>
        <a:lstStyle/>
        <a:p>
          <a:endParaRPr lang="fr-FR"/>
        </a:p>
      </dgm:t>
    </dgm:pt>
    <dgm:pt modelId="{DFA47118-B05A-4D6E-9442-91F7F4356F73}">
      <dgm:prSet/>
      <dgm:spPr/>
      <dgm:t>
        <a:bodyPr/>
        <a:lstStyle/>
        <a:p>
          <a:pPr rtl="0"/>
          <a:r>
            <a:rPr lang="fr-FR" dirty="0" smtClean="0"/>
            <a:t>E/L’idée ou conduite suicidaire</a:t>
          </a:r>
          <a:endParaRPr lang="fr-FR" dirty="0"/>
        </a:p>
      </dgm:t>
    </dgm:pt>
    <dgm:pt modelId="{DA28F624-217F-4D77-9143-B9ACB4F34F7B}" type="parTrans" cxnId="{5E07CBCD-F5B5-4EFC-9CB2-6DB01C6BE0CD}">
      <dgm:prSet/>
      <dgm:spPr/>
      <dgm:t>
        <a:bodyPr/>
        <a:lstStyle/>
        <a:p>
          <a:endParaRPr lang="fr-FR"/>
        </a:p>
      </dgm:t>
    </dgm:pt>
    <dgm:pt modelId="{597D4832-2494-4F7A-903E-A3E8783943B0}" type="sibTrans" cxnId="{5E07CBCD-F5B5-4EFC-9CB2-6DB01C6BE0CD}">
      <dgm:prSet/>
      <dgm:spPr/>
      <dgm:t>
        <a:bodyPr/>
        <a:lstStyle/>
        <a:p>
          <a:endParaRPr lang="fr-FR"/>
        </a:p>
      </dgm:t>
    </dgm:pt>
    <dgm:pt modelId="{95045972-007C-4DF6-9EB8-B332370D6E5E}">
      <dgm:prSet/>
      <dgm:spPr/>
      <dgm:t>
        <a:bodyPr/>
        <a:lstStyle/>
        <a:p>
          <a:pPr rtl="0"/>
          <a:r>
            <a:rPr lang="fr-FR" dirty="0" smtClean="0"/>
            <a:t>A C D E</a:t>
          </a:r>
          <a:endParaRPr lang="fr-FR" dirty="0"/>
        </a:p>
      </dgm:t>
    </dgm:pt>
    <dgm:pt modelId="{22B38E49-F9BD-4ED5-84AD-9D5280319FAD}" type="parTrans" cxnId="{7EE41576-0BF0-41E6-945E-B0170EAD42A1}">
      <dgm:prSet/>
      <dgm:spPr/>
      <dgm:t>
        <a:bodyPr/>
        <a:lstStyle/>
        <a:p>
          <a:endParaRPr lang="fr-FR"/>
        </a:p>
      </dgm:t>
    </dgm:pt>
    <dgm:pt modelId="{CEBDD6F3-3CF1-4910-9E62-76F365852E15}" type="sibTrans" cxnId="{7EE41576-0BF0-41E6-945E-B0170EAD42A1}">
      <dgm:prSet/>
      <dgm:spPr/>
      <dgm:t>
        <a:bodyPr/>
        <a:lstStyle/>
        <a:p>
          <a:endParaRPr lang="fr-FR"/>
        </a:p>
      </dgm:t>
    </dgm:pt>
    <dgm:pt modelId="{CBEA107E-4687-4295-AE15-7CEA9233926D}" type="pres">
      <dgm:prSet presAssocID="{F0E5E30A-0933-4DF2-93E2-F2E4A6A5781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30A2359-7066-4A51-AC51-ACD56177DBDB}" type="pres">
      <dgm:prSet presAssocID="{7E4803F4-531F-487E-9F56-7972A9AE6A5D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E5D02F0-A9BB-4C81-A2F5-6D80DB5181EB}" type="pres">
      <dgm:prSet presAssocID="{B7650743-E200-4DAA-BFFA-60AF59247DD2}" presName="spacer" presStyleCnt="0"/>
      <dgm:spPr/>
    </dgm:pt>
    <dgm:pt modelId="{12DA86D6-9FB5-4516-AB49-5EBE465D4732}" type="pres">
      <dgm:prSet presAssocID="{4FF8858D-E99F-4006-93E3-9CC8C59260D9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A600B3-BEE1-4435-8BB7-FCEAAC2EC41B}" type="pres">
      <dgm:prSet presAssocID="{8A1AE4E0-5817-4322-872B-85DA500B28C7}" presName="spacer" presStyleCnt="0"/>
      <dgm:spPr/>
    </dgm:pt>
    <dgm:pt modelId="{FD041232-B83D-44D4-BA06-340003360425}" type="pres">
      <dgm:prSet presAssocID="{F077B18D-03D1-49C5-922E-46F500C162EA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967DE22-FB8E-4396-9F57-FCD4D9AB730F}" type="pres">
      <dgm:prSet presAssocID="{00435023-19C4-406F-A8B7-AAD974BF2B83}" presName="spacer" presStyleCnt="0"/>
      <dgm:spPr/>
    </dgm:pt>
    <dgm:pt modelId="{14306245-0AC6-4FAD-B010-39676227CCE6}" type="pres">
      <dgm:prSet presAssocID="{79B5AC98-B749-438D-AAAA-3CE17562C483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926F94B-B304-4DEC-A401-AB08AAFD4BDA}" type="pres">
      <dgm:prSet presAssocID="{3563F562-D8AC-4FEC-B9FE-578B84810267}" presName="spacer" presStyleCnt="0"/>
      <dgm:spPr/>
    </dgm:pt>
    <dgm:pt modelId="{42F1B66E-BF7A-44A4-8857-87DDA226D5B3}" type="pres">
      <dgm:prSet presAssocID="{990D51AB-C002-4F30-BCBD-47E139D4803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1E8CE03-6356-4E64-8187-352D5F6CBF9D}" type="pres">
      <dgm:prSet presAssocID="{20DA4577-2689-4335-B4F7-B4CE57DF9489}" presName="spacer" presStyleCnt="0"/>
      <dgm:spPr/>
    </dgm:pt>
    <dgm:pt modelId="{6DC61A81-7BA3-4DB5-9FA0-B5576422619E}" type="pres">
      <dgm:prSet presAssocID="{DFA47118-B05A-4D6E-9442-91F7F4356F73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142C9F3-A038-4146-80D6-2EEE20776BB1}" type="pres">
      <dgm:prSet presAssocID="{597D4832-2494-4F7A-903E-A3E8783943B0}" presName="spacer" presStyleCnt="0"/>
      <dgm:spPr/>
    </dgm:pt>
    <dgm:pt modelId="{B2652B70-1F63-4AB1-AA09-8753BFFD8106}" type="pres">
      <dgm:prSet presAssocID="{95045972-007C-4DF6-9EB8-B332370D6E5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50BF84A-ACFF-4312-ACDA-C9D882A68DF9}" type="presOf" srcId="{990D51AB-C002-4F30-BCBD-47E139D4803E}" destId="{42F1B66E-BF7A-44A4-8857-87DDA226D5B3}" srcOrd="0" destOrd="0" presId="urn:microsoft.com/office/officeart/2005/8/layout/vList2"/>
    <dgm:cxn modelId="{B314DA84-FBB2-4020-9546-ADEC91439A42}" type="presOf" srcId="{4FF8858D-E99F-4006-93E3-9CC8C59260D9}" destId="{12DA86D6-9FB5-4516-AB49-5EBE465D4732}" srcOrd="0" destOrd="0" presId="urn:microsoft.com/office/officeart/2005/8/layout/vList2"/>
    <dgm:cxn modelId="{AC214F0B-2258-4DBC-9EDF-0646D410C780}" srcId="{F0E5E30A-0933-4DF2-93E2-F2E4A6A5781E}" destId="{79B5AC98-B749-438D-AAAA-3CE17562C483}" srcOrd="3" destOrd="0" parTransId="{DCCE23B4-B4DE-49C0-B92F-219D5B9A0250}" sibTransId="{3563F562-D8AC-4FEC-B9FE-578B84810267}"/>
    <dgm:cxn modelId="{D808B2CB-8837-4CE3-AEAA-2531CD890620}" type="presOf" srcId="{79B5AC98-B749-438D-AAAA-3CE17562C483}" destId="{14306245-0AC6-4FAD-B010-39676227CCE6}" srcOrd="0" destOrd="0" presId="urn:microsoft.com/office/officeart/2005/8/layout/vList2"/>
    <dgm:cxn modelId="{B0AEFEAC-F997-47D3-BF3A-DA3B53BB9AFD}" type="presOf" srcId="{DFA47118-B05A-4D6E-9442-91F7F4356F73}" destId="{6DC61A81-7BA3-4DB5-9FA0-B5576422619E}" srcOrd="0" destOrd="0" presId="urn:microsoft.com/office/officeart/2005/8/layout/vList2"/>
    <dgm:cxn modelId="{7EE41576-0BF0-41E6-945E-B0170EAD42A1}" srcId="{F0E5E30A-0933-4DF2-93E2-F2E4A6A5781E}" destId="{95045972-007C-4DF6-9EB8-B332370D6E5E}" srcOrd="6" destOrd="0" parTransId="{22B38E49-F9BD-4ED5-84AD-9D5280319FAD}" sibTransId="{CEBDD6F3-3CF1-4910-9E62-76F365852E15}"/>
    <dgm:cxn modelId="{5E07CBCD-F5B5-4EFC-9CB2-6DB01C6BE0CD}" srcId="{F0E5E30A-0933-4DF2-93E2-F2E4A6A5781E}" destId="{DFA47118-B05A-4D6E-9442-91F7F4356F73}" srcOrd="5" destOrd="0" parTransId="{DA28F624-217F-4D77-9143-B9ACB4F34F7B}" sibTransId="{597D4832-2494-4F7A-903E-A3E8783943B0}"/>
    <dgm:cxn modelId="{D0EA7EE7-669F-48E7-9D63-6D74333951BD}" srcId="{F0E5E30A-0933-4DF2-93E2-F2E4A6A5781E}" destId="{990D51AB-C002-4F30-BCBD-47E139D4803E}" srcOrd="4" destOrd="0" parTransId="{F59EF677-8FEE-4C52-BE40-9EB2000B4536}" sibTransId="{20DA4577-2689-4335-B4F7-B4CE57DF9489}"/>
    <dgm:cxn modelId="{34ECCE37-B76A-47EA-A414-BB9D3A3009A9}" srcId="{F0E5E30A-0933-4DF2-93E2-F2E4A6A5781E}" destId="{7E4803F4-531F-487E-9F56-7972A9AE6A5D}" srcOrd="0" destOrd="0" parTransId="{4548FF2C-D438-4EA7-905A-493F7A7868E1}" sibTransId="{B7650743-E200-4DAA-BFFA-60AF59247DD2}"/>
    <dgm:cxn modelId="{8DA49FEC-A7D8-4E84-8549-8D9352058663}" type="presOf" srcId="{95045972-007C-4DF6-9EB8-B332370D6E5E}" destId="{B2652B70-1F63-4AB1-AA09-8753BFFD8106}" srcOrd="0" destOrd="0" presId="urn:microsoft.com/office/officeart/2005/8/layout/vList2"/>
    <dgm:cxn modelId="{91B7370B-870E-411A-B855-7E6775237206}" type="presOf" srcId="{F0E5E30A-0933-4DF2-93E2-F2E4A6A5781E}" destId="{CBEA107E-4687-4295-AE15-7CEA9233926D}" srcOrd="0" destOrd="0" presId="urn:microsoft.com/office/officeart/2005/8/layout/vList2"/>
    <dgm:cxn modelId="{67D49621-D459-40C4-9461-CB313AF4AE41}" srcId="{F0E5E30A-0933-4DF2-93E2-F2E4A6A5781E}" destId="{F077B18D-03D1-49C5-922E-46F500C162EA}" srcOrd="2" destOrd="0" parTransId="{F1808DC3-1E5F-4D5B-A5B6-CF8E1E31D1E6}" sibTransId="{00435023-19C4-406F-A8B7-AAD974BF2B83}"/>
    <dgm:cxn modelId="{B07C6525-8EAA-4472-8E08-33B19E825102}" srcId="{F0E5E30A-0933-4DF2-93E2-F2E4A6A5781E}" destId="{4FF8858D-E99F-4006-93E3-9CC8C59260D9}" srcOrd="1" destOrd="0" parTransId="{4F0A55FB-BA73-47C4-BC50-4B6D6BB45EA7}" sibTransId="{8A1AE4E0-5817-4322-872B-85DA500B28C7}"/>
    <dgm:cxn modelId="{865169D7-2FEF-4E58-9BB7-ABD436169BC3}" type="presOf" srcId="{7E4803F4-531F-487E-9F56-7972A9AE6A5D}" destId="{430A2359-7066-4A51-AC51-ACD56177DBDB}" srcOrd="0" destOrd="0" presId="urn:microsoft.com/office/officeart/2005/8/layout/vList2"/>
    <dgm:cxn modelId="{415A71B8-E592-4F60-8FB4-30B7508A8C87}" type="presOf" srcId="{F077B18D-03D1-49C5-922E-46F500C162EA}" destId="{FD041232-B83D-44D4-BA06-340003360425}" srcOrd="0" destOrd="0" presId="urn:microsoft.com/office/officeart/2005/8/layout/vList2"/>
    <dgm:cxn modelId="{940479EF-6304-488F-BFB7-3322E21B1AC0}" type="presParOf" srcId="{CBEA107E-4687-4295-AE15-7CEA9233926D}" destId="{430A2359-7066-4A51-AC51-ACD56177DBDB}" srcOrd="0" destOrd="0" presId="urn:microsoft.com/office/officeart/2005/8/layout/vList2"/>
    <dgm:cxn modelId="{D9602C11-3F5C-42D1-84E9-D1226928223C}" type="presParOf" srcId="{CBEA107E-4687-4295-AE15-7CEA9233926D}" destId="{1E5D02F0-A9BB-4C81-A2F5-6D80DB5181EB}" srcOrd="1" destOrd="0" presId="urn:microsoft.com/office/officeart/2005/8/layout/vList2"/>
    <dgm:cxn modelId="{8AA00ED5-317A-4F10-BF17-90FC7C59C2D2}" type="presParOf" srcId="{CBEA107E-4687-4295-AE15-7CEA9233926D}" destId="{12DA86D6-9FB5-4516-AB49-5EBE465D4732}" srcOrd="2" destOrd="0" presId="urn:microsoft.com/office/officeart/2005/8/layout/vList2"/>
    <dgm:cxn modelId="{D1CCB958-F4D7-4D61-8D54-5BD02FED6A90}" type="presParOf" srcId="{CBEA107E-4687-4295-AE15-7CEA9233926D}" destId="{23A600B3-BEE1-4435-8BB7-FCEAAC2EC41B}" srcOrd="3" destOrd="0" presId="urn:microsoft.com/office/officeart/2005/8/layout/vList2"/>
    <dgm:cxn modelId="{A854FEA3-6022-4EE7-8DEF-D306403BBE27}" type="presParOf" srcId="{CBEA107E-4687-4295-AE15-7CEA9233926D}" destId="{FD041232-B83D-44D4-BA06-340003360425}" srcOrd="4" destOrd="0" presId="urn:microsoft.com/office/officeart/2005/8/layout/vList2"/>
    <dgm:cxn modelId="{CB457CD2-8B82-4B00-BEC5-0B5F311EF3E1}" type="presParOf" srcId="{CBEA107E-4687-4295-AE15-7CEA9233926D}" destId="{A967DE22-FB8E-4396-9F57-FCD4D9AB730F}" srcOrd="5" destOrd="0" presId="urn:microsoft.com/office/officeart/2005/8/layout/vList2"/>
    <dgm:cxn modelId="{52A6D903-EC62-4FCA-9AE4-DEB7664697EE}" type="presParOf" srcId="{CBEA107E-4687-4295-AE15-7CEA9233926D}" destId="{14306245-0AC6-4FAD-B010-39676227CCE6}" srcOrd="6" destOrd="0" presId="urn:microsoft.com/office/officeart/2005/8/layout/vList2"/>
    <dgm:cxn modelId="{A7ED69EE-B081-4567-9FEF-7F244561F1AE}" type="presParOf" srcId="{CBEA107E-4687-4295-AE15-7CEA9233926D}" destId="{6926F94B-B304-4DEC-A401-AB08AAFD4BDA}" srcOrd="7" destOrd="0" presId="urn:microsoft.com/office/officeart/2005/8/layout/vList2"/>
    <dgm:cxn modelId="{AE766723-8507-43CD-8D6E-29ED1B9BEA2F}" type="presParOf" srcId="{CBEA107E-4687-4295-AE15-7CEA9233926D}" destId="{42F1B66E-BF7A-44A4-8857-87DDA226D5B3}" srcOrd="8" destOrd="0" presId="urn:microsoft.com/office/officeart/2005/8/layout/vList2"/>
    <dgm:cxn modelId="{1240C666-A817-4CD5-A909-0089B897DCBC}" type="presParOf" srcId="{CBEA107E-4687-4295-AE15-7CEA9233926D}" destId="{31E8CE03-6356-4E64-8187-352D5F6CBF9D}" srcOrd="9" destOrd="0" presId="urn:microsoft.com/office/officeart/2005/8/layout/vList2"/>
    <dgm:cxn modelId="{5418E557-76D0-470C-A950-CFC4A457D43D}" type="presParOf" srcId="{CBEA107E-4687-4295-AE15-7CEA9233926D}" destId="{6DC61A81-7BA3-4DB5-9FA0-B5576422619E}" srcOrd="10" destOrd="0" presId="urn:microsoft.com/office/officeart/2005/8/layout/vList2"/>
    <dgm:cxn modelId="{798FA134-F35F-42F3-B7BB-4C2498903EEF}" type="presParOf" srcId="{CBEA107E-4687-4295-AE15-7CEA9233926D}" destId="{5142C9F3-A038-4146-80D6-2EEE20776BB1}" srcOrd="11" destOrd="0" presId="urn:microsoft.com/office/officeart/2005/8/layout/vList2"/>
    <dgm:cxn modelId="{BF1BB053-0A14-4246-9DF2-78DEF5F501FC}" type="presParOf" srcId="{CBEA107E-4687-4295-AE15-7CEA9233926D}" destId="{B2652B70-1F63-4AB1-AA09-8753BFFD8106}" srcOrd="12" destOrd="0" presId="urn:microsoft.com/office/officeart/2005/8/layout/vList2"/>
  </dgm:cxnLst>
  <dgm:bg/>
  <dgm:whole/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9AF9D62-672D-44D2-B390-CDB4B291F08C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9EC2D3D7-CB59-4A76-802D-6590828E297C}">
      <dgm:prSet/>
      <dgm:spPr/>
      <dgm:t>
        <a:bodyPr/>
        <a:lstStyle/>
        <a:p>
          <a:pPr rtl="0"/>
          <a:r>
            <a:rPr lang="fr-FR" dirty="0" smtClean="0"/>
            <a:t>Concernant le syndrome dépressif : </a:t>
          </a:r>
          <a:endParaRPr lang="fr-FR" dirty="0"/>
        </a:p>
      </dgm:t>
    </dgm:pt>
    <dgm:pt modelId="{4D7D105E-9580-435B-BD36-8FD4A4FB4C89}" type="parTrans" cxnId="{6091CA1B-C9B1-480B-8548-69710B09654D}">
      <dgm:prSet/>
      <dgm:spPr/>
      <dgm:t>
        <a:bodyPr/>
        <a:lstStyle/>
        <a:p>
          <a:endParaRPr lang="fr-FR"/>
        </a:p>
      </dgm:t>
    </dgm:pt>
    <dgm:pt modelId="{B6D4DB73-DD33-45C0-9BEA-4A809545B8CB}" type="sibTrans" cxnId="{6091CA1B-C9B1-480B-8548-69710B09654D}">
      <dgm:prSet/>
      <dgm:spPr/>
      <dgm:t>
        <a:bodyPr/>
        <a:lstStyle/>
        <a:p>
          <a:endParaRPr lang="fr-FR"/>
        </a:p>
      </dgm:t>
    </dgm:pt>
    <dgm:pt modelId="{4FA74140-7710-4D4D-8B27-829579FDA1A5}">
      <dgm:prSet/>
      <dgm:spPr/>
      <dgm:t>
        <a:bodyPr/>
        <a:lstStyle/>
        <a:p>
          <a:pPr rtl="0"/>
          <a:r>
            <a:rPr lang="fr-FR" dirty="0" smtClean="0"/>
            <a:t>A/Il peut être accompagné de symptômes délirants</a:t>
          </a:r>
          <a:endParaRPr lang="fr-FR" dirty="0"/>
        </a:p>
      </dgm:t>
    </dgm:pt>
    <dgm:pt modelId="{F692017E-E2D6-482B-B44D-08D2D02E4521}" type="parTrans" cxnId="{AE252EA3-7992-4B29-B9F5-2B9989D5C19B}">
      <dgm:prSet/>
      <dgm:spPr/>
      <dgm:t>
        <a:bodyPr/>
        <a:lstStyle/>
        <a:p>
          <a:endParaRPr lang="fr-FR"/>
        </a:p>
      </dgm:t>
    </dgm:pt>
    <dgm:pt modelId="{BFAE75BD-7D32-4852-A1BA-05FEA955B0F3}" type="sibTrans" cxnId="{AE252EA3-7992-4B29-B9F5-2B9989D5C19B}">
      <dgm:prSet/>
      <dgm:spPr/>
      <dgm:t>
        <a:bodyPr/>
        <a:lstStyle/>
        <a:p>
          <a:endParaRPr lang="fr-FR"/>
        </a:p>
      </dgm:t>
    </dgm:pt>
    <dgm:pt modelId="{337BC8AB-ACF7-496F-8533-CFF7CA955337}">
      <dgm:prSet/>
      <dgm:spPr/>
      <dgm:t>
        <a:bodyPr/>
        <a:lstStyle/>
        <a:p>
          <a:pPr rtl="0"/>
          <a:r>
            <a:rPr lang="fr-FR" dirty="0" smtClean="0"/>
            <a:t>B/Il s'observe chez des patientes présentant des troubles de la personnalité</a:t>
          </a:r>
          <a:endParaRPr lang="fr-FR" dirty="0"/>
        </a:p>
      </dgm:t>
    </dgm:pt>
    <dgm:pt modelId="{4E300828-F907-44A8-9914-A88898E9EABB}" type="parTrans" cxnId="{E0C7998B-6E0B-499F-9072-D713270D2E13}">
      <dgm:prSet/>
      <dgm:spPr/>
      <dgm:t>
        <a:bodyPr/>
        <a:lstStyle/>
        <a:p>
          <a:endParaRPr lang="fr-FR"/>
        </a:p>
      </dgm:t>
    </dgm:pt>
    <dgm:pt modelId="{49C51E92-C9AB-4C96-8DBC-86F21394BBD6}" type="sibTrans" cxnId="{E0C7998B-6E0B-499F-9072-D713270D2E13}">
      <dgm:prSet/>
      <dgm:spPr/>
      <dgm:t>
        <a:bodyPr/>
        <a:lstStyle/>
        <a:p>
          <a:endParaRPr lang="fr-FR"/>
        </a:p>
      </dgm:t>
    </dgm:pt>
    <dgm:pt modelId="{8B42A858-EC7B-4DDD-BCD0-AC65A8186180}">
      <dgm:prSet/>
      <dgm:spPr/>
      <dgm:t>
        <a:bodyPr/>
        <a:lstStyle/>
        <a:p>
          <a:pPr rtl="0"/>
          <a:r>
            <a:rPr lang="fr-FR" dirty="0" smtClean="0"/>
            <a:t>C/Il nécessite toujours une mesure de protection des biens du patient</a:t>
          </a:r>
          <a:endParaRPr lang="fr-FR" dirty="0"/>
        </a:p>
      </dgm:t>
    </dgm:pt>
    <dgm:pt modelId="{9A3EE43A-C456-4E73-B8B4-8018D457BAF0}" type="parTrans" cxnId="{CA45664D-B0EB-4189-8504-93639450C1A6}">
      <dgm:prSet/>
      <dgm:spPr/>
      <dgm:t>
        <a:bodyPr/>
        <a:lstStyle/>
        <a:p>
          <a:endParaRPr lang="fr-FR"/>
        </a:p>
      </dgm:t>
    </dgm:pt>
    <dgm:pt modelId="{AB1E4715-F7FE-4398-A893-CEE2F11D2084}" type="sibTrans" cxnId="{CA45664D-B0EB-4189-8504-93639450C1A6}">
      <dgm:prSet/>
      <dgm:spPr/>
      <dgm:t>
        <a:bodyPr/>
        <a:lstStyle/>
        <a:p>
          <a:endParaRPr lang="fr-FR"/>
        </a:p>
      </dgm:t>
    </dgm:pt>
    <dgm:pt modelId="{2B316B6D-3C0B-494B-900A-671AAFA1D9C9}">
      <dgm:prSet/>
      <dgm:spPr/>
      <dgm:t>
        <a:bodyPr/>
        <a:lstStyle/>
        <a:p>
          <a:pPr rtl="0"/>
          <a:r>
            <a:rPr lang="fr-FR" dirty="0" smtClean="0"/>
            <a:t>D/Il peut débuter après 65 ans</a:t>
          </a:r>
          <a:endParaRPr lang="fr-FR" dirty="0"/>
        </a:p>
      </dgm:t>
    </dgm:pt>
    <dgm:pt modelId="{C1A8699C-6794-48E6-872B-CD9730DF5F33}" type="parTrans" cxnId="{7C4EAC01-8C8E-4A11-AE01-A636212CD04D}">
      <dgm:prSet/>
      <dgm:spPr/>
      <dgm:t>
        <a:bodyPr/>
        <a:lstStyle/>
        <a:p>
          <a:endParaRPr lang="fr-FR"/>
        </a:p>
      </dgm:t>
    </dgm:pt>
    <dgm:pt modelId="{735006AE-B6B5-4777-800A-DD334C24CA40}" type="sibTrans" cxnId="{7C4EAC01-8C8E-4A11-AE01-A636212CD04D}">
      <dgm:prSet/>
      <dgm:spPr/>
      <dgm:t>
        <a:bodyPr/>
        <a:lstStyle/>
        <a:p>
          <a:endParaRPr lang="fr-FR"/>
        </a:p>
      </dgm:t>
    </dgm:pt>
    <dgm:pt modelId="{04075B6D-04CF-4078-8B9A-4D5D6B2C78FC}">
      <dgm:prSet/>
      <dgm:spPr/>
      <dgm:t>
        <a:bodyPr/>
        <a:lstStyle/>
        <a:p>
          <a:pPr rtl="0"/>
          <a:r>
            <a:rPr lang="fr-FR" dirty="0" smtClean="0"/>
            <a:t>E/Il impose la mise du patient sous lithium dès le premier accès</a:t>
          </a:r>
          <a:endParaRPr lang="fr-FR" dirty="0"/>
        </a:p>
      </dgm:t>
    </dgm:pt>
    <dgm:pt modelId="{33599C00-FB26-45C2-8B2D-A6BC9837AE02}" type="parTrans" cxnId="{B12E36F8-1CDB-4D7E-ABDB-62CC8F003F65}">
      <dgm:prSet/>
      <dgm:spPr/>
      <dgm:t>
        <a:bodyPr/>
        <a:lstStyle/>
        <a:p>
          <a:endParaRPr lang="fr-FR"/>
        </a:p>
      </dgm:t>
    </dgm:pt>
    <dgm:pt modelId="{06D644C0-A474-41C3-8427-2537882F2FC4}" type="sibTrans" cxnId="{B12E36F8-1CDB-4D7E-ABDB-62CC8F003F65}">
      <dgm:prSet/>
      <dgm:spPr/>
      <dgm:t>
        <a:bodyPr/>
        <a:lstStyle/>
        <a:p>
          <a:endParaRPr lang="fr-FR"/>
        </a:p>
      </dgm:t>
    </dgm:pt>
    <dgm:pt modelId="{34E01C85-8B18-46AA-A801-B16B1422378D}">
      <dgm:prSet/>
      <dgm:spPr/>
      <dgm:t>
        <a:bodyPr/>
        <a:lstStyle/>
        <a:p>
          <a:pPr rtl="0"/>
          <a:r>
            <a:rPr lang="fr-FR" dirty="0" smtClean="0"/>
            <a:t>A D </a:t>
          </a:r>
          <a:endParaRPr lang="fr-FR" dirty="0"/>
        </a:p>
      </dgm:t>
    </dgm:pt>
    <dgm:pt modelId="{8F8E896B-EA72-41A8-AB88-E355CE64BD6F}" type="parTrans" cxnId="{B0EC5D17-0F07-4620-806C-406BABBAA109}">
      <dgm:prSet/>
      <dgm:spPr/>
      <dgm:t>
        <a:bodyPr/>
        <a:lstStyle/>
        <a:p>
          <a:endParaRPr lang="fr-FR"/>
        </a:p>
      </dgm:t>
    </dgm:pt>
    <dgm:pt modelId="{F1A44658-A8E7-4718-B5BB-E73F18B54002}" type="sibTrans" cxnId="{B0EC5D17-0F07-4620-806C-406BABBAA109}">
      <dgm:prSet/>
      <dgm:spPr/>
      <dgm:t>
        <a:bodyPr/>
        <a:lstStyle/>
        <a:p>
          <a:endParaRPr lang="fr-FR"/>
        </a:p>
      </dgm:t>
    </dgm:pt>
    <dgm:pt modelId="{E447D24F-8D7B-4807-BB44-193DE5C00AEF}">
      <dgm:prSet/>
      <dgm:spPr/>
      <dgm:t>
        <a:bodyPr/>
        <a:lstStyle/>
        <a:p>
          <a:pPr rtl="0"/>
          <a:r>
            <a:rPr lang="fr-FR" dirty="0" smtClean="0"/>
            <a:t>B il peut s’observer…..</a:t>
          </a:r>
          <a:endParaRPr lang="fr-FR" dirty="0"/>
        </a:p>
      </dgm:t>
    </dgm:pt>
    <dgm:pt modelId="{01358DF4-BFD8-4F7D-BD82-03C9810656C7}" type="parTrans" cxnId="{8F0FCD3D-80EA-4FE2-B639-C58072492137}">
      <dgm:prSet/>
      <dgm:spPr/>
      <dgm:t>
        <a:bodyPr/>
        <a:lstStyle/>
        <a:p>
          <a:endParaRPr lang="fr-FR"/>
        </a:p>
      </dgm:t>
    </dgm:pt>
    <dgm:pt modelId="{5BE581A5-286F-4AFF-A59B-885A246BDE41}" type="sibTrans" cxnId="{8F0FCD3D-80EA-4FE2-B639-C58072492137}">
      <dgm:prSet/>
      <dgm:spPr/>
      <dgm:t>
        <a:bodyPr/>
        <a:lstStyle/>
        <a:p>
          <a:endParaRPr lang="fr-FR"/>
        </a:p>
      </dgm:t>
    </dgm:pt>
    <dgm:pt modelId="{4B192ADE-BD5C-4DD2-8A68-F0174CEC1FA2}" type="pres">
      <dgm:prSet presAssocID="{09AF9D62-672D-44D2-B390-CDB4B291F08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A499C52-2C29-4187-A928-332517372DA7}" type="pres">
      <dgm:prSet presAssocID="{9EC2D3D7-CB59-4A76-802D-6590828E297C}" presName="parentText" presStyleLbl="node1" presStyleIdx="0" presStyleCnt="8" custScaleY="21189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5B2781-51DB-46E8-8663-9614E2D6015F}" type="pres">
      <dgm:prSet presAssocID="{B6D4DB73-DD33-45C0-9BEA-4A809545B8CB}" presName="spacer" presStyleCnt="0"/>
      <dgm:spPr/>
    </dgm:pt>
    <dgm:pt modelId="{F7A68956-712D-4B60-8017-C5564D5BA3BD}" type="pres">
      <dgm:prSet presAssocID="{4FA74140-7710-4D4D-8B27-829579FDA1A5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DC9243-9EC9-4A91-A60E-888D425A30A6}" type="pres">
      <dgm:prSet presAssocID="{BFAE75BD-7D32-4852-A1BA-05FEA955B0F3}" presName="spacer" presStyleCnt="0"/>
      <dgm:spPr/>
    </dgm:pt>
    <dgm:pt modelId="{7085D5FC-C695-458E-B55E-4AF39CD039D4}" type="pres">
      <dgm:prSet presAssocID="{337BC8AB-ACF7-496F-8533-CFF7CA955337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F900169-9A81-441A-90FA-688BC9DB6650}" type="pres">
      <dgm:prSet presAssocID="{49C51E92-C9AB-4C96-8DBC-86F21394BBD6}" presName="spacer" presStyleCnt="0"/>
      <dgm:spPr/>
    </dgm:pt>
    <dgm:pt modelId="{887AAFCF-41E0-42C5-B1D4-695F3F055DD8}" type="pres">
      <dgm:prSet presAssocID="{8B42A858-EC7B-4DDD-BCD0-AC65A8186180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FBFB5C-A85C-4E17-AA40-DB1267D604A0}" type="pres">
      <dgm:prSet presAssocID="{AB1E4715-F7FE-4398-A893-CEE2F11D2084}" presName="spacer" presStyleCnt="0"/>
      <dgm:spPr/>
    </dgm:pt>
    <dgm:pt modelId="{97294282-48E5-40F7-8ABF-AF2C1927E76A}" type="pres">
      <dgm:prSet presAssocID="{2B316B6D-3C0B-494B-900A-671AAFA1D9C9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9DAAB7-BD2B-49F4-BEA8-069F6A0E8B67}" type="pres">
      <dgm:prSet presAssocID="{735006AE-B6B5-4777-800A-DD334C24CA40}" presName="spacer" presStyleCnt="0"/>
      <dgm:spPr/>
    </dgm:pt>
    <dgm:pt modelId="{9B079EEF-EA80-4D5F-85D2-FFA9A0AC6343}" type="pres">
      <dgm:prSet presAssocID="{04075B6D-04CF-4078-8B9A-4D5D6B2C78FC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0ABEA6D-7378-4E61-9938-81F5DA45682F}" type="pres">
      <dgm:prSet presAssocID="{06D644C0-A474-41C3-8427-2537882F2FC4}" presName="spacer" presStyleCnt="0"/>
      <dgm:spPr/>
    </dgm:pt>
    <dgm:pt modelId="{EC5A9058-B5AE-4933-8E3C-7EFBF4841A9D}" type="pres">
      <dgm:prSet presAssocID="{34E01C85-8B18-46AA-A801-B16B1422378D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EE276BE-21EC-4DDC-BB73-2651C17276C4}" type="pres">
      <dgm:prSet presAssocID="{F1A44658-A8E7-4718-B5BB-E73F18B54002}" presName="spacer" presStyleCnt="0"/>
      <dgm:spPr/>
    </dgm:pt>
    <dgm:pt modelId="{CAB30AE4-9876-4C09-B035-FE5DB1440532}" type="pres">
      <dgm:prSet presAssocID="{E447D24F-8D7B-4807-BB44-193DE5C00AEF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091CA1B-C9B1-480B-8548-69710B09654D}" srcId="{09AF9D62-672D-44D2-B390-CDB4B291F08C}" destId="{9EC2D3D7-CB59-4A76-802D-6590828E297C}" srcOrd="0" destOrd="0" parTransId="{4D7D105E-9580-435B-BD36-8FD4A4FB4C89}" sibTransId="{B6D4DB73-DD33-45C0-9BEA-4A809545B8CB}"/>
    <dgm:cxn modelId="{A18FD93E-A02A-44A6-9DDE-CDC1521D9D63}" type="presOf" srcId="{09AF9D62-672D-44D2-B390-CDB4B291F08C}" destId="{4B192ADE-BD5C-4DD2-8A68-F0174CEC1FA2}" srcOrd="0" destOrd="0" presId="urn:microsoft.com/office/officeart/2005/8/layout/vList2"/>
    <dgm:cxn modelId="{6D88B998-C220-42C9-AF2C-AD7FA1AE03C3}" type="presOf" srcId="{E447D24F-8D7B-4807-BB44-193DE5C00AEF}" destId="{CAB30AE4-9876-4C09-B035-FE5DB1440532}" srcOrd="0" destOrd="0" presId="urn:microsoft.com/office/officeart/2005/8/layout/vList2"/>
    <dgm:cxn modelId="{30E97CF0-B316-447E-86D5-FD7B57CC70D6}" type="presOf" srcId="{337BC8AB-ACF7-496F-8533-CFF7CA955337}" destId="{7085D5FC-C695-458E-B55E-4AF39CD039D4}" srcOrd="0" destOrd="0" presId="urn:microsoft.com/office/officeart/2005/8/layout/vList2"/>
    <dgm:cxn modelId="{AE252EA3-7992-4B29-B9F5-2B9989D5C19B}" srcId="{09AF9D62-672D-44D2-B390-CDB4B291F08C}" destId="{4FA74140-7710-4D4D-8B27-829579FDA1A5}" srcOrd="1" destOrd="0" parTransId="{F692017E-E2D6-482B-B44D-08D2D02E4521}" sibTransId="{BFAE75BD-7D32-4852-A1BA-05FEA955B0F3}"/>
    <dgm:cxn modelId="{FB91211C-678C-4D49-BE5D-3555B4D33BB4}" type="presOf" srcId="{2B316B6D-3C0B-494B-900A-671AAFA1D9C9}" destId="{97294282-48E5-40F7-8ABF-AF2C1927E76A}" srcOrd="0" destOrd="0" presId="urn:microsoft.com/office/officeart/2005/8/layout/vList2"/>
    <dgm:cxn modelId="{8E634A16-3747-4047-B8C3-E9CBDCA98038}" type="presOf" srcId="{34E01C85-8B18-46AA-A801-B16B1422378D}" destId="{EC5A9058-B5AE-4933-8E3C-7EFBF4841A9D}" srcOrd="0" destOrd="0" presId="urn:microsoft.com/office/officeart/2005/8/layout/vList2"/>
    <dgm:cxn modelId="{B12E36F8-1CDB-4D7E-ABDB-62CC8F003F65}" srcId="{09AF9D62-672D-44D2-B390-CDB4B291F08C}" destId="{04075B6D-04CF-4078-8B9A-4D5D6B2C78FC}" srcOrd="5" destOrd="0" parTransId="{33599C00-FB26-45C2-8B2D-A6BC9837AE02}" sibTransId="{06D644C0-A474-41C3-8427-2537882F2FC4}"/>
    <dgm:cxn modelId="{E0C7998B-6E0B-499F-9072-D713270D2E13}" srcId="{09AF9D62-672D-44D2-B390-CDB4B291F08C}" destId="{337BC8AB-ACF7-496F-8533-CFF7CA955337}" srcOrd="2" destOrd="0" parTransId="{4E300828-F907-44A8-9914-A88898E9EABB}" sibTransId="{49C51E92-C9AB-4C96-8DBC-86F21394BBD6}"/>
    <dgm:cxn modelId="{B0EC5D17-0F07-4620-806C-406BABBAA109}" srcId="{09AF9D62-672D-44D2-B390-CDB4B291F08C}" destId="{34E01C85-8B18-46AA-A801-B16B1422378D}" srcOrd="6" destOrd="0" parTransId="{8F8E896B-EA72-41A8-AB88-E355CE64BD6F}" sibTransId="{F1A44658-A8E7-4718-B5BB-E73F18B54002}"/>
    <dgm:cxn modelId="{E94B7930-C1AF-4CC3-A6E7-AD89746033DB}" type="presOf" srcId="{4FA74140-7710-4D4D-8B27-829579FDA1A5}" destId="{F7A68956-712D-4B60-8017-C5564D5BA3BD}" srcOrd="0" destOrd="0" presId="urn:microsoft.com/office/officeart/2005/8/layout/vList2"/>
    <dgm:cxn modelId="{7C4EAC01-8C8E-4A11-AE01-A636212CD04D}" srcId="{09AF9D62-672D-44D2-B390-CDB4B291F08C}" destId="{2B316B6D-3C0B-494B-900A-671AAFA1D9C9}" srcOrd="4" destOrd="0" parTransId="{C1A8699C-6794-48E6-872B-CD9730DF5F33}" sibTransId="{735006AE-B6B5-4777-800A-DD334C24CA40}"/>
    <dgm:cxn modelId="{EE19D739-A34B-4D99-9332-9FD733F151E5}" type="presOf" srcId="{9EC2D3D7-CB59-4A76-802D-6590828E297C}" destId="{DA499C52-2C29-4187-A928-332517372DA7}" srcOrd="0" destOrd="0" presId="urn:microsoft.com/office/officeart/2005/8/layout/vList2"/>
    <dgm:cxn modelId="{02F811A4-D36A-45C0-82C6-FF24A1325CEA}" type="presOf" srcId="{8B42A858-EC7B-4DDD-BCD0-AC65A8186180}" destId="{887AAFCF-41E0-42C5-B1D4-695F3F055DD8}" srcOrd="0" destOrd="0" presId="urn:microsoft.com/office/officeart/2005/8/layout/vList2"/>
    <dgm:cxn modelId="{8F0FCD3D-80EA-4FE2-B639-C58072492137}" srcId="{09AF9D62-672D-44D2-B390-CDB4B291F08C}" destId="{E447D24F-8D7B-4807-BB44-193DE5C00AEF}" srcOrd="7" destOrd="0" parTransId="{01358DF4-BFD8-4F7D-BD82-03C9810656C7}" sibTransId="{5BE581A5-286F-4AFF-A59B-885A246BDE41}"/>
    <dgm:cxn modelId="{CA45664D-B0EB-4189-8504-93639450C1A6}" srcId="{09AF9D62-672D-44D2-B390-CDB4B291F08C}" destId="{8B42A858-EC7B-4DDD-BCD0-AC65A8186180}" srcOrd="3" destOrd="0" parTransId="{9A3EE43A-C456-4E73-B8B4-8018D457BAF0}" sibTransId="{AB1E4715-F7FE-4398-A893-CEE2F11D2084}"/>
    <dgm:cxn modelId="{6135DABE-874B-4D11-8B25-F7F2647F16D5}" type="presOf" srcId="{04075B6D-04CF-4078-8B9A-4D5D6B2C78FC}" destId="{9B079EEF-EA80-4D5F-85D2-FFA9A0AC6343}" srcOrd="0" destOrd="0" presId="urn:microsoft.com/office/officeart/2005/8/layout/vList2"/>
    <dgm:cxn modelId="{F2F0A280-2F00-43F9-A784-F168CCE2F40F}" type="presParOf" srcId="{4B192ADE-BD5C-4DD2-8A68-F0174CEC1FA2}" destId="{DA499C52-2C29-4187-A928-332517372DA7}" srcOrd="0" destOrd="0" presId="urn:microsoft.com/office/officeart/2005/8/layout/vList2"/>
    <dgm:cxn modelId="{F0411A5A-2759-43F3-B9BD-35635525AB53}" type="presParOf" srcId="{4B192ADE-BD5C-4DD2-8A68-F0174CEC1FA2}" destId="{1B5B2781-51DB-46E8-8663-9614E2D6015F}" srcOrd="1" destOrd="0" presId="urn:microsoft.com/office/officeart/2005/8/layout/vList2"/>
    <dgm:cxn modelId="{DF1EF493-EE37-4D1F-B155-2193F94CC857}" type="presParOf" srcId="{4B192ADE-BD5C-4DD2-8A68-F0174CEC1FA2}" destId="{F7A68956-712D-4B60-8017-C5564D5BA3BD}" srcOrd="2" destOrd="0" presId="urn:microsoft.com/office/officeart/2005/8/layout/vList2"/>
    <dgm:cxn modelId="{87C2F305-C258-4AD9-ABA9-D024C7238CE9}" type="presParOf" srcId="{4B192ADE-BD5C-4DD2-8A68-F0174CEC1FA2}" destId="{D5DC9243-9EC9-4A91-A60E-888D425A30A6}" srcOrd="3" destOrd="0" presId="urn:microsoft.com/office/officeart/2005/8/layout/vList2"/>
    <dgm:cxn modelId="{2D622090-D45B-4BF1-90FA-AC5A22991B65}" type="presParOf" srcId="{4B192ADE-BD5C-4DD2-8A68-F0174CEC1FA2}" destId="{7085D5FC-C695-458E-B55E-4AF39CD039D4}" srcOrd="4" destOrd="0" presId="urn:microsoft.com/office/officeart/2005/8/layout/vList2"/>
    <dgm:cxn modelId="{1377D119-36AC-473D-80E0-0E86CDEEF133}" type="presParOf" srcId="{4B192ADE-BD5C-4DD2-8A68-F0174CEC1FA2}" destId="{4F900169-9A81-441A-90FA-688BC9DB6650}" srcOrd="5" destOrd="0" presId="urn:microsoft.com/office/officeart/2005/8/layout/vList2"/>
    <dgm:cxn modelId="{9A5D83CF-8C73-47F8-84FC-E169A2B99D05}" type="presParOf" srcId="{4B192ADE-BD5C-4DD2-8A68-F0174CEC1FA2}" destId="{887AAFCF-41E0-42C5-B1D4-695F3F055DD8}" srcOrd="6" destOrd="0" presId="urn:microsoft.com/office/officeart/2005/8/layout/vList2"/>
    <dgm:cxn modelId="{B2176406-DD5B-453D-A00A-73B7E65818FE}" type="presParOf" srcId="{4B192ADE-BD5C-4DD2-8A68-F0174CEC1FA2}" destId="{2BFBFB5C-A85C-4E17-AA40-DB1267D604A0}" srcOrd="7" destOrd="0" presId="urn:microsoft.com/office/officeart/2005/8/layout/vList2"/>
    <dgm:cxn modelId="{69E9E2AD-901F-4792-A0E6-855D0B68368D}" type="presParOf" srcId="{4B192ADE-BD5C-4DD2-8A68-F0174CEC1FA2}" destId="{97294282-48E5-40F7-8ABF-AF2C1927E76A}" srcOrd="8" destOrd="0" presId="urn:microsoft.com/office/officeart/2005/8/layout/vList2"/>
    <dgm:cxn modelId="{F5065500-98DA-45BA-BF9C-A6E6117FEE21}" type="presParOf" srcId="{4B192ADE-BD5C-4DD2-8A68-F0174CEC1FA2}" destId="{989DAAB7-BD2B-49F4-BEA8-069F6A0E8B67}" srcOrd="9" destOrd="0" presId="urn:microsoft.com/office/officeart/2005/8/layout/vList2"/>
    <dgm:cxn modelId="{3C7BE962-2BB6-4AE2-AE6D-8A08A39889CA}" type="presParOf" srcId="{4B192ADE-BD5C-4DD2-8A68-F0174CEC1FA2}" destId="{9B079EEF-EA80-4D5F-85D2-FFA9A0AC6343}" srcOrd="10" destOrd="0" presId="urn:microsoft.com/office/officeart/2005/8/layout/vList2"/>
    <dgm:cxn modelId="{40DA24BE-17D4-41CC-AC32-4D064BB0CF47}" type="presParOf" srcId="{4B192ADE-BD5C-4DD2-8A68-F0174CEC1FA2}" destId="{60ABEA6D-7378-4E61-9938-81F5DA45682F}" srcOrd="11" destOrd="0" presId="urn:microsoft.com/office/officeart/2005/8/layout/vList2"/>
    <dgm:cxn modelId="{69730D2C-6CBB-4062-A69E-15F6DC014581}" type="presParOf" srcId="{4B192ADE-BD5C-4DD2-8A68-F0174CEC1FA2}" destId="{EC5A9058-B5AE-4933-8E3C-7EFBF4841A9D}" srcOrd="12" destOrd="0" presId="urn:microsoft.com/office/officeart/2005/8/layout/vList2"/>
    <dgm:cxn modelId="{1A0AD423-D15F-4F26-94EF-EA9B3D73FA25}" type="presParOf" srcId="{4B192ADE-BD5C-4DD2-8A68-F0174CEC1FA2}" destId="{6EE276BE-21EC-4DDC-BB73-2651C17276C4}" srcOrd="13" destOrd="0" presId="urn:microsoft.com/office/officeart/2005/8/layout/vList2"/>
    <dgm:cxn modelId="{AF7B3FA2-B7C2-4CA7-8172-AF59F3833F28}" type="presParOf" srcId="{4B192ADE-BD5C-4DD2-8A68-F0174CEC1FA2}" destId="{CAB30AE4-9876-4C09-B035-FE5DB1440532}" srcOrd="14" destOrd="0" presId="urn:microsoft.com/office/officeart/2005/8/layout/vList2"/>
  </dgm:cxnLst>
  <dgm:bg/>
  <dgm:whole/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7383C3F-8EA4-458B-AA3B-C1B428AC6E76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ADB24F34-C649-474E-AB63-A1F8BF093406}">
      <dgm:prSet/>
      <dgm:spPr/>
      <dgm:t>
        <a:bodyPr/>
        <a:lstStyle/>
        <a:p>
          <a:pPr rtl="0"/>
          <a:r>
            <a:rPr lang="fr-FR" dirty="0" smtClean="0"/>
            <a:t>Parmi les thèmes délirants suivants, quels sont ceux qui évoquent un accès mélancolique? </a:t>
          </a:r>
          <a:endParaRPr lang="fr-FR" dirty="0"/>
        </a:p>
      </dgm:t>
    </dgm:pt>
    <dgm:pt modelId="{ED8D0C27-6542-44E1-AA30-8230E86DECEE}" type="parTrans" cxnId="{B69AE2F4-6721-4938-B994-9F91954496FE}">
      <dgm:prSet/>
      <dgm:spPr/>
      <dgm:t>
        <a:bodyPr/>
        <a:lstStyle/>
        <a:p>
          <a:endParaRPr lang="fr-FR"/>
        </a:p>
      </dgm:t>
    </dgm:pt>
    <dgm:pt modelId="{8286C877-2FDE-4EE2-88B4-02A16535CB2C}" type="sibTrans" cxnId="{B69AE2F4-6721-4938-B994-9F91954496FE}">
      <dgm:prSet/>
      <dgm:spPr/>
      <dgm:t>
        <a:bodyPr/>
        <a:lstStyle/>
        <a:p>
          <a:endParaRPr lang="fr-FR"/>
        </a:p>
      </dgm:t>
    </dgm:pt>
    <dgm:pt modelId="{4AE68472-E458-4EF0-880B-E5133A897428}">
      <dgm:prSet/>
      <dgm:spPr/>
      <dgm:t>
        <a:bodyPr/>
        <a:lstStyle/>
        <a:p>
          <a:pPr rtl="0"/>
          <a:r>
            <a:rPr lang="fr-FR" dirty="0" smtClean="0"/>
            <a:t>A/Incurabilité</a:t>
          </a:r>
          <a:endParaRPr lang="fr-FR" dirty="0"/>
        </a:p>
      </dgm:t>
    </dgm:pt>
    <dgm:pt modelId="{A1E6C37B-587B-426D-9CAA-84980EA2E6AB}" type="parTrans" cxnId="{834CB401-28F6-4361-9623-313058345394}">
      <dgm:prSet/>
      <dgm:spPr/>
      <dgm:t>
        <a:bodyPr/>
        <a:lstStyle/>
        <a:p>
          <a:endParaRPr lang="fr-FR"/>
        </a:p>
      </dgm:t>
    </dgm:pt>
    <dgm:pt modelId="{B46393A9-4BCF-46C5-809E-C326D736F30D}" type="sibTrans" cxnId="{834CB401-28F6-4361-9623-313058345394}">
      <dgm:prSet/>
      <dgm:spPr/>
      <dgm:t>
        <a:bodyPr/>
        <a:lstStyle/>
        <a:p>
          <a:endParaRPr lang="fr-FR"/>
        </a:p>
      </dgm:t>
    </dgm:pt>
    <dgm:pt modelId="{FE01CE02-7B25-482D-9549-A9519F570DEB}">
      <dgm:prSet/>
      <dgm:spPr/>
      <dgm:t>
        <a:bodyPr/>
        <a:lstStyle/>
        <a:p>
          <a:pPr rtl="0"/>
          <a:r>
            <a:rPr lang="fr-FR" dirty="0" smtClean="0"/>
            <a:t>B/Mégalomanie</a:t>
          </a:r>
          <a:endParaRPr lang="fr-FR" dirty="0"/>
        </a:p>
      </dgm:t>
    </dgm:pt>
    <dgm:pt modelId="{335FD9BA-CC0B-4674-BC23-FB5B4472F063}" type="parTrans" cxnId="{EEF3FE68-DECE-40C2-B919-E81B2F503168}">
      <dgm:prSet/>
      <dgm:spPr/>
      <dgm:t>
        <a:bodyPr/>
        <a:lstStyle/>
        <a:p>
          <a:endParaRPr lang="fr-FR"/>
        </a:p>
      </dgm:t>
    </dgm:pt>
    <dgm:pt modelId="{31EABA45-8147-43A2-B043-36E32B9009D0}" type="sibTrans" cxnId="{EEF3FE68-DECE-40C2-B919-E81B2F503168}">
      <dgm:prSet/>
      <dgm:spPr/>
      <dgm:t>
        <a:bodyPr/>
        <a:lstStyle/>
        <a:p>
          <a:endParaRPr lang="fr-FR"/>
        </a:p>
      </dgm:t>
    </dgm:pt>
    <dgm:pt modelId="{CF40367F-CE7E-4ED1-AE2E-5D39081BB378}">
      <dgm:prSet/>
      <dgm:spPr/>
      <dgm:t>
        <a:bodyPr/>
        <a:lstStyle/>
        <a:p>
          <a:pPr rtl="0"/>
          <a:r>
            <a:rPr lang="fr-FR" dirty="0" smtClean="0"/>
            <a:t>C/Négation d'organe</a:t>
          </a:r>
          <a:endParaRPr lang="fr-FR" dirty="0"/>
        </a:p>
      </dgm:t>
    </dgm:pt>
    <dgm:pt modelId="{B586E6FD-BED3-4ED8-8327-E8D77B0D0ECE}" type="parTrans" cxnId="{A2BDB9A6-527E-4CFF-B4B5-FC640704AA54}">
      <dgm:prSet/>
      <dgm:spPr/>
      <dgm:t>
        <a:bodyPr/>
        <a:lstStyle/>
        <a:p>
          <a:endParaRPr lang="fr-FR"/>
        </a:p>
      </dgm:t>
    </dgm:pt>
    <dgm:pt modelId="{E5095633-6F41-4C8B-8386-90516CBFE50C}" type="sibTrans" cxnId="{A2BDB9A6-527E-4CFF-B4B5-FC640704AA54}">
      <dgm:prSet/>
      <dgm:spPr/>
      <dgm:t>
        <a:bodyPr/>
        <a:lstStyle/>
        <a:p>
          <a:endParaRPr lang="fr-FR"/>
        </a:p>
      </dgm:t>
    </dgm:pt>
    <dgm:pt modelId="{330D9746-6D0B-4ED6-80A1-692245441D71}">
      <dgm:prSet/>
      <dgm:spPr/>
      <dgm:t>
        <a:bodyPr/>
        <a:lstStyle/>
        <a:p>
          <a:pPr rtl="0"/>
          <a:r>
            <a:rPr lang="fr-FR" dirty="0" smtClean="0"/>
            <a:t>D/Influence</a:t>
          </a:r>
          <a:endParaRPr lang="fr-FR" dirty="0"/>
        </a:p>
      </dgm:t>
    </dgm:pt>
    <dgm:pt modelId="{A61CCFF8-0008-4CD0-8711-8D362EFD0089}" type="parTrans" cxnId="{6CA6A171-0615-40BB-803C-FF23D2B34F4C}">
      <dgm:prSet/>
      <dgm:spPr/>
      <dgm:t>
        <a:bodyPr/>
        <a:lstStyle/>
        <a:p>
          <a:endParaRPr lang="fr-FR"/>
        </a:p>
      </dgm:t>
    </dgm:pt>
    <dgm:pt modelId="{723BD9B9-1EC8-4D64-B704-C74A52F50CBF}" type="sibTrans" cxnId="{6CA6A171-0615-40BB-803C-FF23D2B34F4C}">
      <dgm:prSet/>
      <dgm:spPr/>
      <dgm:t>
        <a:bodyPr/>
        <a:lstStyle/>
        <a:p>
          <a:endParaRPr lang="fr-FR"/>
        </a:p>
      </dgm:t>
    </dgm:pt>
    <dgm:pt modelId="{C20724D3-C058-4673-B391-D46484D8FA30}">
      <dgm:prSet/>
      <dgm:spPr/>
      <dgm:t>
        <a:bodyPr/>
        <a:lstStyle/>
        <a:p>
          <a:pPr rtl="0"/>
          <a:r>
            <a:rPr lang="fr-FR" dirty="0" smtClean="0"/>
            <a:t>E/Indignité</a:t>
          </a:r>
          <a:endParaRPr lang="fr-FR" dirty="0"/>
        </a:p>
      </dgm:t>
    </dgm:pt>
    <dgm:pt modelId="{4647605C-11ED-40A9-9170-B2EBFFF59897}" type="parTrans" cxnId="{EB5FFC62-4A7C-4E9B-96FF-BAEEE8064962}">
      <dgm:prSet/>
      <dgm:spPr/>
      <dgm:t>
        <a:bodyPr/>
        <a:lstStyle/>
        <a:p>
          <a:endParaRPr lang="fr-FR"/>
        </a:p>
      </dgm:t>
    </dgm:pt>
    <dgm:pt modelId="{538F27F0-C084-44A8-B043-AB7989BF7B82}" type="sibTrans" cxnId="{EB5FFC62-4A7C-4E9B-96FF-BAEEE8064962}">
      <dgm:prSet/>
      <dgm:spPr/>
      <dgm:t>
        <a:bodyPr/>
        <a:lstStyle/>
        <a:p>
          <a:endParaRPr lang="fr-FR"/>
        </a:p>
      </dgm:t>
    </dgm:pt>
    <dgm:pt modelId="{2729868F-6945-41AA-91CA-FDAA6CA77D2D}">
      <dgm:prSet/>
      <dgm:spPr/>
      <dgm:t>
        <a:bodyPr/>
        <a:lstStyle/>
        <a:p>
          <a:pPr rtl="0"/>
          <a:r>
            <a:rPr lang="fr-FR" dirty="0" smtClean="0"/>
            <a:t>A C E</a:t>
          </a:r>
          <a:endParaRPr lang="fr-FR" dirty="0"/>
        </a:p>
      </dgm:t>
    </dgm:pt>
    <dgm:pt modelId="{A578F9D2-B3A2-4F14-A9DA-980E032CF23A}" type="parTrans" cxnId="{F9D48E3D-0448-4702-A5DF-C295BC1D7341}">
      <dgm:prSet/>
      <dgm:spPr/>
      <dgm:t>
        <a:bodyPr/>
        <a:lstStyle/>
        <a:p>
          <a:endParaRPr lang="fr-FR"/>
        </a:p>
      </dgm:t>
    </dgm:pt>
    <dgm:pt modelId="{C0587A31-5C52-43B5-BCCA-99E1992AD43C}" type="sibTrans" cxnId="{F9D48E3D-0448-4702-A5DF-C295BC1D7341}">
      <dgm:prSet/>
      <dgm:spPr/>
      <dgm:t>
        <a:bodyPr/>
        <a:lstStyle/>
        <a:p>
          <a:endParaRPr lang="fr-FR"/>
        </a:p>
      </dgm:t>
    </dgm:pt>
    <dgm:pt modelId="{91AED3D5-6677-4AA0-A473-DD1F020C1936}">
      <dgm:prSet/>
      <dgm:spPr/>
      <dgm:t>
        <a:bodyPr/>
        <a:lstStyle/>
        <a:p>
          <a:pPr rtl="0"/>
          <a:r>
            <a:rPr lang="fr-FR" dirty="0" smtClean="0"/>
            <a:t>B </a:t>
          </a:r>
          <a:r>
            <a:rPr lang="fr-FR" dirty="0" err="1" smtClean="0"/>
            <a:t>accé</a:t>
          </a:r>
          <a:r>
            <a:rPr lang="fr-FR" dirty="0" smtClean="0"/>
            <a:t> maniaque D PHC SX</a:t>
          </a:r>
          <a:endParaRPr lang="fr-FR" dirty="0"/>
        </a:p>
      </dgm:t>
    </dgm:pt>
    <dgm:pt modelId="{B717967A-7BE4-42B6-ACFD-D75646923413}" type="parTrans" cxnId="{9FB8846F-3A3E-43AA-B44E-FD14B7F170B9}">
      <dgm:prSet/>
      <dgm:spPr/>
      <dgm:t>
        <a:bodyPr/>
        <a:lstStyle/>
        <a:p>
          <a:endParaRPr lang="fr-FR"/>
        </a:p>
      </dgm:t>
    </dgm:pt>
    <dgm:pt modelId="{AEDC9A5E-49B4-4885-9B6B-B7A6B70A265C}" type="sibTrans" cxnId="{9FB8846F-3A3E-43AA-B44E-FD14B7F170B9}">
      <dgm:prSet/>
      <dgm:spPr/>
      <dgm:t>
        <a:bodyPr/>
        <a:lstStyle/>
        <a:p>
          <a:endParaRPr lang="fr-FR"/>
        </a:p>
      </dgm:t>
    </dgm:pt>
    <dgm:pt modelId="{ABFC3F0E-0422-4470-8951-746AF44A223B}" type="pres">
      <dgm:prSet presAssocID="{A7383C3F-8EA4-458B-AA3B-C1B428AC6E7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49762D4-1A73-4951-9F49-BD36BD1046FE}" type="pres">
      <dgm:prSet presAssocID="{ADB24F34-C649-474E-AB63-A1F8BF093406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754BD6-66DE-4654-BC96-29E4E4420D43}" type="pres">
      <dgm:prSet presAssocID="{8286C877-2FDE-4EE2-88B4-02A16535CB2C}" presName="spacer" presStyleCnt="0"/>
      <dgm:spPr/>
    </dgm:pt>
    <dgm:pt modelId="{7CE502B5-66CC-4247-85F2-96C4112486B2}" type="pres">
      <dgm:prSet presAssocID="{4AE68472-E458-4EF0-880B-E5133A897428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B356CA-5D64-496D-A024-E119968AAB61}" type="pres">
      <dgm:prSet presAssocID="{B46393A9-4BCF-46C5-809E-C326D736F30D}" presName="spacer" presStyleCnt="0"/>
      <dgm:spPr/>
    </dgm:pt>
    <dgm:pt modelId="{A95239ED-CF72-45B2-9401-B7BD11697CE7}" type="pres">
      <dgm:prSet presAssocID="{FE01CE02-7B25-482D-9549-A9519F570DEB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481B54C-DCC0-482B-907F-323DD1F0C92E}" type="pres">
      <dgm:prSet presAssocID="{31EABA45-8147-43A2-B043-36E32B9009D0}" presName="spacer" presStyleCnt="0"/>
      <dgm:spPr/>
    </dgm:pt>
    <dgm:pt modelId="{839D23A0-9F61-4FF6-AA03-82C49E7E0CB9}" type="pres">
      <dgm:prSet presAssocID="{CF40367F-CE7E-4ED1-AE2E-5D39081BB378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ED34449-5F63-4858-B6BE-3C1B560E5858}" type="pres">
      <dgm:prSet presAssocID="{E5095633-6F41-4C8B-8386-90516CBFE50C}" presName="spacer" presStyleCnt="0"/>
      <dgm:spPr/>
    </dgm:pt>
    <dgm:pt modelId="{92AE1C4D-E4E1-4DE3-9D6F-732BBD5EFF06}" type="pres">
      <dgm:prSet presAssocID="{330D9746-6D0B-4ED6-80A1-692245441D71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EB64839-43FD-44C6-BBFC-971FB63530C4}" type="pres">
      <dgm:prSet presAssocID="{723BD9B9-1EC8-4D64-B704-C74A52F50CBF}" presName="spacer" presStyleCnt="0"/>
      <dgm:spPr/>
    </dgm:pt>
    <dgm:pt modelId="{9ACD89EE-52B5-4216-9275-2A38180D7991}" type="pres">
      <dgm:prSet presAssocID="{C20724D3-C058-4673-B391-D46484D8FA30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E68995E-6C87-49FA-B3C5-65CA0E5F5CF3}" type="pres">
      <dgm:prSet presAssocID="{538F27F0-C084-44A8-B043-AB7989BF7B82}" presName="spacer" presStyleCnt="0"/>
      <dgm:spPr/>
    </dgm:pt>
    <dgm:pt modelId="{FD644054-20A6-4CE8-88E1-E4B6B2069B0E}" type="pres">
      <dgm:prSet presAssocID="{2729868F-6945-41AA-91CA-FDAA6CA77D2D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385D813-0104-4CDB-A921-9FE1AE99A489}" type="pres">
      <dgm:prSet presAssocID="{C0587A31-5C52-43B5-BCCA-99E1992AD43C}" presName="spacer" presStyleCnt="0"/>
      <dgm:spPr/>
    </dgm:pt>
    <dgm:pt modelId="{65BD428A-9E23-47CB-9930-EDC28626ED1F}" type="pres">
      <dgm:prSet presAssocID="{91AED3D5-6677-4AA0-A473-DD1F020C1936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95C40C5-046D-4012-A8FA-E1125620C217}" type="presOf" srcId="{A7383C3F-8EA4-458B-AA3B-C1B428AC6E76}" destId="{ABFC3F0E-0422-4470-8951-746AF44A223B}" srcOrd="0" destOrd="0" presId="urn:microsoft.com/office/officeart/2005/8/layout/vList2"/>
    <dgm:cxn modelId="{EEF3FE68-DECE-40C2-B919-E81B2F503168}" srcId="{A7383C3F-8EA4-458B-AA3B-C1B428AC6E76}" destId="{FE01CE02-7B25-482D-9549-A9519F570DEB}" srcOrd="2" destOrd="0" parTransId="{335FD9BA-CC0B-4674-BC23-FB5B4472F063}" sibTransId="{31EABA45-8147-43A2-B043-36E32B9009D0}"/>
    <dgm:cxn modelId="{6CA6A171-0615-40BB-803C-FF23D2B34F4C}" srcId="{A7383C3F-8EA4-458B-AA3B-C1B428AC6E76}" destId="{330D9746-6D0B-4ED6-80A1-692245441D71}" srcOrd="4" destOrd="0" parTransId="{A61CCFF8-0008-4CD0-8711-8D362EFD0089}" sibTransId="{723BD9B9-1EC8-4D64-B704-C74A52F50CBF}"/>
    <dgm:cxn modelId="{82BD7B14-28A0-4578-B63E-7EA39BE50614}" type="presOf" srcId="{91AED3D5-6677-4AA0-A473-DD1F020C1936}" destId="{65BD428A-9E23-47CB-9930-EDC28626ED1F}" srcOrd="0" destOrd="0" presId="urn:microsoft.com/office/officeart/2005/8/layout/vList2"/>
    <dgm:cxn modelId="{416B97F9-60DE-45FA-B6FA-75CFDA6521D2}" type="presOf" srcId="{ADB24F34-C649-474E-AB63-A1F8BF093406}" destId="{549762D4-1A73-4951-9F49-BD36BD1046FE}" srcOrd="0" destOrd="0" presId="urn:microsoft.com/office/officeart/2005/8/layout/vList2"/>
    <dgm:cxn modelId="{576C9EB2-D77E-498D-A612-DA4AF74B67BC}" type="presOf" srcId="{330D9746-6D0B-4ED6-80A1-692245441D71}" destId="{92AE1C4D-E4E1-4DE3-9D6F-732BBD5EFF06}" srcOrd="0" destOrd="0" presId="urn:microsoft.com/office/officeart/2005/8/layout/vList2"/>
    <dgm:cxn modelId="{EB5FFC62-4A7C-4E9B-96FF-BAEEE8064962}" srcId="{A7383C3F-8EA4-458B-AA3B-C1B428AC6E76}" destId="{C20724D3-C058-4673-B391-D46484D8FA30}" srcOrd="5" destOrd="0" parTransId="{4647605C-11ED-40A9-9170-B2EBFFF59897}" sibTransId="{538F27F0-C084-44A8-B043-AB7989BF7B82}"/>
    <dgm:cxn modelId="{F9D48E3D-0448-4702-A5DF-C295BC1D7341}" srcId="{A7383C3F-8EA4-458B-AA3B-C1B428AC6E76}" destId="{2729868F-6945-41AA-91CA-FDAA6CA77D2D}" srcOrd="6" destOrd="0" parTransId="{A578F9D2-B3A2-4F14-A9DA-980E032CF23A}" sibTransId="{C0587A31-5C52-43B5-BCCA-99E1992AD43C}"/>
    <dgm:cxn modelId="{A2BDB9A6-527E-4CFF-B4B5-FC640704AA54}" srcId="{A7383C3F-8EA4-458B-AA3B-C1B428AC6E76}" destId="{CF40367F-CE7E-4ED1-AE2E-5D39081BB378}" srcOrd="3" destOrd="0" parTransId="{B586E6FD-BED3-4ED8-8327-E8D77B0D0ECE}" sibTransId="{E5095633-6F41-4C8B-8386-90516CBFE50C}"/>
    <dgm:cxn modelId="{834CB401-28F6-4361-9623-313058345394}" srcId="{A7383C3F-8EA4-458B-AA3B-C1B428AC6E76}" destId="{4AE68472-E458-4EF0-880B-E5133A897428}" srcOrd="1" destOrd="0" parTransId="{A1E6C37B-587B-426D-9CAA-84980EA2E6AB}" sibTransId="{B46393A9-4BCF-46C5-809E-C326D736F30D}"/>
    <dgm:cxn modelId="{6D8D6A5A-6BFE-462F-8E29-CE0BDF0DAB9C}" type="presOf" srcId="{FE01CE02-7B25-482D-9549-A9519F570DEB}" destId="{A95239ED-CF72-45B2-9401-B7BD11697CE7}" srcOrd="0" destOrd="0" presId="urn:microsoft.com/office/officeart/2005/8/layout/vList2"/>
    <dgm:cxn modelId="{0ECB85BA-9EDD-40A1-83B0-2E58674D5CE9}" type="presOf" srcId="{C20724D3-C058-4673-B391-D46484D8FA30}" destId="{9ACD89EE-52B5-4216-9275-2A38180D7991}" srcOrd="0" destOrd="0" presId="urn:microsoft.com/office/officeart/2005/8/layout/vList2"/>
    <dgm:cxn modelId="{1F0EFC26-C6CF-4AD7-BEB9-62A0DD6B7820}" type="presOf" srcId="{2729868F-6945-41AA-91CA-FDAA6CA77D2D}" destId="{FD644054-20A6-4CE8-88E1-E4B6B2069B0E}" srcOrd="0" destOrd="0" presId="urn:microsoft.com/office/officeart/2005/8/layout/vList2"/>
    <dgm:cxn modelId="{E6562C3B-C302-498C-94B5-8BDA6C14AC73}" type="presOf" srcId="{CF40367F-CE7E-4ED1-AE2E-5D39081BB378}" destId="{839D23A0-9F61-4FF6-AA03-82C49E7E0CB9}" srcOrd="0" destOrd="0" presId="urn:microsoft.com/office/officeart/2005/8/layout/vList2"/>
    <dgm:cxn modelId="{B69AE2F4-6721-4938-B994-9F91954496FE}" srcId="{A7383C3F-8EA4-458B-AA3B-C1B428AC6E76}" destId="{ADB24F34-C649-474E-AB63-A1F8BF093406}" srcOrd="0" destOrd="0" parTransId="{ED8D0C27-6542-44E1-AA30-8230E86DECEE}" sibTransId="{8286C877-2FDE-4EE2-88B4-02A16535CB2C}"/>
    <dgm:cxn modelId="{9FB8846F-3A3E-43AA-B44E-FD14B7F170B9}" srcId="{A7383C3F-8EA4-458B-AA3B-C1B428AC6E76}" destId="{91AED3D5-6677-4AA0-A473-DD1F020C1936}" srcOrd="7" destOrd="0" parTransId="{B717967A-7BE4-42B6-ACFD-D75646923413}" sibTransId="{AEDC9A5E-49B4-4885-9B6B-B7A6B70A265C}"/>
    <dgm:cxn modelId="{C8044B4B-C591-41AE-879E-E2185C2DEA96}" type="presOf" srcId="{4AE68472-E458-4EF0-880B-E5133A897428}" destId="{7CE502B5-66CC-4247-85F2-96C4112486B2}" srcOrd="0" destOrd="0" presId="urn:microsoft.com/office/officeart/2005/8/layout/vList2"/>
    <dgm:cxn modelId="{F4BDEB41-20A3-4EEC-9B74-44F133879CF0}" type="presParOf" srcId="{ABFC3F0E-0422-4470-8951-746AF44A223B}" destId="{549762D4-1A73-4951-9F49-BD36BD1046FE}" srcOrd="0" destOrd="0" presId="urn:microsoft.com/office/officeart/2005/8/layout/vList2"/>
    <dgm:cxn modelId="{89C6AB77-945A-4C30-8DDE-78F9CDA53E6D}" type="presParOf" srcId="{ABFC3F0E-0422-4470-8951-746AF44A223B}" destId="{EA754BD6-66DE-4654-BC96-29E4E4420D43}" srcOrd="1" destOrd="0" presId="urn:microsoft.com/office/officeart/2005/8/layout/vList2"/>
    <dgm:cxn modelId="{952EDCEA-A31F-470C-B049-BBBEF874560A}" type="presParOf" srcId="{ABFC3F0E-0422-4470-8951-746AF44A223B}" destId="{7CE502B5-66CC-4247-85F2-96C4112486B2}" srcOrd="2" destOrd="0" presId="urn:microsoft.com/office/officeart/2005/8/layout/vList2"/>
    <dgm:cxn modelId="{DA9B5D53-8409-4E82-9781-1B6091E95C17}" type="presParOf" srcId="{ABFC3F0E-0422-4470-8951-746AF44A223B}" destId="{FCB356CA-5D64-496D-A024-E119968AAB61}" srcOrd="3" destOrd="0" presId="urn:microsoft.com/office/officeart/2005/8/layout/vList2"/>
    <dgm:cxn modelId="{3538514E-EB72-4F80-9224-A23D01A67A44}" type="presParOf" srcId="{ABFC3F0E-0422-4470-8951-746AF44A223B}" destId="{A95239ED-CF72-45B2-9401-B7BD11697CE7}" srcOrd="4" destOrd="0" presId="urn:microsoft.com/office/officeart/2005/8/layout/vList2"/>
    <dgm:cxn modelId="{25BEE5ED-0BE2-4122-91A3-FD9FB5273A74}" type="presParOf" srcId="{ABFC3F0E-0422-4470-8951-746AF44A223B}" destId="{0481B54C-DCC0-482B-907F-323DD1F0C92E}" srcOrd="5" destOrd="0" presId="urn:microsoft.com/office/officeart/2005/8/layout/vList2"/>
    <dgm:cxn modelId="{DF70B9F0-6C49-41E6-BC1E-54C7D8A75B72}" type="presParOf" srcId="{ABFC3F0E-0422-4470-8951-746AF44A223B}" destId="{839D23A0-9F61-4FF6-AA03-82C49E7E0CB9}" srcOrd="6" destOrd="0" presId="urn:microsoft.com/office/officeart/2005/8/layout/vList2"/>
    <dgm:cxn modelId="{3863F82D-AED9-4205-850E-3E773416CA7D}" type="presParOf" srcId="{ABFC3F0E-0422-4470-8951-746AF44A223B}" destId="{8ED34449-5F63-4858-B6BE-3C1B560E5858}" srcOrd="7" destOrd="0" presId="urn:microsoft.com/office/officeart/2005/8/layout/vList2"/>
    <dgm:cxn modelId="{D049393E-4BB1-41CD-B3BB-FBCDA778774E}" type="presParOf" srcId="{ABFC3F0E-0422-4470-8951-746AF44A223B}" destId="{92AE1C4D-E4E1-4DE3-9D6F-732BBD5EFF06}" srcOrd="8" destOrd="0" presId="urn:microsoft.com/office/officeart/2005/8/layout/vList2"/>
    <dgm:cxn modelId="{2D68ACD0-93D3-42ED-BCDC-E8A1DC85B211}" type="presParOf" srcId="{ABFC3F0E-0422-4470-8951-746AF44A223B}" destId="{7EB64839-43FD-44C6-BBFC-971FB63530C4}" srcOrd="9" destOrd="0" presId="urn:microsoft.com/office/officeart/2005/8/layout/vList2"/>
    <dgm:cxn modelId="{D7E09880-035D-4453-BE44-D87A298AC374}" type="presParOf" srcId="{ABFC3F0E-0422-4470-8951-746AF44A223B}" destId="{9ACD89EE-52B5-4216-9275-2A38180D7991}" srcOrd="10" destOrd="0" presId="urn:microsoft.com/office/officeart/2005/8/layout/vList2"/>
    <dgm:cxn modelId="{7AE0D636-F048-4BF6-9722-68D741E39BD1}" type="presParOf" srcId="{ABFC3F0E-0422-4470-8951-746AF44A223B}" destId="{FE68995E-6C87-49FA-B3C5-65CA0E5F5CF3}" srcOrd="11" destOrd="0" presId="urn:microsoft.com/office/officeart/2005/8/layout/vList2"/>
    <dgm:cxn modelId="{49051250-24CA-42A6-AF13-269DE4373126}" type="presParOf" srcId="{ABFC3F0E-0422-4470-8951-746AF44A223B}" destId="{FD644054-20A6-4CE8-88E1-E4B6B2069B0E}" srcOrd="12" destOrd="0" presId="urn:microsoft.com/office/officeart/2005/8/layout/vList2"/>
    <dgm:cxn modelId="{882A59FB-5AA0-4B3A-87C4-D1259AD8A033}" type="presParOf" srcId="{ABFC3F0E-0422-4470-8951-746AF44A223B}" destId="{8385D813-0104-4CDB-A921-9FE1AE99A489}" srcOrd="13" destOrd="0" presId="urn:microsoft.com/office/officeart/2005/8/layout/vList2"/>
    <dgm:cxn modelId="{537A754C-5A05-4498-A65C-04869868406F}" type="presParOf" srcId="{ABFC3F0E-0422-4470-8951-746AF44A223B}" destId="{65BD428A-9E23-47CB-9930-EDC28626ED1F}" srcOrd="14" destOrd="0" presId="urn:microsoft.com/office/officeart/2005/8/layout/vList2"/>
  </dgm:cxnLst>
  <dgm:bg/>
  <dgm:whole/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DBFD910-4D1F-4E00-A6C9-1C7E20356FF7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560D349C-A536-4751-A212-DBF6E05D1B70}">
      <dgm:prSet/>
      <dgm:spPr/>
      <dgm:t>
        <a:bodyPr/>
        <a:lstStyle/>
        <a:p>
          <a:pPr rtl="0"/>
          <a:r>
            <a:rPr lang="fr-FR" dirty="0" smtClean="0"/>
            <a:t>Dans le cadre d'une inhibition psychomotrice profonde, quel est ou quels sont les symptômes évocateurs d'une dépression mélancolique ? </a:t>
          </a:r>
          <a:endParaRPr lang="fr-FR" dirty="0"/>
        </a:p>
      </dgm:t>
    </dgm:pt>
    <dgm:pt modelId="{F817AC46-B010-4ED5-94DC-6DE5C012578F}" type="parTrans" cxnId="{C0649C31-8F0B-4ACD-9479-98241B629CB2}">
      <dgm:prSet/>
      <dgm:spPr/>
      <dgm:t>
        <a:bodyPr/>
        <a:lstStyle/>
        <a:p>
          <a:endParaRPr lang="fr-FR"/>
        </a:p>
      </dgm:t>
    </dgm:pt>
    <dgm:pt modelId="{73F1FEB2-E6D3-42AD-BA2C-081020BF3A45}" type="sibTrans" cxnId="{C0649C31-8F0B-4ACD-9479-98241B629CB2}">
      <dgm:prSet/>
      <dgm:spPr/>
      <dgm:t>
        <a:bodyPr/>
        <a:lstStyle/>
        <a:p>
          <a:endParaRPr lang="fr-FR"/>
        </a:p>
      </dgm:t>
    </dgm:pt>
    <dgm:pt modelId="{8CBF2069-BF7E-4664-B202-FB674B6A17DA}">
      <dgm:prSet/>
      <dgm:spPr/>
      <dgm:t>
        <a:bodyPr/>
        <a:lstStyle/>
        <a:p>
          <a:pPr rtl="0"/>
          <a:r>
            <a:rPr lang="fr-FR" dirty="0" smtClean="0"/>
            <a:t>A/Hallucinations visuelles</a:t>
          </a:r>
          <a:endParaRPr lang="fr-FR" dirty="0"/>
        </a:p>
      </dgm:t>
    </dgm:pt>
    <dgm:pt modelId="{31A2F539-C246-40F4-8B7D-1CCD0C4045DA}" type="parTrans" cxnId="{80AB6310-B393-4499-AD7D-33B1D03C5EDC}">
      <dgm:prSet/>
      <dgm:spPr/>
      <dgm:t>
        <a:bodyPr/>
        <a:lstStyle/>
        <a:p>
          <a:endParaRPr lang="fr-FR"/>
        </a:p>
      </dgm:t>
    </dgm:pt>
    <dgm:pt modelId="{516DCD04-207E-4075-BC19-D6CB81C4D947}" type="sibTrans" cxnId="{80AB6310-B393-4499-AD7D-33B1D03C5EDC}">
      <dgm:prSet/>
      <dgm:spPr/>
      <dgm:t>
        <a:bodyPr/>
        <a:lstStyle/>
        <a:p>
          <a:endParaRPr lang="fr-FR"/>
        </a:p>
      </dgm:t>
    </dgm:pt>
    <dgm:pt modelId="{7E8FAEB0-1D31-4D9E-A855-B8998929F229}">
      <dgm:prSet/>
      <dgm:spPr/>
      <dgm:t>
        <a:bodyPr/>
        <a:lstStyle/>
        <a:p>
          <a:pPr rtl="0"/>
          <a:r>
            <a:rPr lang="fr-FR" dirty="0" smtClean="0"/>
            <a:t>B/Syndrome catatonique</a:t>
          </a:r>
          <a:endParaRPr lang="fr-FR" dirty="0"/>
        </a:p>
      </dgm:t>
    </dgm:pt>
    <dgm:pt modelId="{85811EAC-87EB-4F41-B051-5D32B30F93B6}" type="parTrans" cxnId="{685E875A-42E3-4F0D-BA39-59A06C2EDC81}">
      <dgm:prSet/>
      <dgm:spPr/>
      <dgm:t>
        <a:bodyPr/>
        <a:lstStyle/>
        <a:p>
          <a:endParaRPr lang="fr-FR"/>
        </a:p>
      </dgm:t>
    </dgm:pt>
    <dgm:pt modelId="{ABB03E9B-0926-480A-B324-67352FED073D}" type="sibTrans" cxnId="{685E875A-42E3-4F0D-BA39-59A06C2EDC81}">
      <dgm:prSet/>
      <dgm:spPr/>
      <dgm:t>
        <a:bodyPr/>
        <a:lstStyle/>
        <a:p>
          <a:endParaRPr lang="fr-FR"/>
        </a:p>
      </dgm:t>
    </dgm:pt>
    <dgm:pt modelId="{E95AE773-A835-41FC-8D8A-E254577E25F6}">
      <dgm:prSet/>
      <dgm:spPr/>
      <dgm:t>
        <a:bodyPr/>
        <a:lstStyle/>
        <a:p>
          <a:pPr rtl="0"/>
          <a:r>
            <a:rPr lang="fr-FR" dirty="0" smtClean="0"/>
            <a:t>C/Sentiments d'incurabilité</a:t>
          </a:r>
          <a:endParaRPr lang="fr-FR" dirty="0"/>
        </a:p>
      </dgm:t>
    </dgm:pt>
    <dgm:pt modelId="{B1AE5FD3-9D97-439D-B175-D891737F58B7}" type="parTrans" cxnId="{AE2C9E51-B463-4F2E-81E5-FC01DF86D7C6}">
      <dgm:prSet/>
      <dgm:spPr/>
      <dgm:t>
        <a:bodyPr/>
        <a:lstStyle/>
        <a:p>
          <a:endParaRPr lang="fr-FR"/>
        </a:p>
      </dgm:t>
    </dgm:pt>
    <dgm:pt modelId="{B5C409BC-9F4F-4769-A226-AA5B20D4C998}" type="sibTrans" cxnId="{AE2C9E51-B463-4F2E-81E5-FC01DF86D7C6}">
      <dgm:prSet/>
      <dgm:spPr/>
      <dgm:t>
        <a:bodyPr/>
        <a:lstStyle/>
        <a:p>
          <a:endParaRPr lang="fr-FR"/>
        </a:p>
      </dgm:t>
    </dgm:pt>
    <dgm:pt modelId="{8AAEBFE3-FF39-4DB2-B022-96E3DF628FE4}">
      <dgm:prSet/>
      <dgm:spPr/>
      <dgm:t>
        <a:bodyPr/>
        <a:lstStyle/>
        <a:p>
          <a:pPr rtl="0"/>
          <a:r>
            <a:rPr lang="fr-FR" dirty="0" smtClean="0"/>
            <a:t>D/Insomnie avec éveil précoce à heure fixe</a:t>
          </a:r>
          <a:endParaRPr lang="fr-FR" dirty="0"/>
        </a:p>
      </dgm:t>
    </dgm:pt>
    <dgm:pt modelId="{EA3A7D60-B182-462A-AFC5-72341F0F101D}" type="parTrans" cxnId="{CB03692A-95C7-447B-8510-C5F556B1D821}">
      <dgm:prSet/>
      <dgm:spPr/>
      <dgm:t>
        <a:bodyPr/>
        <a:lstStyle/>
        <a:p>
          <a:endParaRPr lang="fr-FR"/>
        </a:p>
      </dgm:t>
    </dgm:pt>
    <dgm:pt modelId="{B997486D-0618-4F07-A8FF-C88ED583BD6F}" type="sibTrans" cxnId="{CB03692A-95C7-447B-8510-C5F556B1D821}">
      <dgm:prSet/>
      <dgm:spPr/>
      <dgm:t>
        <a:bodyPr/>
        <a:lstStyle/>
        <a:p>
          <a:endParaRPr lang="fr-FR"/>
        </a:p>
      </dgm:t>
    </dgm:pt>
    <dgm:pt modelId="{D7581652-6E59-4F05-BD83-1AA0C744AB1A}">
      <dgm:prSet/>
      <dgm:spPr/>
      <dgm:t>
        <a:bodyPr/>
        <a:lstStyle/>
        <a:p>
          <a:pPr rtl="0"/>
          <a:r>
            <a:rPr lang="fr-FR" dirty="0" smtClean="0"/>
            <a:t>E/Pessimisme permanent</a:t>
          </a:r>
          <a:endParaRPr lang="fr-FR" dirty="0"/>
        </a:p>
      </dgm:t>
    </dgm:pt>
    <dgm:pt modelId="{1C305681-E4C3-4F8E-8F06-2BDE10A3E75E}" type="parTrans" cxnId="{B2876687-7157-4EA4-B340-9FC39390510F}">
      <dgm:prSet/>
      <dgm:spPr/>
      <dgm:t>
        <a:bodyPr/>
        <a:lstStyle/>
        <a:p>
          <a:endParaRPr lang="fr-FR"/>
        </a:p>
      </dgm:t>
    </dgm:pt>
    <dgm:pt modelId="{2D390AA5-5F4D-4B29-88E6-B72320DEE29C}" type="sibTrans" cxnId="{B2876687-7157-4EA4-B340-9FC39390510F}">
      <dgm:prSet/>
      <dgm:spPr/>
      <dgm:t>
        <a:bodyPr/>
        <a:lstStyle/>
        <a:p>
          <a:endParaRPr lang="fr-FR"/>
        </a:p>
      </dgm:t>
    </dgm:pt>
    <dgm:pt modelId="{9861681D-8D47-4B8D-AAA2-8189595BB112}">
      <dgm:prSet/>
      <dgm:spPr/>
      <dgm:t>
        <a:bodyPr/>
        <a:lstStyle/>
        <a:p>
          <a:pPr rtl="0"/>
          <a:r>
            <a:rPr lang="fr-FR" dirty="0" smtClean="0"/>
            <a:t>C D E ( aussi idées suicidaires , ralentissement psychomoteur , anorexie rarement </a:t>
          </a:r>
          <a:r>
            <a:rPr lang="fr-FR" dirty="0" err="1" smtClean="0"/>
            <a:t>plyphagie</a:t>
          </a:r>
          <a:r>
            <a:rPr lang="fr-FR" dirty="0" smtClean="0"/>
            <a:t> )</a:t>
          </a:r>
          <a:endParaRPr lang="fr-FR" dirty="0"/>
        </a:p>
      </dgm:t>
    </dgm:pt>
    <dgm:pt modelId="{5D2656B5-9143-41D3-B967-92FBC524E452}" type="parTrans" cxnId="{91DE9538-C9DA-4713-A2B2-D82D21F88BDF}">
      <dgm:prSet/>
      <dgm:spPr/>
      <dgm:t>
        <a:bodyPr/>
        <a:lstStyle/>
        <a:p>
          <a:endParaRPr lang="fr-FR"/>
        </a:p>
      </dgm:t>
    </dgm:pt>
    <dgm:pt modelId="{9A2CB22A-0F9E-40D0-8AC9-86983E222748}" type="sibTrans" cxnId="{91DE9538-C9DA-4713-A2B2-D82D21F88BDF}">
      <dgm:prSet/>
      <dgm:spPr/>
      <dgm:t>
        <a:bodyPr/>
        <a:lstStyle/>
        <a:p>
          <a:endParaRPr lang="fr-FR"/>
        </a:p>
      </dgm:t>
    </dgm:pt>
    <dgm:pt modelId="{638D38CF-59CE-45DC-8BA7-76D61C1ADC54}" type="pres">
      <dgm:prSet presAssocID="{EDBFD910-4D1F-4E00-A6C9-1C7E20356FF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469E17B-67BE-4E93-8192-3260C81BEB3F}" type="pres">
      <dgm:prSet presAssocID="{560D349C-A536-4751-A212-DBF6E05D1B70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C857C87-4734-4983-ACAF-85B7C748A8D7}" type="pres">
      <dgm:prSet presAssocID="{73F1FEB2-E6D3-42AD-BA2C-081020BF3A45}" presName="spacer" presStyleCnt="0"/>
      <dgm:spPr/>
    </dgm:pt>
    <dgm:pt modelId="{FD2F8594-B8C8-4489-B89A-D801A5039253}" type="pres">
      <dgm:prSet presAssocID="{8CBF2069-BF7E-4664-B202-FB674B6A17DA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37E9609-7739-42C3-A2D1-990CB06B7997}" type="pres">
      <dgm:prSet presAssocID="{516DCD04-207E-4075-BC19-D6CB81C4D947}" presName="spacer" presStyleCnt="0"/>
      <dgm:spPr/>
    </dgm:pt>
    <dgm:pt modelId="{A245EBD0-F352-4D60-A2F3-82F0725075E1}" type="pres">
      <dgm:prSet presAssocID="{7E8FAEB0-1D31-4D9E-A855-B8998929F229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903232-25CF-4508-8B52-F983FBFDE95F}" type="pres">
      <dgm:prSet presAssocID="{ABB03E9B-0926-480A-B324-67352FED073D}" presName="spacer" presStyleCnt="0"/>
      <dgm:spPr/>
    </dgm:pt>
    <dgm:pt modelId="{9DD0E94E-50B2-4AF4-9E16-6AF74EF1BFAE}" type="pres">
      <dgm:prSet presAssocID="{E95AE773-A835-41FC-8D8A-E254577E25F6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8905193-5533-4010-9B6B-2E68BD604A7F}" type="pres">
      <dgm:prSet presAssocID="{B5C409BC-9F4F-4769-A226-AA5B20D4C998}" presName="spacer" presStyleCnt="0"/>
      <dgm:spPr/>
    </dgm:pt>
    <dgm:pt modelId="{4CE7E81A-7161-4C5A-9803-8BD5028C4633}" type="pres">
      <dgm:prSet presAssocID="{8AAEBFE3-FF39-4DB2-B022-96E3DF628FE4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F1EB802-26A1-4BE9-82C2-7E96B86DF192}" type="pres">
      <dgm:prSet presAssocID="{B997486D-0618-4F07-A8FF-C88ED583BD6F}" presName="spacer" presStyleCnt="0"/>
      <dgm:spPr/>
    </dgm:pt>
    <dgm:pt modelId="{0FBAA994-D6CF-4D65-8B86-43E143D808C9}" type="pres">
      <dgm:prSet presAssocID="{D7581652-6E59-4F05-BD83-1AA0C744AB1A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48CC25F-C078-48D6-82C6-DE3BC655AF24}" type="pres">
      <dgm:prSet presAssocID="{2D390AA5-5F4D-4B29-88E6-B72320DEE29C}" presName="spacer" presStyleCnt="0"/>
      <dgm:spPr/>
    </dgm:pt>
    <dgm:pt modelId="{DC2B4E28-1852-42B3-9859-A2E5F79F9F33}" type="pres">
      <dgm:prSet presAssocID="{9861681D-8D47-4B8D-AAA2-8189595BB112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C6628BB-08F3-43F6-83DD-1485D0694547}" type="presOf" srcId="{7E8FAEB0-1D31-4D9E-A855-B8998929F229}" destId="{A245EBD0-F352-4D60-A2F3-82F0725075E1}" srcOrd="0" destOrd="0" presId="urn:microsoft.com/office/officeart/2005/8/layout/vList2"/>
    <dgm:cxn modelId="{C0649C31-8F0B-4ACD-9479-98241B629CB2}" srcId="{EDBFD910-4D1F-4E00-A6C9-1C7E20356FF7}" destId="{560D349C-A536-4751-A212-DBF6E05D1B70}" srcOrd="0" destOrd="0" parTransId="{F817AC46-B010-4ED5-94DC-6DE5C012578F}" sibTransId="{73F1FEB2-E6D3-42AD-BA2C-081020BF3A45}"/>
    <dgm:cxn modelId="{4ED41632-9DDE-4D12-B82E-F89A0B5E209C}" type="presOf" srcId="{9861681D-8D47-4B8D-AAA2-8189595BB112}" destId="{DC2B4E28-1852-42B3-9859-A2E5F79F9F33}" srcOrd="0" destOrd="0" presId="urn:microsoft.com/office/officeart/2005/8/layout/vList2"/>
    <dgm:cxn modelId="{CB03692A-95C7-447B-8510-C5F556B1D821}" srcId="{EDBFD910-4D1F-4E00-A6C9-1C7E20356FF7}" destId="{8AAEBFE3-FF39-4DB2-B022-96E3DF628FE4}" srcOrd="4" destOrd="0" parTransId="{EA3A7D60-B182-462A-AFC5-72341F0F101D}" sibTransId="{B997486D-0618-4F07-A8FF-C88ED583BD6F}"/>
    <dgm:cxn modelId="{6618DBE2-6265-4BC1-B3B0-6EE93964E3CE}" type="presOf" srcId="{EDBFD910-4D1F-4E00-A6C9-1C7E20356FF7}" destId="{638D38CF-59CE-45DC-8BA7-76D61C1ADC54}" srcOrd="0" destOrd="0" presId="urn:microsoft.com/office/officeart/2005/8/layout/vList2"/>
    <dgm:cxn modelId="{8C3CEFFE-3337-4D52-B08A-185DC565A5A3}" type="presOf" srcId="{E95AE773-A835-41FC-8D8A-E254577E25F6}" destId="{9DD0E94E-50B2-4AF4-9E16-6AF74EF1BFAE}" srcOrd="0" destOrd="0" presId="urn:microsoft.com/office/officeart/2005/8/layout/vList2"/>
    <dgm:cxn modelId="{80AB6310-B393-4499-AD7D-33B1D03C5EDC}" srcId="{EDBFD910-4D1F-4E00-A6C9-1C7E20356FF7}" destId="{8CBF2069-BF7E-4664-B202-FB674B6A17DA}" srcOrd="1" destOrd="0" parTransId="{31A2F539-C246-40F4-8B7D-1CCD0C4045DA}" sibTransId="{516DCD04-207E-4075-BC19-D6CB81C4D947}"/>
    <dgm:cxn modelId="{44412660-81B0-460B-8997-DFD7BBEACDCC}" type="presOf" srcId="{8AAEBFE3-FF39-4DB2-B022-96E3DF628FE4}" destId="{4CE7E81A-7161-4C5A-9803-8BD5028C4633}" srcOrd="0" destOrd="0" presId="urn:microsoft.com/office/officeart/2005/8/layout/vList2"/>
    <dgm:cxn modelId="{AE2C9E51-B463-4F2E-81E5-FC01DF86D7C6}" srcId="{EDBFD910-4D1F-4E00-A6C9-1C7E20356FF7}" destId="{E95AE773-A835-41FC-8D8A-E254577E25F6}" srcOrd="3" destOrd="0" parTransId="{B1AE5FD3-9D97-439D-B175-D891737F58B7}" sibTransId="{B5C409BC-9F4F-4769-A226-AA5B20D4C998}"/>
    <dgm:cxn modelId="{91DE9538-C9DA-4713-A2B2-D82D21F88BDF}" srcId="{EDBFD910-4D1F-4E00-A6C9-1C7E20356FF7}" destId="{9861681D-8D47-4B8D-AAA2-8189595BB112}" srcOrd="6" destOrd="0" parTransId="{5D2656B5-9143-41D3-B967-92FBC524E452}" sibTransId="{9A2CB22A-0F9E-40D0-8AC9-86983E222748}"/>
    <dgm:cxn modelId="{F32F8E97-8A2E-483E-983C-DEEFD008D468}" type="presOf" srcId="{8CBF2069-BF7E-4664-B202-FB674B6A17DA}" destId="{FD2F8594-B8C8-4489-B89A-D801A5039253}" srcOrd="0" destOrd="0" presId="urn:microsoft.com/office/officeart/2005/8/layout/vList2"/>
    <dgm:cxn modelId="{B2876687-7157-4EA4-B340-9FC39390510F}" srcId="{EDBFD910-4D1F-4E00-A6C9-1C7E20356FF7}" destId="{D7581652-6E59-4F05-BD83-1AA0C744AB1A}" srcOrd="5" destOrd="0" parTransId="{1C305681-E4C3-4F8E-8F06-2BDE10A3E75E}" sibTransId="{2D390AA5-5F4D-4B29-88E6-B72320DEE29C}"/>
    <dgm:cxn modelId="{37ACFF1F-099D-4CCC-8E4C-85AC7B323AC2}" type="presOf" srcId="{D7581652-6E59-4F05-BD83-1AA0C744AB1A}" destId="{0FBAA994-D6CF-4D65-8B86-43E143D808C9}" srcOrd="0" destOrd="0" presId="urn:microsoft.com/office/officeart/2005/8/layout/vList2"/>
    <dgm:cxn modelId="{55A97B17-030A-44FC-8E7C-11F878540FBD}" type="presOf" srcId="{560D349C-A536-4751-A212-DBF6E05D1B70}" destId="{9469E17B-67BE-4E93-8192-3260C81BEB3F}" srcOrd="0" destOrd="0" presId="urn:microsoft.com/office/officeart/2005/8/layout/vList2"/>
    <dgm:cxn modelId="{685E875A-42E3-4F0D-BA39-59A06C2EDC81}" srcId="{EDBFD910-4D1F-4E00-A6C9-1C7E20356FF7}" destId="{7E8FAEB0-1D31-4D9E-A855-B8998929F229}" srcOrd="2" destOrd="0" parTransId="{85811EAC-87EB-4F41-B051-5D32B30F93B6}" sibTransId="{ABB03E9B-0926-480A-B324-67352FED073D}"/>
    <dgm:cxn modelId="{E1B9843F-DE17-4DC9-93C5-CC76628C4C08}" type="presParOf" srcId="{638D38CF-59CE-45DC-8BA7-76D61C1ADC54}" destId="{9469E17B-67BE-4E93-8192-3260C81BEB3F}" srcOrd="0" destOrd="0" presId="urn:microsoft.com/office/officeart/2005/8/layout/vList2"/>
    <dgm:cxn modelId="{A6733CD6-F86C-4CFE-B743-ED5BEF68D9F4}" type="presParOf" srcId="{638D38CF-59CE-45DC-8BA7-76D61C1ADC54}" destId="{BC857C87-4734-4983-ACAF-85B7C748A8D7}" srcOrd="1" destOrd="0" presId="urn:microsoft.com/office/officeart/2005/8/layout/vList2"/>
    <dgm:cxn modelId="{4F0C3EBC-C00C-4058-A6FF-43FF1AAD6D93}" type="presParOf" srcId="{638D38CF-59CE-45DC-8BA7-76D61C1ADC54}" destId="{FD2F8594-B8C8-4489-B89A-D801A5039253}" srcOrd="2" destOrd="0" presId="urn:microsoft.com/office/officeart/2005/8/layout/vList2"/>
    <dgm:cxn modelId="{DAFB8682-62E0-4BB8-BC9C-A56A69FE67C9}" type="presParOf" srcId="{638D38CF-59CE-45DC-8BA7-76D61C1ADC54}" destId="{837E9609-7739-42C3-A2D1-990CB06B7997}" srcOrd="3" destOrd="0" presId="urn:microsoft.com/office/officeart/2005/8/layout/vList2"/>
    <dgm:cxn modelId="{1B9B71F1-97F7-4723-BF61-FD21964056F1}" type="presParOf" srcId="{638D38CF-59CE-45DC-8BA7-76D61C1ADC54}" destId="{A245EBD0-F352-4D60-A2F3-82F0725075E1}" srcOrd="4" destOrd="0" presId="urn:microsoft.com/office/officeart/2005/8/layout/vList2"/>
    <dgm:cxn modelId="{1D370C34-F873-478A-8EB4-16A0A33FE9CF}" type="presParOf" srcId="{638D38CF-59CE-45DC-8BA7-76D61C1ADC54}" destId="{73903232-25CF-4508-8B52-F983FBFDE95F}" srcOrd="5" destOrd="0" presId="urn:microsoft.com/office/officeart/2005/8/layout/vList2"/>
    <dgm:cxn modelId="{A7A1DC9E-E82F-4020-AE11-9CC54081FE94}" type="presParOf" srcId="{638D38CF-59CE-45DC-8BA7-76D61C1ADC54}" destId="{9DD0E94E-50B2-4AF4-9E16-6AF74EF1BFAE}" srcOrd="6" destOrd="0" presId="urn:microsoft.com/office/officeart/2005/8/layout/vList2"/>
    <dgm:cxn modelId="{B54811AC-9EF0-42F5-A954-CB8A46A2C846}" type="presParOf" srcId="{638D38CF-59CE-45DC-8BA7-76D61C1ADC54}" destId="{18905193-5533-4010-9B6B-2E68BD604A7F}" srcOrd="7" destOrd="0" presId="urn:microsoft.com/office/officeart/2005/8/layout/vList2"/>
    <dgm:cxn modelId="{C7FE69A5-D4EA-4CC3-93B1-F8E7F1A37459}" type="presParOf" srcId="{638D38CF-59CE-45DC-8BA7-76D61C1ADC54}" destId="{4CE7E81A-7161-4C5A-9803-8BD5028C4633}" srcOrd="8" destOrd="0" presId="urn:microsoft.com/office/officeart/2005/8/layout/vList2"/>
    <dgm:cxn modelId="{97EE2300-D2CB-4FDA-A80D-F283BA8C75D4}" type="presParOf" srcId="{638D38CF-59CE-45DC-8BA7-76D61C1ADC54}" destId="{BF1EB802-26A1-4BE9-82C2-7E96B86DF192}" srcOrd="9" destOrd="0" presId="urn:microsoft.com/office/officeart/2005/8/layout/vList2"/>
    <dgm:cxn modelId="{824D990B-DC79-4583-8CC6-53D0A2555D22}" type="presParOf" srcId="{638D38CF-59CE-45DC-8BA7-76D61C1ADC54}" destId="{0FBAA994-D6CF-4D65-8B86-43E143D808C9}" srcOrd="10" destOrd="0" presId="urn:microsoft.com/office/officeart/2005/8/layout/vList2"/>
    <dgm:cxn modelId="{AB5AA850-BA77-4616-A565-F1FC90B14AF1}" type="presParOf" srcId="{638D38CF-59CE-45DC-8BA7-76D61C1ADC54}" destId="{148CC25F-C078-48D6-82C6-DE3BC655AF24}" srcOrd="11" destOrd="0" presId="urn:microsoft.com/office/officeart/2005/8/layout/vList2"/>
    <dgm:cxn modelId="{6CF23894-A14A-4697-9A35-253F56D929E1}" type="presParOf" srcId="{638D38CF-59CE-45DC-8BA7-76D61C1ADC54}" destId="{DC2B4E28-1852-42B3-9859-A2E5F79F9F33}" srcOrd="12" destOrd="0" presId="urn:microsoft.com/office/officeart/2005/8/layout/vList2"/>
  </dgm:cxnLst>
  <dgm:bg/>
  <dgm:whole/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04940E5-6182-403B-BB03-31F78379B770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BE71F607-A307-4AFC-888A-FFC2E7EBE380}">
      <dgm:prSet/>
      <dgm:spPr/>
      <dgm:t>
        <a:bodyPr/>
        <a:lstStyle/>
        <a:p>
          <a:pPr rtl="0"/>
          <a:r>
            <a:rPr lang="fr-FR" dirty="0" smtClean="0"/>
            <a:t>La </a:t>
          </a:r>
          <a:r>
            <a:rPr lang="fr-FR" dirty="0" err="1" smtClean="0"/>
            <a:t>clomipramine</a:t>
          </a:r>
          <a:r>
            <a:rPr lang="fr-FR" dirty="0" smtClean="0"/>
            <a:t> (</a:t>
          </a:r>
          <a:r>
            <a:rPr lang="fr-FR" dirty="0" err="1" smtClean="0"/>
            <a:t>Anafranil</a:t>
          </a:r>
          <a:r>
            <a:rPr lang="fr-FR" dirty="0" smtClean="0"/>
            <a:t>®) est utilisée pour traiter : </a:t>
          </a:r>
          <a:endParaRPr lang="fr-FR" dirty="0"/>
        </a:p>
      </dgm:t>
    </dgm:pt>
    <dgm:pt modelId="{17859368-94A2-42C5-88F1-7254F931DD87}" type="parTrans" cxnId="{FC9ABA69-9001-4C87-BD7F-ACB8D3672755}">
      <dgm:prSet/>
      <dgm:spPr/>
      <dgm:t>
        <a:bodyPr/>
        <a:lstStyle/>
        <a:p>
          <a:endParaRPr lang="fr-FR"/>
        </a:p>
      </dgm:t>
    </dgm:pt>
    <dgm:pt modelId="{B5F287BA-7758-4361-8E60-AC83C83A824F}" type="sibTrans" cxnId="{FC9ABA69-9001-4C87-BD7F-ACB8D3672755}">
      <dgm:prSet/>
      <dgm:spPr/>
      <dgm:t>
        <a:bodyPr/>
        <a:lstStyle/>
        <a:p>
          <a:endParaRPr lang="fr-FR"/>
        </a:p>
      </dgm:t>
    </dgm:pt>
    <dgm:pt modelId="{F0C699B8-B358-4BD9-9ACA-6770D3BAA260}">
      <dgm:prSet/>
      <dgm:spPr/>
      <dgm:t>
        <a:bodyPr/>
        <a:lstStyle/>
        <a:p>
          <a:pPr rtl="0"/>
          <a:r>
            <a:rPr lang="fr-FR" dirty="0" smtClean="0"/>
            <a:t>A/L'humeur dépressive</a:t>
          </a:r>
          <a:endParaRPr lang="fr-FR" dirty="0"/>
        </a:p>
      </dgm:t>
    </dgm:pt>
    <dgm:pt modelId="{55BC8BE5-0AE4-4DD1-8E73-5F4BB0956EAB}" type="parTrans" cxnId="{7BF4BB50-450C-4229-8DB8-EF90641BDCF8}">
      <dgm:prSet/>
      <dgm:spPr/>
      <dgm:t>
        <a:bodyPr/>
        <a:lstStyle/>
        <a:p>
          <a:endParaRPr lang="fr-FR"/>
        </a:p>
      </dgm:t>
    </dgm:pt>
    <dgm:pt modelId="{B56ACBCE-99EF-41AA-8462-7437C2857DE4}" type="sibTrans" cxnId="{7BF4BB50-450C-4229-8DB8-EF90641BDCF8}">
      <dgm:prSet/>
      <dgm:spPr/>
      <dgm:t>
        <a:bodyPr/>
        <a:lstStyle/>
        <a:p>
          <a:endParaRPr lang="fr-FR"/>
        </a:p>
      </dgm:t>
    </dgm:pt>
    <dgm:pt modelId="{9CFC5E82-45E2-4F48-8F2C-CBAFAB768046}">
      <dgm:prSet/>
      <dgm:spPr/>
      <dgm:t>
        <a:bodyPr/>
        <a:lstStyle/>
        <a:p>
          <a:pPr rtl="0"/>
          <a:r>
            <a:rPr lang="fr-FR" dirty="0" smtClean="0"/>
            <a:t>B/Le trouble obsessionnel-compulsif</a:t>
          </a:r>
          <a:endParaRPr lang="fr-FR" dirty="0"/>
        </a:p>
      </dgm:t>
    </dgm:pt>
    <dgm:pt modelId="{B4AFEEAB-A89C-4159-AC70-D31734CBF14F}" type="parTrans" cxnId="{74CFC0BD-F32A-4BE7-8D1F-EBE97CDDA6AB}">
      <dgm:prSet/>
      <dgm:spPr/>
      <dgm:t>
        <a:bodyPr/>
        <a:lstStyle/>
        <a:p>
          <a:endParaRPr lang="fr-FR"/>
        </a:p>
      </dgm:t>
    </dgm:pt>
    <dgm:pt modelId="{72A0DAF4-DA74-41D6-9712-0BA61AC057BB}" type="sibTrans" cxnId="{74CFC0BD-F32A-4BE7-8D1F-EBE97CDDA6AB}">
      <dgm:prSet/>
      <dgm:spPr/>
      <dgm:t>
        <a:bodyPr/>
        <a:lstStyle/>
        <a:p>
          <a:endParaRPr lang="fr-FR"/>
        </a:p>
      </dgm:t>
    </dgm:pt>
    <dgm:pt modelId="{EC031519-02F7-42FD-82F3-642204C8387C}">
      <dgm:prSet/>
      <dgm:spPr/>
      <dgm:t>
        <a:bodyPr/>
        <a:lstStyle/>
        <a:p>
          <a:pPr rtl="0"/>
          <a:r>
            <a:rPr lang="fr-FR" dirty="0" smtClean="0"/>
            <a:t>C/La prévention des attaques de panique</a:t>
          </a:r>
          <a:endParaRPr lang="fr-FR" dirty="0"/>
        </a:p>
      </dgm:t>
    </dgm:pt>
    <dgm:pt modelId="{744F4BA5-9FB9-4E89-BF84-66769362CB1F}" type="parTrans" cxnId="{66E3C470-09CA-4FD2-B58B-10627E82F8AC}">
      <dgm:prSet/>
      <dgm:spPr/>
      <dgm:t>
        <a:bodyPr/>
        <a:lstStyle/>
        <a:p>
          <a:endParaRPr lang="fr-FR"/>
        </a:p>
      </dgm:t>
    </dgm:pt>
    <dgm:pt modelId="{32AF999C-ECB0-4BB7-BB98-5F33516851C6}" type="sibTrans" cxnId="{66E3C470-09CA-4FD2-B58B-10627E82F8AC}">
      <dgm:prSet/>
      <dgm:spPr/>
      <dgm:t>
        <a:bodyPr/>
        <a:lstStyle/>
        <a:p>
          <a:endParaRPr lang="fr-FR"/>
        </a:p>
      </dgm:t>
    </dgm:pt>
    <dgm:pt modelId="{788E008C-78CD-4168-AD73-91BBCFE0B3CC}">
      <dgm:prSet/>
      <dgm:spPr/>
      <dgm:t>
        <a:bodyPr/>
        <a:lstStyle/>
        <a:p>
          <a:pPr rtl="0"/>
          <a:r>
            <a:rPr lang="fr-FR" dirty="0" smtClean="0"/>
            <a:t>D/Les états confusionnels</a:t>
          </a:r>
          <a:endParaRPr lang="fr-FR" dirty="0"/>
        </a:p>
      </dgm:t>
    </dgm:pt>
    <dgm:pt modelId="{0BA1071F-ED06-4226-93D4-AD511DA35E47}" type="parTrans" cxnId="{EDCF5D56-2E5C-4D4C-8CB2-0B2568F14029}">
      <dgm:prSet/>
      <dgm:spPr/>
      <dgm:t>
        <a:bodyPr/>
        <a:lstStyle/>
        <a:p>
          <a:endParaRPr lang="fr-FR"/>
        </a:p>
      </dgm:t>
    </dgm:pt>
    <dgm:pt modelId="{B92EDDE8-23E7-44DD-A520-D8A6B500EA12}" type="sibTrans" cxnId="{EDCF5D56-2E5C-4D4C-8CB2-0B2568F14029}">
      <dgm:prSet/>
      <dgm:spPr/>
      <dgm:t>
        <a:bodyPr/>
        <a:lstStyle/>
        <a:p>
          <a:endParaRPr lang="fr-FR"/>
        </a:p>
      </dgm:t>
    </dgm:pt>
    <dgm:pt modelId="{ACE549E2-767B-4771-8F0C-85E338E3E5E4}">
      <dgm:prSet/>
      <dgm:spPr/>
      <dgm:t>
        <a:bodyPr/>
        <a:lstStyle/>
        <a:p>
          <a:pPr rtl="0"/>
          <a:r>
            <a:rPr lang="fr-FR" dirty="0" smtClean="0"/>
            <a:t>E/Les délires de préjudice</a:t>
          </a:r>
          <a:endParaRPr lang="fr-FR" dirty="0"/>
        </a:p>
      </dgm:t>
    </dgm:pt>
    <dgm:pt modelId="{E7F3DF0C-0302-48F3-8E8C-EBCBDA2259B5}" type="parTrans" cxnId="{4795574E-FD00-431E-994A-DE4D30B3388C}">
      <dgm:prSet/>
      <dgm:spPr/>
      <dgm:t>
        <a:bodyPr/>
        <a:lstStyle/>
        <a:p>
          <a:endParaRPr lang="fr-FR"/>
        </a:p>
      </dgm:t>
    </dgm:pt>
    <dgm:pt modelId="{AE1DD752-8BC1-4483-8E40-15B8365F9078}" type="sibTrans" cxnId="{4795574E-FD00-431E-994A-DE4D30B3388C}">
      <dgm:prSet/>
      <dgm:spPr/>
      <dgm:t>
        <a:bodyPr/>
        <a:lstStyle/>
        <a:p>
          <a:endParaRPr lang="fr-FR"/>
        </a:p>
      </dgm:t>
    </dgm:pt>
    <dgm:pt modelId="{47D32E17-2FD2-4334-BC74-F1365C996B6E}">
      <dgm:prSet/>
      <dgm:spPr/>
      <dgm:t>
        <a:bodyPr/>
        <a:lstStyle/>
        <a:p>
          <a:pPr rtl="0"/>
          <a:r>
            <a:rPr lang="fr-FR" dirty="0" smtClean="0"/>
            <a:t>A B C</a:t>
          </a:r>
          <a:endParaRPr lang="fr-FR" dirty="0"/>
        </a:p>
      </dgm:t>
    </dgm:pt>
    <dgm:pt modelId="{0A16220A-7730-4842-8DF4-EF598F6D2516}" type="parTrans" cxnId="{5F5DD9C4-43B1-45CE-A5FA-61E47CFAD20C}">
      <dgm:prSet/>
      <dgm:spPr/>
      <dgm:t>
        <a:bodyPr/>
        <a:lstStyle/>
        <a:p>
          <a:endParaRPr lang="fr-FR"/>
        </a:p>
      </dgm:t>
    </dgm:pt>
    <dgm:pt modelId="{5A055240-AF6B-4F48-B0C1-11398188E9E4}" type="sibTrans" cxnId="{5F5DD9C4-43B1-45CE-A5FA-61E47CFAD20C}">
      <dgm:prSet/>
      <dgm:spPr/>
      <dgm:t>
        <a:bodyPr/>
        <a:lstStyle/>
        <a:p>
          <a:endParaRPr lang="fr-FR"/>
        </a:p>
      </dgm:t>
    </dgm:pt>
    <dgm:pt modelId="{8BC0223B-8C34-4587-9745-136CCDD9C7C7}" type="pres">
      <dgm:prSet presAssocID="{F04940E5-6182-403B-BB03-31F78379B77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2D60B7D-D08B-42AB-9BC0-2A96D93A66C3}" type="pres">
      <dgm:prSet presAssocID="{BE71F607-A307-4AFC-888A-FFC2E7EBE380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4655A-85FE-450C-BC11-BBEB65785248}" type="pres">
      <dgm:prSet presAssocID="{B5F287BA-7758-4361-8E60-AC83C83A824F}" presName="spacer" presStyleCnt="0"/>
      <dgm:spPr/>
    </dgm:pt>
    <dgm:pt modelId="{34AEEFB0-C772-4923-8C11-A62932E98068}" type="pres">
      <dgm:prSet presAssocID="{F0C699B8-B358-4BD9-9ACA-6770D3BAA260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5D23E06-7D17-43FE-9993-718E675C621F}" type="pres">
      <dgm:prSet presAssocID="{B56ACBCE-99EF-41AA-8462-7437C2857DE4}" presName="spacer" presStyleCnt="0"/>
      <dgm:spPr/>
    </dgm:pt>
    <dgm:pt modelId="{91F5C40F-48ED-4258-B5C2-9E395E739237}" type="pres">
      <dgm:prSet presAssocID="{9CFC5E82-45E2-4F48-8F2C-CBAFAB768046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414627C-70B6-4980-AA45-3CAB642528ED}" type="pres">
      <dgm:prSet presAssocID="{72A0DAF4-DA74-41D6-9712-0BA61AC057BB}" presName="spacer" presStyleCnt="0"/>
      <dgm:spPr/>
    </dgm:pt>
    <dgm:pt modelId="{380F5F69-7D7B-4E69-84B1-3FD4912CE2DA}" type="pres">
      <dgm:prSet presAssocID="{EC031519-02F7-42FD-82F3-642204C8387C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1867BA-98DE-4E97-A979-36A351A26602}" type="pres">
      <dgm:prSet presAssocID="{32AF999C-ECB0-4BB7-BB98-5F33516851C6}" presName="spacer" presStyleCnt="0"/>
      <dgm:spPr/>
    </dgm:pt>
    <dgm:pt modelId="{FFADBA89-9866-47B0-B276-300EB1A9F61A}" type="pres">
      <dgm:prSet presAssocID="{788E008C-78CD-4168-AD73-91BBCFE0B3CC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48BBAD4-AD6F-4982-8F5A-8F3B0ECD9DAA}" type="pres">
      <dgm:prSet presAssocID="{B92EDDE8-23E7-44DD-A520-D8A6B500EA12}" presName="spacer" presStyleCnt="0"/>
      <dgm:spPr/>
    </dgm:pt>
    <dgm:pt modelId="{00930A60-90D8-41AF-BC22-DE658B124114}" type="pres">
      <dgm:prSet presAssocID="{ACE549E2-767B-4771-8F0C-85E338E3E5E4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016A2D7-4C8E-4C2F-A323-AC460061EB62}" type="pres">
      <dgm:prSet presAssocID="{AE1DD752-8BC1-4483-8E40-15B8365F9078}" presName="spacer" presStyleCnt="0"/>
      <dgm:spPr/>
    </dgm:pt>
    <dgm:pt modelId="{2DE7EA6C-4849-4CC2-8A2F-C98B14E2EA96}" type="pres">
      <dgm:prSet presAssocID="{47D32E17-2FD2-4334-BC74-F1365C996B6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6E3C470-09CA-4FD2-B58B-10627E82F8AC}" srcId="{F04940E5-6182-403B-BB03-31F78379B770}" destId="{EC031519-02F7-42FD-82F3-642204C8387C}" srcOrd="3" destOrd="0" parTransId="{744F4BA5-9FB9-4E89-BF84-66769362CB1F}" sibTransId="{32AF999C-ECB0-4BB7-BB98-5F33516851C6}"/>
    <dgm:cxn modelId="{C123DE83-915B-4C22-A0C0-09E61DD1815A}" type="presOf" srcId="{BE71F607-A307-4AFC-888A-FFC2E7EBE380}" destId="{B2D60B7D-D08B-42AB-9BC0-2A96D93A66C3}" srcOrd="0" destOrd="0" presId="urn:microsoft.com/office/officeart/2005/8/layout/vList2"/>
    <dgm:cxn modelId="{4B5FBD54-F4E0-4E8A-A279-A06BEBBFB9BE}" type="presOf" srcId="{9CFC5E82-45E2-4F48-8F2C-CBAFAB768046}" destId="{91F5C40F-48ED-4258-B5C2-9E395E739237}" srcOrd="0" destOrd="0" presId="urn:microsoft.com/office/officeart/2005/8/layout/vList2"/>
    <dgm:cxn modelId="{EDCF5D56-2E5C-4D4C-8CB2-0B2568F14029}" srcId="{F04940E5-6182-403B-BB03-31F78379B770}" destId="{788E008C-78CD-4168-AD73-91BBCFE0B3CC}" srcOrd="4" destOrd="0" parTransId="{0BA1071F-ED06-4226-93D4-AD511DA35E47}" sibTransId="{B92EDDE8-23E7-44DD-A520-D8A6B500EA12}"/>
    <dgm:cxn modelId="{E8010179-96BF-410C-A95A-9B7145AAEBD1}" type="presOf" srcId="{EC031519-02F7-42FD-82F3-642204C8387C}" destId="{380F5F69-7D7B-4E69-84B1-3FD4912CE2DA}" srcOrd="0" destOrd="0" presId="urn:microsoft.com/office/officeart/2005/8/layout/vList2"/>
    <dgm:cxn modelId="{4795574E-FD00-431E-994A-DE4D30B3388C}" srcId="{F04940E5-6182-403B-BB03-31F78379B770}" destId="{ACE549E2-767B-4771-8F0C-85E338E3E5E4}" srcOrd="5" destOrd="0" parTransId="{E7F3DF0C-0302-48F3-8E8C-EBCBDA2259B5}" sibTransId="{AE1DD752-8BC1-4483-8E40-15B8365F9078}"/>
    <dgm:cxn modelId="{1D922DCB-315E-4C6A-AC48-86AAED589F91}" type="presOf" srcId="{F04940E5-6182-403B-BB03-31F78379B770}" destId="{8BC0223B-8C34-4587-9745-136CCDD9C7C7}" srcOrd="0" destOrd="0" presId="urn:microsoft.com/office/officeart/2005/8/layout/vList2"/>
    <dgm:cxn modelId="{78B5C221-2941-4FBF-9F36-8E7CD70D5BAB}" type="presOf" srcId="{47D32E17-2FD2-4334-BC74-F1365C996B6E}" destId="{2DE7EA6C-4849-4CC2-8A2F-C98B14E2EA96}" srcOrd="0" destOrd="0" presId="urn:microsoft.com/office/officeart/2005/8/layout/vList2"/>
    <dgm:cxn modelId="{DE7C4998-E148-4D33-9F0B-464BEB3F9FE0}" type="presOf" srcId="{788E008C-78CD-4168-AD73-91BBCFE0B3CC}" destId="{FFADBA89-9866-47B0-B276-300EB1A9F61A}" srcOrd="0" destOrd="0" presId="urn:microsoft.com/office/officeart/2005/8/layout/vList2"/>
    <dgm:cxn modelId="{74CFC0BD-F32A-4BE7-8D1F-EBE97CDDA6AB}" srcId="{F04940E5-6182-403B-BB03-31F78379B770}" destId="{9CFC5E82-45E2-4F48-8F2C-CBAFAB768046}" srcOrd="2" destOrd="0" parTransId="{B4AFEEAB-A89C-4159-AC70-D31734CBF14F}" sibTransId="{72A0DAF4-DA74-41D6-9712-0BA61AC057BB}"/>
    <dgm:cxn modelId="{5F5DD9C4-43B1-45CE-A5FA-61E47CFAD20C}" srcId="{F04940E5-6182-403B-BB03-31F78379B770}" destId="{47D32E17-2FD2-4334-BC74-F1365C996B6E}" srcOrd="6" destOrd="0" parTransId="{0A16220A-7730-4842-8DF4-EF598F6D2516}" sibTransId="{5A055240-AF6B-4F48-B0C1-11398188E9E4}"/>
    <dgm:cxn modelId="{7BF4BB50-450C-4229-8DB8-EF90641BDCF8}" srcId="{F04940E5-6182-403B-BB03-31F78379B770}" destId="{F0C699B8-B358-4BD9-9ACA-6770D3BAA260}" srcOrd="1" destOrd="0" parTransId="{55BC8BE5-0AE4-4DD1-8E73-5F4BB0956EAB}" sibTransId="{B56ACBCE-99EF-41AA-8462-7437C2857DE4}"/>
    <dgm:cxn modelId="{AE2C673D-3660-4B91-A4B6-B45ED1553D3C}" type="presOf" srcId="{ACE549E2-767B-4771-8F0C-85E338E3E5E4}" destId="{00930A60-90D8-41AF-BC22-DE658B124114}" srcOrd="0" destOrd="0" presId="urn:microsoft.com/office/officeart/2005/8/layout/vList2"/>
    <dgm:cxn modelId="{FC9ABA69-9001-4C87-BD7F-ACB8D3672755}" srcId="{F04940E5-6182-403B-BB03-31F78379B770}" destId="{BE71F607-A307-4AFC-888A-FFC2E7EBE380}" srcOrd="0" destOrd="0" parTransId="{17859368-94A2-42C5-88F1-7254F931DD87}" sibTransId="{B5F287BA-7758-4361-8E60-AC83C83A824F}"/>
    <dgm:cxn modelId="{A50BADE2-1C1E-4D8C-8074-B1B200C010E2}" type="presOf" srcId="{F0C699B8-B358-4BD9-9ACA-6770D3BAA260}" destId="{34AEEFB0-C772-4923-8C11-A62932E98068}" srcOrd="0" destOrd="0" presId="urn:microsoft.com/office/officeart/2005/8/layout/vList2"/>
    <dgm:cxn modelId="{367B211F-0560-4B96-9516-D6975C94565B}" type="presParOf" srcId="{8BC0223B-8C34-4587-9745-136CCDD9C7C7}" destId="{B2D60B7D-D08B-42AB-9BC0-2A96D93A66C3}" srcOrd="0" destOrd="0" presId="urn:microsoft.com/office/officeart/2005/8/layout/vList2"/>
    <dgm:cxn modelId="{87E40F9F-F39B-441F-9D23-DB07644A1DB1}" type="presParOf" srcId="{8BC0223B-8C34-4587-9745-136CCDD9C7C7}" destId="{8574655A-85FE-450C-BC11-BBEB65785248}" srcOrd="1" destOrd="0" presId="urn:microsoft.com/office/officeart/2005/8/layout/vList2"/>
    <dgm:cxn modelId="{ADA56243-8580-413F-A233-068D828C6388}" type="presParOf" srcId="{8BC0223B-8C34-4587-9745-136CCDD9C7C7}" destId="{34AEEFB0-C772-4923-8C11-A62932E98068}" srcOrd="2" destOrd="0" presId="urn:microsoft.com/office/officeart/2005/8/layout/vList2"/>
    <dgm:cxn modelId="{3245BF32-BB56-423C-8023-8E02AA2978EF}" type="presParOf" srcId="{8BC0223B-8C34-4587-9745-136CCDD9C7C7}" destId="{A5D23E06-7D17-43FE-9993-718E675C621F}" srcOrd="3" destOrd="0" presId="urn:microsoft.com/office/officeart/2005/8/layout/vList2"/>
    <dgm:cxn modelId="{845BE63F-A105-4789-B0AE-4E9B3DBA214C}" type="presParOf" srcId="{8BC0223B-8C34-4587-9745-136CCDD9C7C7}" destId="{91F5C40F-48ED-4258-B5C2-9E395E739237}" srcOrd="4" destOrd="0" presId="urn:microsoft.com/office/officeart/2005/8/layout/vList2"/>
    <dgm:cxn modelId="{E72249CD-DE7A-464C-BD9D-78520A7927CE}" type="presParOf" srcId="{8BC0223B-8C34-4587-9745-136CCDD9C7C7}" destId="{1414627C-70B6-4980-AA45-3CAB642528ED}" srcOrd="5" destOrd="0" presId="urn:microsoft.com/office/officeart/2005/8/layout/vList2"/>
    <dgm:cxn modelId="{C0D6CCE7-5E0D-48E9-918A-42B1EEDE56A5}" type="presParOf" srcId="{8BC0223B-8C34-4587-9745-136CCDD9C7C7}" destId="{380F5F69-7D7B-4E69-84B1-3FD4912CE2DA}" srcOrd="6" destOrd="0" presId="urn:microsoft.com/office/officeart/2005/8/layout/vList2"/>
    <dgm:cxn modelId="{06EF54F7-3292-4C94-9688-6B675F5B9C3E}" type="presParOf" srcId="{8BC0223B-8C34-4587-9745-136CCDD9C7C7}" destId="{F21867BA-98DE-4E97-A979-36A351A26602}" srcOrd="7" destOrd="0" presId="urn:microsoft.com/office/officeart/2005/8/layout/vList2"/>
    <dgm:cxn modelId="{9D213098-E8F0-4C71-9E5B-949607BBAB13}" type="presParOf" srcId="{8BC0223B-8C34-4587-9745-136CCDD9C7C7}" destId="{FFADBA89-9866-47B0-B276-300EB1A9F61A}" srcOrd="8" destOrd="0" presId="urn:microsoft.com/office/officeart/2005/8/layout/vList2"/>
    <dgm:cxn modelId="{0D50EEDA-87BB-4155-A163-59C5E9FD7A1A}" type="presParOf" srcId="{8BC0223B-8C34-4587-9745-136CCDD9C7C7}" destId="{C48BBAD4-AD6F-4982-8F5A-8F3B0ECD9DAA}" srcOrd="9" destOrd="0" presId="urn:microsoft.com/office/officeart/2005/8/layout/vList2"/>
    <dgm:cxn modelId="{FEDB1EF4-33B3-4FE6-B475-68D23CE3018C}" type="presParOf" srcId="{8BC0223B-8C34-4587-9745-136CCDD9C7C7}" destId="{00930A60-90D8-41AF-BC22-DE658B124114}" srcOrd="10" destOrd="0" presId="urn:microsoft.com/office/officeart/2005/8/layout/vList2"/>
    <dgm:cxn modelId="{E731BCD2-FDE1-4504-8DAA-3FFB496723F5}" type="presParOf" srcId="{8BC0223B-8C34-4587-9745-136CCDD9C7C7}" destId="{6016A2D7-4C8E-4C2F-A323-AC460061EB62}" srcOrd="11" destOrd="0" presId="urn:microsoft.com/office/officeart/2005/8/layout/vList2"/>
    <dgm:cxn modelId="{DB020CA6-4753-46E5-BC30-DC321E1D8C08}" type="presParOf" srcId="{8BC0223B-8C34-4587-9745-136CCDD9C7C7}" destId="{2DE7EA6C-4849-4CC2-8A2F-C98B14E2EA96}" srcOrd="12" destOrd="0" presId="urn:microsoft.com/office/officeart/2005/8/layout/vList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DB438-DC24-449E-97DF-A6A9036338DD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6D726-A6A7-4849-BBDA-AE99E8B5A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878C0-9212-44DE-84E9-AD8FD11D3856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A1A6-1E8C-4D62-B32B-588DBDF5672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EA1A6-1E8C-4D62-B32B-588DBDF5672E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EA1A6-1E8C-4D62-B32B-588DBDF5672E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08F80A2-6187-45CD-87AD-FCD475289992}" type="datetimeFigureOut">
              <a:rPr lang="fr-FR" smtClean="0"/>
              <a:pPr/>
              <a:t>27/05/2018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179DF7-F432-4E90-A245-23286707BC13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QCM PSYCHIATRIE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285728"/>
          <a:ext cx="8229600" cy="6357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E81885-EE4E-4449-ABDE-7A3D98D27E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C7E81885-EE4E-4449-ABDE-7A3D98D27E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572322-392F-4FED-8859-39A50D598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DB572322-392F-4FED-8859-39A50D598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AA69F1-C788-44DC-9135-DFCE34BBFD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56AA69F1-C788-44DC-9135-DFCE34BBFD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F3D00A-EDB6-472F-AACE-EE18EAC7D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36F3D00A-EDB6-472F-AACE-EE18EAC7DB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56578BB-95BE-4FBE-AE46-AAC65F2D2E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656578BB-95BE-4FBE-AE46-AAC65F2D2E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559C8A-9A08-4C70-8A2B-E0418D8EB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B9559C8A-9A08-4C70-8A2B-E0418D8EB1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004726-2C8E-49AD-8708-97FD11751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A3004726-2C8E-49AD-8708-97FD117510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AB8963-B46C-4B2D-B613-0A0913A18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EEAB8963-B46C-4B2D-B613-0A0913A180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500034" y="571480"/>
          <a:ext cx="8229600" cy="6110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1A4804-5878-432F-A48B-3E4DD3C78C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9A1A4804-5878-432F-A48B-3E4DD3C78C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8F37BE-646E-4001-99B5-D5A4FED53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CC8F37BE-646E-4001-99B5-D5A4FED530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2C618DF-B0B7-44FD-BE18-767B4B44F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02C618DF-B0B7-44FD-BE18-767B4B44F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9A0AE0-2631-427B-9E55-0A20697B1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B59A0AE0-2631-427B-9E55-0A20697B14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655D3EE-720E-4DAA-9085-BBCA06F46A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F655D3EE-720E-4DAA-9085-BBCA06F46A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8F6620-FAF0-48EE-BA61-D2B0FA50DC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848F6620-FAF0-48EE-BA61-D2B0FA50DC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BCF610-EFDE-4386-85AA-6C39A61925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3BBCF610-EFDE-4386-85AA-6C39A61925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857232"/>
          <a:ext cx="8229600" cy="5467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E66281-8D97-4747-8FFB-08A2ECAF38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12E66281-8D97-4747-8FFB-08A2ECAF38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FB73FF-08F7-4CA9-9A8C-A55CDADF9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A4FB73FF-08F7-4CA9-9A8C-A55CDADF91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664B82C-B8A3-440E-B056-D1014F3EB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4664B82C-B8A3-440E-B056-D1014F3EBE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E8C10C-34EC-4D62-924B-7A535E4AE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80E8C10C-34EC-4D62-924B-7A535E4AE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397015-BBA7-49F3-9CA1-DA0707C6B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49397015-BBA7-49F3-9CA1-DA0707C6B9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68A2EC8-63A9-4766-8048-E368F8F4B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E68A2EC8-63A9-4766-8048-E368F8F4B7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15CF17-5466-4E0A-9F4C-2828EC0F8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A915CF17-5466-4E0A-9F4C-2828EC0F82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500042"/>
          <a:ext cx="8229600" cy="5824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8ED0B9-2DFC-4BD2-8266-3421C361E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368ED0B9-2DFC-4BD2-8266-3421C361E1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DB3AFC-BF74-4DA4-8C02-4A0F08CE34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1FDB3AFC-BF74-4DA4-8C02-4A0F08CE34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51E8AF-932C-4658-A484-41D6527D97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A451E8AF-932C-4658-A484-41D6527D97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D1009F-A50C-4CB3-8C16-CEBDEFFBB3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ADD1009F-A50C-4CB3-8C16-CEBDEFFBB3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A839CC-B20F-490E-AF29-E0F96DD84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F9A839CC-B20F-490E-AF29-E0F96DD84C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DCD2A8-2EAF-4DA5-88CE-A34A9AA0F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D3DCD2A8-2EAF-4DA5-88CE-A34A9AA0F8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FD934E-28C0-45E9-8E25-3030BBD0E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A9FD934E-28C0-45E9-8E25-3030BBD0E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E74E39-E0F3-4816-BE9E-DC7E43D0DE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F2E74E39-E0F3-4816-BE9E-DC7E43D0DE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714356"/>
          <a:ext cx="8229600" cy="561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5D1F32-DC93-4A7E-9A42-2B0155A630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E35D1F32-DC93-4A7E-9A42-2B0155A630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2B1698-60E8-4CDF-A67A-D69CF0957B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8B2B1698-60E8-4CDF-A67A-D69CF0957B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3A2F56-9367-486C-8521-CDC3FDE6AD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B83A2F56-9367-486C-8521-CDC3FDE6AD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26DF44-4E93-45F1-8136-67B3D9665E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8F26DF44-4E93-45F1-8136-67B3D9665E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13A4F1-64FF-4503-84EF-7195516FC1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6C13A4F1-64FF-4503-84EF-7195516FC1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8A267C-10CB-4F0D-82A7-A1083982C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D38A267C-10CB-4F0D-82A7-A1083982C0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A8AE6F-EFC0-4FDB-85AF-E6AA22256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69A8AE6F-EFC0-4FDB-85AF-E6AA222565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9880F36-2851-480C-B3FA-8D8A32D043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89880F36-2851-480C-B3FA-8D8A32D043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000108"/>
          <a:ext cx="8229600" cy="5857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96853C7-8FAD-41F5-B293-61BB46842E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D96853C7-8FAD-41F5-B293-61BB46842E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4AECBA-3E8D-4AF6-BABA-8CA5E2898A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AE4AECBA-3E8D-4AF6-BABA-8CA5E2898A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957C33-D19D-4E46-AD22-D73299C966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3B957C33-D19D-4E46-AD22-D73299C966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923D0E-6B84-49A9-9B36-252FB24ECE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28923D0E-6B84-49A9-9B36-252FB24ECE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7923138-2807-40C0-B486-9D9709D0CB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67923138-2807-40C0-B486-9D9709D0CB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1F467-19AF-4915-A627-5E3DCF3DC4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6BF1F467-19AF-4915-A627-5E3DCF3DC4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FCDF0D-CE12-42CA-99F8-C5E6392DDB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62FCDF0D-CE12-42CA-99F8-C5E6392DDB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8FD741-0020-46D8-BF67-382E56F82D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528FD741-0020-46D8-BF67-382E56F82D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071546"/>
          <a:ext cx="8229600" cy="5253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1936F5-D5D7-4921-B14A-FC696D30BF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CF1936F5-D5D7-4921-B14A-FC696D30BF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2CAF706-D336-423A-978A-6AB1A043C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02CAF706-D336-423A-978A-6AB1A043CF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B0026E-DA5C-426A-BF5C-E26103C1CF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BBB0026E-DA5C-426A-BF5C-E26103C1CF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5BC49B-F2DD-45FA-B937-08FE24AFC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9B5BC49B-F2DD-45FA-B937-08FE24AFC0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60112C-F746-41BE-B202-EBCE64552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6960112C-F746-41BE-B202-EBCE64552C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D605A6-313D-469A-BA40-FE20E55BD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51D605A6-313D-469A-BA40-FE20E55BDA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F7FE21E-A2B4-4D0B-A388-07B8328448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AF7FE21E-A2B4-4D0B-A388-07B8328448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928670"/>
          <a:ext cx="8229600" cy="5395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616CF6-575D-4196-98BB-2DAC49508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40616CF6-575D-4196-98BB-2DAC495089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7B1614F-36F4-4609-8DFE-2F05BAABBE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57B1614F-36F4-4609-8DFE-2F05BAABBE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66BD3E-20AD-4C43-A63A-E2FB608A8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B966BD3E-20AD-4C43-A63A-E2FB608A89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3AD893-E3D8-4733-B3A9-F7E44F95B0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7E3AD893-E3D8-4733-B3A9-F7E44F95B0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33BA83-F37A-4258-87A7-5762BF4BAA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BF33BA83-F37A-4258-87A7-5762BF4BAA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1839E3-D435-4690-A6C3-3DFE7AECD3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D41839E3-D435-4690-A6C3-3DFE7AECD3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93DD79-6B9C-40A0-A254-57F73E4312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8F93DD79-6B9C-40A0-A254-57F73E4312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E1554B-CC27-4FEB-8EFF-FDE9E8022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12E1554B-CC27-4FEB-8EFF-FDE9E8022B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500042"/>
          <a:ext cx="8229600" cy="5824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722302-77AC-4990-91F6-AED7D402B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82722302-77AC-4990-91F6-AED7D402BD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464C5A-DD15-4580-BC16-69515313CE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EC464C5A-DD15-4580-BC16-69515313CE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440DFFE-B1D1-47FD-9644-60AC88339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B440DFFE-B1D1-47FD-9644-60AC883392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F6271-A079-4C5D-94B0-CA044DBEC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813F6271-A079-4C5D-94B0-CA044DBECF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28DE8F-0EF7-4F9D-B3D0-71C9FCCEA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F528DE8F-0EF7-4F9D-B3D0-71C9FCCEA3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AD09A1-722B-40B6-A779-70BF0A7F69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9BAD09A1-722B-40B6-A779-70BF0A7F69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849E02-5E1C-440A-96B1-64A9F13B7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59849E02-5E1C-440A-96B1-64A9F13B79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571480"/>
          <a:ext cx="8229600" cy="6143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3E91AE-8CE0-4580-BC01-AC3235F5E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CB3E91AE-8CE0-4580-BC01-AC3235F5EF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7F46EF9-382C-4B2B-B1AA-B44012543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87F46EF9-382C-4B2B-B1AA-B440125431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E189CC-F356-4E61-AE7A-59EC217DBF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B7E189CC-F356-4E61-AE7A-59EC217DBF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A9EA74-89BE-4515-8357-23793B4A5D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06A9EA74-89BE-4515-8357-23793B4A5D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D80CD-CE7C-454E-81F7-A9A8F120D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339D80CD-CE7C-454E-81F7-A9A8F120D3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5696457-3A0F-45FA-874F-9CB960099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E5696457-3A0F-45FA-874F-9CB960099F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78A986-17EB-4BD0-A1DB-3170CF64DD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BB78A986-17EB-4BD0-A1DB-3170CF64DD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1391CC-C63A-4618-93EE-3581615A5E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4F1391CC-C63A-4618-93EE-3581615A5E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642918"/>
          <a:ext cx="8229600" cy="568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6F78B2-ED4C-4030-8138-DEF8965804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316F78B2-ED4C-4030-8138-DEF8965804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2A32782-5EE1-40D7-9D43-31C81B0AF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32A32782-5EE1-40D7-9D43-31C81B0AFB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A398FF-48D2-489E-8C50-35BA689D1A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2EA398FF-48D2-489E-8C50-35BA689D1A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C920D88-4F12-405D-ADB3-6CCCAD94E2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2C920D88-4F12-405D-ADB3-6CCCAD94E2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01F45B-F459-49F9-A88F-6041CB8FA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5401F45B-F459-49F9-A88F-6041CB8FAA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935D4FE-7671-4042-94B9-3C969EB09A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8935D4FE-7671-4042-94B9-3C969EB09A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809B6E-53E5-4811-BB1B-C68A44948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8F809B6E-53E5-4811-BB1B-C68A44948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108D66-6B0B-49ED-B7F2-3703880967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35108D66-6B0B-49ED-B7F2-3703880967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7458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857232"/>
          <a:ext cx="8229600" cy="600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265682-D210-424C-B971-C41AE6A916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E265682-D210-424C-B971-C41AE6A916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786B00-A759-42F0-BA2D-601B19E73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51786B00-A759-42F0-BA2D-601B19E73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23041F-53B1-4092-BDAA-9BFFDC6B1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F223041F-53B1-4092-BDAA-9BFFDC6B13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31F3EB-C555-4087-8123-DDF0AF8F76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6031F3EB-C555-4087-8123-DDF0AF8F76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713749-9A34-4A6A-9160-EC9DA980C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BE713749-9A34-4A6A-9160-EC9DA980C3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2B1F10-6188-4556-A285-4DDE9F320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6E2B1F10-6188-4556-A285-4DDE9F3205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8BEB9-8035-4A07-8C6C-717B86302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F918BEB9-8035-4A07-8C6C-717B863023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928670"/>
          <a:ext cx="8229600" cy="5395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FFF3FC-7832-4CFD-91FA-278CE1CE3E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D7FFF3FC-7832-4CFD-91FA-278CE1CE3E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839A4E-6589-4805-B993-C463734599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68839A4E-6589-4805-B993-C463734599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0A2B83-9444-4534-A4F1-23E4A0161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C40A2B83-9444-4534-A4F1-23E4A0161B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0F3A08-93C2-40F2-95BF-B6A7F9E86E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8C0F3A08-93C2-40F2-95BF-B6A7F9E86E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A11682-004F-46B3-9160-65E38721D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79A11682-004F-46B3-9160-65E38721DD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82D653-88ED-4707-96EA-AF6FA4737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E482D653-88ED-4707-96EA-AF6FA4737E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6C36D9-1D17-477D-A35C-442B57E383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256C36D9-1D17-477D-A35C-442B57E383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642918"/>
          <a:ext cx="8229600" cy="568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E2D62E-DD7E-4C6E-98EC-705A0B6F5F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64E2D62E-DD7E-4C6E-98EC-705A0B6F5F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6C5CD7-897D-4463-8EA4-FFCFF2E5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A46C5CD7-897D-4463-8EA4-FFCFF2E5C4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EE7F78-8A36-4124-BF9A-44542A1B2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84EE7F78-8A36-4124-BF9A-44542A1B20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152410-DF02-4D08-8049-4934937B1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25152410-DF02-4D08-8049-4934937B1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D5D0A4-D1DF-48BC-8E19-4D65FB834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2AD5D0A4-D1DF-48BC-8E19-4D65FB834C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1FCEF5-7E77-4850-A402-03DB3671D7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EC1FCEF5-7E77-4850-A402-03DB3671D7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F0139A-C47F-45AF-9F8F-FF6D5C880F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D0F0139A-C47F-45AF-9F8F-FF6D5C880F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C5B642-F547-4D80-9854-BF9846824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2EC5B642-F547-4D80-9854-BF98468247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500042"/>
          <a:ext cx="8229600" cy="5824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56B0F8-6500-4BFE-8B4B-C221FEE425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D156B0F8-6500-4BFE-8B4B-C221FEE425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DDBF2F-4E54-490E-A5E9-FB5B16BF38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4DDDBF2F-4E54-490E-A5E9-FB5B16BF38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1FB5ED4-0287-413C-8834-B5B40A871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41FB5ED4-0287-413C-8834-B5B40A8715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C81BA3-FCD2-4098-B6AD-D4130EAB4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6AC81BA3-FCD2-4098-B6AD-D4130EAB40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0A4216-60BF-4153-9A26-110E52920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900A4216-60BF-4153-9A26-110E529207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E7ABBE-4E80-48D4-AA9C-6023F7F374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30E7ABBE-4E80-48D4-AA9C-6023F7F374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19BA66-B4CA-4546-91AA-4DA3FBAD65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8F19BA66-B4CA-4546-91AA-4DA3FBAD65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60D109B-8E1F-4DF2-9D91-C726B212C8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F60D109B-8E1F-4DF2-9D91-C726B212C8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714356"/>
          <a:ext cx="8229600" cy="561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FA1694-82D0-41AC-A4C6-F1BB7A9980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96FA1694-82D0-41AC-A4C6-F1BB7A9980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F06E63-6EA5-4A01-9F78-F6876A6D6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7EF06E63-6EA5-4A01-9F78-F6876A6D6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75659-270C-44EA-9B67-ADB3B7298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F7475659-270C-44EA-9B67-ADB3B72984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320D45-18CE-4F53-9F62-34C1B6F506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FE320D45-18CE-4F53-9F62-34C1B6F506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F3B4FF-2CC1-471B-85D3-278872CA92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F2F3B4FF-2CC1-471B-85D3-278872CA92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30A2F1-7828-4F98-A25B-1DA92C1CB6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D130A2F1-7828-4F98-A25B-1DA92C1CB6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D04EEF-604F-46F1-B2B3-B7EB5895BA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4DD04EEF-604F-46F1-B2B3-B7EB5895BA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C9BB5-628A-47BB-8296-0B609646A4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972C9BB5-628A-47BB-8296-0B609646A4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642918"/>
          <a:ext cx="8229600" cy="568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3D0BD4-FACC-4D18-B7D3-B0DCE5B694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BF3D0BD4-FACC-4D18-B7D3-B0DCE5B694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EB9B80D-3A44-4B7A-A952-3DABA9FF6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0EB9B80D-3A44-4B7A-A952-3DABA9FF6E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F5C5B7-304F-4E62-B803-186E201A8E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EAF5C5B7-304F-4E62-B803-186E201A8E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36B2A7-4C63-4E7D-BE5A-2FFC00D28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FB36B2A7-4C63-4E7D-BE5A-2FFC00D28B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0E1DE1F-A88A-41D6-A629-80D9F7D2F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00E1DE1F-A88A-41D6-A629-80D9F7D2F7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B4C9A7-8398-4604-935C-365A9ADFC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20B4C9A7-8398-4604-935C-365A9ADFCC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C00092-01D9-4E9D-9739-00386C23A6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A9C00092-01D9-4E9D-9739-00386C23A6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642918"/>
          <a:ext cx="8229600" cy="568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8F1301-A7DB-41F8-AE03-73C80F106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B78F1301-A7DB-41F8-AE03-73C80F106F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81E095-D918-4F7E-A427-A600B26076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0581E095-D918-4F7E-A427-A600B26076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6C19EC-888F-4B46-A826-9F8E52ACB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766C19EC-888F-4B46-A826-9F8E52ACB8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FE6FBBC-1E51-4A26-BC37-8FFF086146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5FE6FBBC-1E51-4A26-BC37-8FFF086146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1F856D-E0EF-4D7B-BE39-AFA182DB1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0A1F856D-E0EF-4D7B-BE39-AFA182DB1E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17764D-5FEF-40DF-A613-B310183EA6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7817764D-5FEF-40DF-A613-B310183EA6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E3AC25-9D31-4502-831A-74E055CE4D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5EE3AC25-9D31-4502-831A-74E055CE4D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E131D10-963D-4747-86EF-799853BF9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2E131D10-963D-4747-86EF-799853BF96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714356"/>
          <a:ext cx="8229600" cy="561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7FD68E-1C77-4C4C-AD00-DF50CE2F74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A87FD68E-1C77-4C4C-AD00-DF50CE2F74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7D0E39-ABE8-43B9-9564-62981B8A1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8F7D0E39-ABE8-43B9-9564-62981B8A10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EA206E-DD44-4E7E-971F-FD962148E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21EA206E-DD44-4E7E-971F-FD962148E2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5C4ABC-2F9A-41FB-84F9-42D85B67A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965C4ABC-2F9A-41FB-84F9-42D85B67A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9B785A-6FD8-43D4-BECA-55DDC1F0C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EB9B785A-6FD8-43D4-BECA-55DDC1F0CD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D3A84D-1905-4E47-B5E5-7BEA5E787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56D3A84D-1905-4E47-B5E5-7BEA5E7871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690106E-F7BC-4DA4-9BA1-22229B1321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D690106E-F7BC-4DA4-9BA1-22229B1321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E80B60-DE8B-4D75-B552-EF99730EB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4AE80B60-DE8B-4D75-B552-EF99730EB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357166"/>
          <a:ext cx="8229600" cy="5967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C54D273-5E22-4CCF-8B22-B19760D2B8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BC54D273-5E22-4CCF-8B22-B19760D2B8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EBD454-04C1-452C-B9BE-7608D74B6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F1EBD454-04C1-452C-B9BE-7608D74B6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C57B9E-5F97-4D4F-AED2-39C9D7736A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47C57B9E-5F97-4D4F-AED2-39C9D7736A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686463-3529-4861-AFCD-7E8AFB934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B8686463-3529-4861-AFCD-7E8AFB934E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A3A1FE-39E9-49C2-A8F9-76E99107B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73A3A1FE-39E9-49C2-A8F9-76E99107B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783F35-DB7C-4F7F-B05A-E916E41D0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70783F35-DB7C-4F7F-B05A-E916E41D02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22B3C9-AAA2-41ED-A474-16BD84143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AB22B3C9-AAA2-41ED-A474-16BD84143F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9C0FA4-48F1-4F27-A49F-381FC9EDC0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4E9C0FA4-48F1-4F27-A49F-381FC9EDC0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571480"/>
          <a:ext cx="8229600" cy="575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19807D4-4A16-4C14-8650-86A9259D80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619807D4-4A16-4C14-8650-86A9259D80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F39622-3249-4339-A990-6389AECAD9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2FF39622-3249-4339-A990-6389AECAD9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E2FBA5-6CC8-498D-B816-DBCAD6951C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3AE2FBA5-6CC8-498D-B816-DBCAD6951C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D4FC48-1587-4B0C-BD89-6FB32E2A85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4ED4FC48-1587-4B0C-BD89-6FB32E2A85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4E50A8-F8DD-4822-971B-C96399463D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AA4E50A8-F8DD-4822-971B-C96399463D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124227-2B27-4906-99EA-0508155B8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12124227-2B27-4906-99EA-0508155B8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5605D6-B3A2-4CF3-B5D1-639A926C1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8C5605D6-B3A2-4CF3-B5D1-639A926C18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59914B-DDE3-4517-8766-603D47013B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7D59914B-DDE3-4517-8766-603D47013B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571480"/>
          <a:ext cx="8229600" cy="575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8887B7-027E-45B1-813B-D0A00996B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978887B7-027E-45B1-813B-D0A00996BE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05827D-580F-4A30-AB60-9D5721628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FD05827D-580F-4A30-AB60-9D57216280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CB911A-9362-4A2E-B5BB-D29AE3819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B7CB911A-9362-4A2E-B5BB-D29AE38194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35379F-955D-422F-8C88-0D6991CD01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FB35379F-955D-422F-8C88-0D6991CD01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67F5B4-32EF-4634-B88E-5639B45C7D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1D67F5B4-32EF-4634-B88E-5639B45C7D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807A1F-D61B-4655-86E6-1089B5DB2F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D2807A1F-D61B-4655-86E6-1089B5DB2F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DEE0E8-3C18-4E71-B7D4-0DA9AC0064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25DEE0E8-3C18-4E71-B7D4-0DA9AC0064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FC9174-C702-4B7A-998D-FB2F3DC86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BFFC9174-C702-4B7A-998D-FB2F3DC867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flipV="1">
            <a:off x="457200" y="571480"/>
            <a:ext cx="8229600" cy="132608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000108"/>
          <a:ext cx="8229600" cy="5324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994B8E-7556-4295-AF06-574D3A10D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25994B8E-7556-4295-AF06-574D3A10D7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20D0F9-CDE0-4132-807F-60667488C9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AD20D0F9-CDE0-4132-807F-60667488C9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72C5D7-EB77-477E-8DE5-9E2BE41AA9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7B72C5D7-EB77-477E-8DE5-9E2BE41AA9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E45A8FB-2AEA-46A5-BAC6-107282A2C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9E45A8FB-2AEA-46A5-BAC6-107282A2CF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C9382C-9BB1-4F0D-A128-572E36D03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61C9382C-9BB1-4F0D-A128-572E36D035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2EF6A9-D7A3-413F-B533-9C2B3B105F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552EF6A9-D7A3-413F-B533-9C2B3B105F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43D5A4-4FF2-4F53-B3C3-37A43B201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0743D5A4-4FF2-4F53-B3C3-37A43B201B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9FF224-8C2B-4ADC-95BA-25155E9A97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FC9FF224-8C2B-4ADC-95BA-25155E9A97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flipV="1">
            <a:off x="457200" y="500042"/>
            <a:ext cx="8229600" cy="20404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928670"/>
          <a:ext cx="8229600" cy="5395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30A2359-7066-4A51-AC51-ACD56177DB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430A2359-7066-4A51-AC51-ACD56177DB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DA86D6-9FB5-4516-AB49-5EBE465D4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12DA86D6-9FB5-4516-AB49-5EBE465D47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041232-B83D-44D4-BA06-3400033604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FD041232-B83D-44D4-BA06-3400033604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306245-0AC6-4FAD-B010-39676227CC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14306245-0AC6-4FAD-B010-39676227CC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F1B66E-BF7A-44A4-8857-87DDA226D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42F1B66E-BF7A-44A4-8857-87DDA226D5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C61A81-7BA3-4DB5-9FA0-B557642261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6DC61A81-7BA3-4DB5-9FA0-B557642261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652B70-1F63-4AB1-AA09-8753BFFD8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B2652B70-1F63-4AB1-AA09-8753BFFD81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285728"/>
          <a:ext cx="8229600" cy="6038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499C52-2C29-4187-A928-332517372D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DA499C52-2C29-4187-A928-332517372D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A68956-712D-4B60-8017-C5564D5BA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F7A68956-712D-4B60-8017-C5564D5BA3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85D5FC-C695-458E-B55E-4AF39CD039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7085D5FC-C695-458E-B55E-4AF39CD039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7AAFCF-41E0-42C5-B1D4-695F3F055D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887AAFCF-41E0-42C5-B1D4-695F3F055D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94282-48E5-40F7-8ABF-AF2C1927E7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97294282-48E5-40F7-8ABF-AF2C1927E7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079EEF-EA80-4D5F-85D2-FFA9A0AC63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9B079EEF-EA80-4D5F-85D2-FFA9A0AC63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5A9058-B5AE-4933-8E3C-7EFBF4841A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EC5A9058-B5AE-4933-8E3C-7EFBF4841A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AB30AE4-9876-4C09-B035-FE5DB14405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CAB30AE4-9876-4C09-B035-FE5DB14405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flipV="1">
            <a:off x="457200" y="500042"/>
            <a:ext cx="8229600" cy="20404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457200" y="571480"/>
          <a:ext cx="8229600" cy="575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9762D4-1A73-4951-9F49-BD36BD1046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549762D4-1A73-4951-9F49-BD36BD1046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CE502B5-66CC-4247-85F2-96C4112486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7CE502B5-66CC-4247-85F2-96C4112486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5239ED-CF72-45B2-9401-B7BD11697C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A95239ED-CF72-45B2-9401-B7BD11697C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9D23A0-9F61-4FF6-AA03-82C49E7E0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839D23A0-9F61-4FF6-AA03-82C49E7E0C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2AE1C4D-E4E1-4DE3-9D6F-732BBD5EFF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graphicEl>
                                              <a:dgm id="{92AE1C4D-E4E1-4DE3-9D6F-732BBD5EFF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CD89EE-52B5-4216-9275-2A38180D7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9ACD89EE-52B5-4216-9275-2A38180D79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644054-20A6-4CE8-88E1-E4B6B2069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graphicEl>
                                              <a:dgm id="{FD644054-20A6-4CE8-88E1-E4B6B2069B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BD428A-9E23-47CB-9930-EDC28626E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65BD428A-9E23-47CB-9930-EDC28626ED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flipV="1">
            <a:off x="457200" y="428604"/>
            <a:ext cx="8229600" cy="275484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428604"/>
          <a:ext cx="8229600" cy="5895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469E17B-67BE-4E93-8192-3260C81BEB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9469E17B-67BE-4E93-8192-3260C81BEB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2F8594-B8C8-4489-B89A-D801A50392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FD2F8594-B8C8-4489-B89A-D801A50392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45EBD0-F352-4D60-A2F3-82F0725075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A245EBD0-F352-4D60-A2F3-82F0725075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DD0E94E-50B2-4AF4-9E16-6AF74EF1BF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9DD0E94E-50B2-4AF4-9E16-6AF74EF1BF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CE7E81A-7161-4C5A-9803-8BD5028C46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4CE7E81A-7161-4C5A-9803-8BD5028C46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BAA994-D6CF-4D65-8B86-43E143D808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0FBAA994-D6CF-4D65-8B86-43E143D808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2B4E28-1852-42B3-9859-A2E5F79F9F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DC2B4E28-1852-42B3-9859-A2E5F79F9F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714356"/>
          <a:ext cx="8229600" cy="561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D60B7D-D08B-42AB-9BC0-2A96D93A66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B2D60B7D-D08B-42AB-9BC0-2A96D93A66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AEEFB0-C772-4923-8C11-A62932E980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34AEEFB0-C772-4923-8C11-A62932E980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F5C40F-48ED-4258-B5C2-9E395E739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91F5C40F-48ED-4258-B5C2-9E395E7392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0F5F69-7D7B-4E69-84B1-3FD4912CE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380F5F69-7D7B-4E69-84B1-3FD4912CE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ADBA89-9866-47B0-B276-300EB1A9F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FFADBA89-9866-47B0-B276-300EB1A9F6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0930A60-90D8-41AF-BC22-DE658B124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00930A60-90D8-41AF-BC22-DE658B1241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DE7EA6C-4849-4CC2-8A2F-C98B14E2EA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2DE7EA6C-4849-4CC2-8A2F-C98B14E2EA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1474</TotalTime>
  <Words>1116</Words>
  <Application>Microsoft Office PowerPoint</Application>
  <PresentationFormat>Affichage à l'écran (4:3)</PresentationFormat>
  <Paragraphs>217</Paragraphs>
  <Slides>29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0" baseType="lpstr">
      <vt:lpstr>Débit</vt:lpstr>
      <vt:lpstr>QCM PSYCHIATRIE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 PSYCHIATRIE</dc:title>
  <dc:creator>RCS</dc:creator>
  <cp:lastModifiedBy>RCS</cp:lastModifiedBy>
  <cp:revision>53</cp:revision>
  <dcterms:created xsi:type="dcterms:W3CDTF">2017-09-07T17:42:04Z</dcterms:created>
  <dcterms:modified xsi:type="dcterms:W3CDTF">2018-05-26T23:47:54Z</dcterms:modified>
</cp:coreProperties>
</file>