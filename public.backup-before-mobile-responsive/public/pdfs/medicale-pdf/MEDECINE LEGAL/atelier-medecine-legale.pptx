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diagrams/colors22.xml" ContentType="application/vnd.openxmlformats-officedocument.drawingml.diagramColors+xml"/>
  <Override PartName="/ppt/slides/slide36.xml" ContentType="application/vnd.openxmlformats-officedocument.presentationml.slide+xml"/>
  <Override PartName="/ppt/diagrams/colors11.xml" ContentType="application/vnd.openxmlformats-officedocument.drawingml.diagramColors+xml"/>
  <Override PartName="/ppt/diagrams/data24.xml" ContentType="application/vnd.openxmlformats-officedocument.drawingml.diagramData+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Override PartName="/ppt/diagrams/quickStyle28.xml" ContentType="application/vnd.openxmlformats-officedocument.drawingml.diagramStyle+xml"/>
  <Override PartName="/ppt/diagrams/drawing29.xml" ContentType="application/vnd.ms-office.drawingml.diagramDrawing+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diagrams/quickStyle17.xml" ContentType="application/vnd.openxmlformats-officedocument.drawingml.diagramStyle+xml"/>
  <Override PartName="/ppt/diagrams/drawing18.xml" ContentType="application/vnd.ms-office.drawingml.diagramDrawing+xml"/>
  <Override PartName="/ppt/tableStyles.xml" ContentType="application/vnd.openxmlformats-officedocument.presentationml.tableStyles+xml"/>
  <Override PartName="/ppt/diagrams/layout17.xml" ContentType="application/vnd.openxmlformats-officedocument.drawingml.diagramLayout+xml"/>
  <Override PartName="/ppt/diagrams/layout28.xml" ContentType="application/vnd.openxmlformats-officedocument.drawingml.diagramLayout+xml"/>
  <Override PartName="/ppt/diagrams/quickStyle31.xml" ContentType="application/vnd.openxmlformats-officedocument.drawingml.diagramStyle+xml"/>
  <Override PartName="/ppt/diagrams/drawing32.xml" ContentType="application/vnd.ms-office.drawingml.diagramDrawing+xml"/>
  <Override PartName="/ppt/diagrams/layout1.xml" ContentType="application/vnd.openxmlformats-officedocument.drawingml.diagramLayout+xml"/>
  <Override PartName="/ppt/diagrams/data2.xml" ContentType="application/vnd.openxmlformats-officedocument.drawingml.diagramData+xml"/>
  <Override PartName="/ppt/diagrams/quickStyle20.xml" ContentType="application/vnd.openxmlformats-officedocument.drawingml.diagramStyle+xml"/>
  <Override PartName="/ppt/diagrams/drawing21.xml" ContentType="application/vnd.ms-office.drawingml.diagramDrawing+xml"/>
  <Override PartName="/ppt/diagrams/colors27.xml" ContentType="application/vnd.openxmlformats-officedocument.drawingml.diagramColors+xml"/>
  <Override PartName="/ppt/diagrams/data29.xml" ContentType="application/vnd.openxmlformats-officedocument.drawingml.diagramData+xml"/>
  <Override PartName="/ppt/diagrams/colors4.xml" ContentType="application/vnd.openxmlformats-officedocument.drawingml.diagramColors+xml"/>
  <Override PartName="/ppt/diagrams/drawing10.xml" ContentType="application/vnd.ms-office.drawingml.diagramDrawing+xml"/>
  <Override PartName="/ppt/diagrams/colors16.xml" ContentType="application/vnd.openxmlformats-officedocument.drawingml.diagramColors+xml"/>
  <Override PartName="/ppt/diagrams/data18.xml" ContentType="application/vnd.openxmlformats-officedocument.drawingml.diagramData+xml"/>
  <Override PartName="/ppt/diagrams/layout31.xml" ContentType="application/vnd.openxmlformats-officedocument.drawingml.diagramLayout+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diagrams/drawing3.xml" ContentType="application/vnd.ms-office.drawingml.diagramDrawing+xml"/>
  <Override PartName="/ppt/diagrams/layout20.xml" ContentType="application/vnd.openxmlformats-officedocument.drawingml.diagramLayout+xml"/>
  <Override PartName="/ppt/slides/slide55.xml" ContentType="application/vnd.openxmlformats-officedocument.presentationml.slide+xml"/>
  <Override PartName="/ppt/diagrams/quickStyle3.xml" ContentType="application/vnd.openxmlformats-officedocument.drawingml.diagramStyle+xml"/>
  <Override PartName="/ppt/diagrams/colors30.xml" ContentType="application/vnd.openxmlformats-officedocument.drawingml.diagramColors+xml"/>
  <Override PartName="/ppt/diagrams/data32.xml" ContentType="application/vnd.openxmlformats-officedocument.drawingml.diagramData+xml"/>
  <Override PartName="/ppt/slides/slide33.xml" ContentType="application/vnd.openxmlformats-officedocument.presentationml.slide+xml"/>
  <Override PartName="/ppt/slides/slide44.xml" ContentType="application/vnd.openxmlformats-officedocument.presentationml.slide+xml"/>
  <Override PartName="/ppt/diagrams/data21.xml" ContentType="application/vnd.openxmlformats-officedocument.drawingml.diagramData+xml"/>
  <Override PartName="/ppt/presentation.xml" ContentType="application/vnd.openxmlformats-officedocument.presentationml.presentation.main+xml"/>
  <Override PartName="/ppt/slides/slide22.xml" ContentType="application/vnd.openxmlformats-officedocument.presentationml.slide+xml"/>
  <Override PartName="/ppt/diagrams/layout6.xml" ContentType="application/vnd.openxmlformats-officedocument.drawingml.diagramLayout+xml"/>
  <Override PartName="/ppt/diagrams/data10.xml" ContentType="application/vnd.openxmlformats-officedocument.drawingml.diagramData+xml"/>
  <Override PartName="/docProps/app.xml" ContentType="application/vnd.openxmlformats-officedocument.extended-properties+xml"/>
  <Override PartName="/ppt/slides/slide11.xml" ContentType="application/vnd.openxmlformats-officedocument.presentationml.slide+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drawing15.xml" ContentType="application/vnd.ms-office.drawingml.diagramDrawing+xml"/>
  <Override PartName="/ppt/diagrams/quickStyle25.xml" ContentType="application/vnd.openxmlformats-officedocument.drawingml.diagramStyle+xml"/>
  <Override PartName="/ppt/diagrams/drawing26.xml" ContentType="application/vnd.ms-office.drawingml.diagramDrawing+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rawing8.xml" ContentType="application/vnd.ms-office.drawingml.diagramDrawing+xml"/>
  <Override PartName="/ppt/diagrams/layout25.xml" ContentType="application/vnd.openxmlformats-officedocument.drawingml.diagramLayout+xml"/>
  <Override PartName="/ppt/diagrams/colors28.xml" ContentType="application/vnd.openxmlformats-officedocument.drawingml.diagramColors+xml"/>
  <Override PartName="/ppt/diagrams/quickStyle32.xml" ContentType="application/vnd.openxmlformats-officedocument.drawingml.diagramStyle+xml"/>
  <Override PartName="/ppt/diagrams/drawing33.xml" ContentType="application/vnd.ms-office.drawingml.diagramDrawing+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diagrams/quickStyle10.xml" ContentType="application/vnd.openxmlformats-officedocument.drawingml.diagramStyle+xml"/>
  <Override PartName="/ppt/diagrams/drawing11.xml" ContentType="application/vnd.ms-office.drawingml.diagramDrawing+xml"/>
  <Override PartName="/ppt/diagrams/layout14.xml" ContentType="application/vnd.openxmlformats-officedocument.drawingml.diagramLayout+xml"/>
  <Override PartName="/ppt/diagrams/colors17.xml" ContentType="application/vnd.openxmlformats-officedocument.drawingml.diagramColors+xml"/>
  <Override PartName="/ppt/diagrams/quickStyle21.xml" ContentType="application/vnd.openxmlformats-officedocument.drawingml.diagramStyle+xml"/>
  <Override PartName="/ppt/diagrams/drawing22.xml" ContentType="application/vnd.ms-office.drawingml.diagramDrawing+xml"/>
  <Override PartName="/ppt/diagrams/layout32.xml" ContentType="application/vnd.openxmlformats-officedocument.drawingml.diagramLayout+xml"/>
  <Override PartName="/ppt/slides/slide49.xml" ContentType="application/vnd.openxmlformats-officedocument.presentationml.slide+xml"/>
  <Override PartName="/ppt/diagrams/drawing4.xml" ContentType="application/vnd.ms-office.drawingml.diagramDrawing+xml"/>
  <Override PartName="/ppt/diagrams/data19.xml" ContentType="application/vnd.openxmlformats-officedocument.drawingml.diagramData+xml"/>
  <Override PartName="/ppt/diagrams/layout21.xml" ContentType="application/vnd.openxmlformats-officedocument.drawingml.diagramLayout+xml"/>
  <Override PartName="/ppt/diagrams/colors24.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layout10.xml" ContentType="application/vnd.openxmlformats-officedocument.drawingml.diagramLayout+xml"/>
  <Override PartName="/ppt/diagrams/colors13.xml" ContentType="application/vnd.openxmlformats-officedocument.drawingml.diagramColors+xml"/>
  <Override PartName="/ppt/diagrams/data26.xml" ContentType="application/vnd.openxmlformats-officedocument.drawingml.diagramData+xml"/>
  <Override PartName="/ppt/diagrams/colors3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diagrams/data15.xml" ContentType="application/vnd.openxmlformats-officedocument.drawingml.diagramData+xml"/>
  <Override PartName="/ppt/diagrams/colors20.xml" ContentType="application/vnd.openxmlformats-officedocument.drawingml.diagramColors+xml"/>
  <Override PartName="/ppt/diagrams/data33.xml" ContentType="application/vnd.openxmlformats-officedocument.drawingml.diagramData+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diagrams/data11.xml" ContentType="application/vnd.openxmlformats-officedocument.drawingml.diagramData+xml"/>
  <Override PartName="/ppt/diagrams/quickStyle19.xml" ContentType="application/vnd.openxmlformats-officedocument.drawingml.diagramStyle+xml"/>
  <Override PartName="/ppt/diagrams/data22.xml" ContentType="application/vnd.openxmlformats-officedocument.drawingml.diagramData+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diagrams/quickStyle26.xml" ContentType="application/vnd.openxmlformats-officedocument.drawingml.diagramStyle+xml"/>
  <Override PartName="/ppt/diagrams/drawing27.xml" ContentType="application/vnd.ms-office.drawingml.diagramDrawing+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quickStyle15.xml" ContentType="application/vnd.openxmlformats-officedocument.drawingml.diagramStyle+xml"/>
  <Override PartName="/ppt/diagrams/drawing16.xml" ContentType="application/vnd.ms-office.drawingml.diagramDrawing+xml"/>
  <Override PartName="/ppt/diagrams/layout19.xml" ContentType="application/vnd.openxmlformats-officedocument.drawingml.diagramLayout+xml"/>
  <Override PartName="/ppt/diagrams/quickStyle33.xml" ContentType="application/vnd.openxmlformats-officedocument.drawingml.diagramStyle+xml"/>
  <Override PartName="/ppt/diagrams/drawing34.xml" ContentType="application/vnd.ms-office.drawingml.diagramDrawing+xml"/>
  <Override PartName="/ppt/diagrams/layout3.xml" ContentType="application/vnd.openxmlformats-officedocument.drawingml.diagramLayout+xml"/>
  <Override PartName="/ppt/diagrams/data4.xml" ContentType="application/vnd.openxmlformats-officedocument.drawingml.diagramData+xml"/>
  <Override PartName="/ppt/diagrams/drawing9.xml" ContentType="application/vnd.ms-office.drawingml.diagramDrawing+xml"/>
  <Override PartName="/ppt/diagrams/layout15.xml" ContentType="application/vnd.openxmlformats-officedocument.drawingml.diagramLayout+xml"/>
  <Override PartName="/ppt/diagrams/quickStyle22.xml" ContentType="application/vnd.openxmlformats-officedocument.drawingml.diagramStyle+xml"/>
  <Override PartName="/ppt/diagrams/drawing23.xml" ContentType="application/vnd.ms-office.drawingml.diagramDrawing+xml"/>
  <Override PartName="/ppt/diagrams/layout26.xml" ContentType="application/vnd.openxmlformats-officedocument.drawingml.diagramLayout+xml"/>
  <Override PartName="/ppt/diagrams/colors29.xml" ContentType="application/vnd.openxmlformats-officedocument.drawingml.diagramColors+xml"/>
  <Override PartName="/ppt/diagrams/colors6.xml" ContentType="application/vnd.openxmlformats-officedocument.drawingml.diagramColors+xml"/>
  <Override PartName="/ppt/diagrams/quickStyle9.xml" ContentType="application/vnd.openxmlformats-officedocument.drawingml.diagramStyle+xml"/>
  <Override PartName="/ppt/diagrams/quickStyle11.xml" ContentType="application/vnd.openxmlformats-officedocument.drawingml.diagramStyle+xml"/>
  <Override PartName="/ppt/diagrams/drawing12.xml" ContentType="application/vnd.ms-office.drawingml.diagramDrawing+xml"/>
  <Override PartName="/ppt/diagrams/colors18.xml" ContentType="application/vnd.openxmlformats-officedocument.drawingml.diagramColors+xml"/>
  <Override PartName="/ppt/diagrams/drawing30.xml" ContentType="application/vnd.ms-office.drawingml.diagramDrawing+xml"/>
  <Override PartName="/ppt/diagrams/layout33.xml" ContentType="application/vnd.openxmlformats-officedocument.drawingml.diagramLayout+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diagrams/layout11.xml" ContentType="application/vnd.openxmlformats-officedocument.drawingml.diagramLayout+xml"/>
  <Override PartName="/ppt/diagrams/colors14.xml" ContentType="application/vnd.openxmlformats-officedocument.drawingml.diagramColors+xml"/>
  <Override PartName="/ppt/diagrams/layout22.xml" ContentType="application/vnd.openxmlformats-officedocument.drawingml.diagramLayout+xml"/>
  <Override PartName="/ppt/diagrams/colors25.xml" ContentType="application/vnd.openxmlformats-officedocument.drawingml.diagramColors+xml"/>
  <Override PartName="/ppt/diagrams/data27.xml" ContentType="application/vnd.openxmlformats-officedocument.drawingml.diagramData+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diagrams/colors2.xml" ContentType="application/vnd.openxmlformats-officedocument.drawingml.diagramColors+xml"/>
  <Override PartName="/ppt/diagrams/quickStyle5.xml" ContentType="application/vnd.openxmlformats-officedocument.drawingml.diagramStyle+xml"/>
  <Override PartName="/ppt/diagrams/data16.xml" ContentType="application/vnd.openxmlformats-officedocument.drawingml.diagramData+xml"/>
  <Override PartName="/ppt/diagrams/colors32.xml" ContentType="application/vnd.openxmlformats-officedocument.drawingml.diagramColors+xml"/>
  <Override PartName="/ppt/diagrams/data34.xml" ContentType="application/vnd.openxmlformats-officedocument.drawingml.diagramData+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diagrams/colors10.xml" ContentType="application/vnd.openxmlformats-officedocument.drawingml.diagramColors+xml"/>
  <Override PartName="/ppt/diagrams/colors21.xml" ContentType="application/vnd.openxmlformats-officedocument.drawingml.diagramColors+xml"/>
  <Override PartName="/ppt/diagrams/data23.xml" ContentType="application/vnd.openxmlformats-officedocument.drawingml.diagramData+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diagrams/quickStyle1.xml" ContentType="application/vnd.openxmlformats-officedocument.drawingml.diagramStyle+xml"/>
  <Override PartName="/ppt/diagrams/layout8.xml" ContentType="application/vnd.openxmlformats-officedocument.drawingml.diagramLayout+xml"/>
  <Override PartName="/ppt/diagrams/data12.xml" ContentType="application/vnd.openxmlformats-officedocument.drawingml.diagramData+xml"/>
  <Override PartName="/ppt/diagrams/data30.xml" ContentType="application/vnd.openxmlformats-officedocument.drawingml.diagramData+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diagrams/data9.xml" ContentType="application/vnd.openxmlformats-officedocument.drawingml.diagramData+xml"/>
  <Override PartName="/ppt/diagrams/quickStyle16.xml" ContentType="application/vnd.openxmlformats-officedocument.drawingml.diagramStyle+xml"/>
  <Override PartName="/ppt/diagrams/drawing17.xml" ContentType="application/vnd.ms-office.drawingml.diagramDrawing+xml"/>
  <Override PartName="/ppt/diagrams/quickStyle27.xml" ContentType="application/vnd.openxmlformats-officedocument.drawingml.diagramStyle+xml"/>
  <Override PartName="/ppt/diagrams/drawing28.xml" ContentType="application/vnd.ms-office.drawingml.diagramDrawing+xml"/>
  <Override PartName="/ppt/slides/slide20.xml" ContentType="application/vnd.openxmlformats-officedocument.presentationml.slide+xml"/>
  <Override PartName="/ppt/diagrams/layout4.xml" ContentType="application/vnd.openxmlformats-officedocument.drawingml.diagramLayout+xml"/>
  <Override PartName="/ppt/diagrams/layout27.xml" ContentType="application/vnd.openxmlformats-officedocument.drawingml.diagramLayout+xml"/>
  <Override PartName="/ppt/diagrams/quickStyle34.xml" ContentType="application/vnd.openxmlformats-officedocument.drawingml.diagramStyle+xml"/>
  <Override PartName="/ppt/diagrams/data5.xml" ContentType="application/vnd.openxmlformats-officedocument.drawingml.diagramData+xml"/>
  <Override PartName="/ppt/diagrams/colors7.xml" ContentType="application/vnd.openxmlformats-officedocument.drawingml.diagramColors+xml"/>
  <Override PartName="/ppt/diagrams/quickStyle12.xml" ContentType="application/vnd.openxmlformats-officedocument.drawingml.diagramStyle+xml"/>
  <Override PartName="/ppt/diagrams/drawing13.xml" ContentType="application/vnd.ms-office.drawingml.diagramDrawing+xml"/>
  <Override PartName="/ppt/diagrams/layout16.xml" ContentType="application/vnd.openxmlformats-officedocument.drawingml.diagramLayout+xml"/>
  <Override PartName="/ppt/diagrams/colors19.xml" ContentType="application/vnd.openxmlformats-officedocument.drawingml.diagramColors+xml"/>
  <Override PartName="/ppt/diagrams/quickStyle23.xml" ContentType="application/vnd.openxmlformats-officedocument.drawingml.diagramStyle+xml"/>
  <Override PartName="/ppt/diagrams/drawing24.xml" ContentType="application/vnd.ms-office.drawingml.diagramDrawing+xml"/>
  <Override PartName="/ppt/diagrams/layout34.xml" ContentType="application/vnd.openxmlformats-officedocument.drawingml.diagramLayout+xml"/>
  <Override PartName="/ppt/diagrams/drawing6.xml" ContentType="application/vnd.ms-office.drawingml.diagramDrawing+xml"/>
  <Override PartName="/ppt/diagrams/drawing20.xml" ContentType="application/vnd.ms-office.drawingml.diagramDrawing+xml"/>
  <Override PartName="/ppt/diagrams/layout23.xml" ContentType="application/vnd.openxmlformats-officedocument.drawingml.diagramLayout+xml"/>
  <Override PartName="/ppt/diagrams/colors26.xml" ContentType="application/vnd.openxmlformats-officedocument.drawingml.diagramColors+xml"/>
  <Override PartName="/ppt/diagrams/quickStyle30.xml" ContentType="application/vnd.openxmlformats-officedocument.drawingml.diagramStyle+xml"/>
  <Override PartName="/ppt/diagrams/drawing31.xml" ContentType="application/vnd.ms-office.drawingml.diagramDrawing+xml"/>
  <Override PartName="/ppt/slides/slide8.xml" ContentType="application/vnd.openxmlformats-officedocument.presentationml.slide+xml"/>
  <Override PartName="/ppt/slides/slide69.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ppt/diagrams/data28.xml" ContentType="application/vnd.openxmlformats-officedocument.drawingml.diagramData+xml"/>
  <Override PartName="/ppt/diagrams/layout30.xml" ContentType="application/vnd.openxmlformats-officedocument.drawingml.diagramLayout+xml"/>
  <Override PartName="/ppt/diagrams/colors33.xml" ContentType="application/vnd.openxmlformats-officedocument.drawingml.diagramColors+xml"/>
  <Override PartName="/ppt/slides/slide29.xml" ContentType="application/vnd.openxmlformats-officedocument.presentationml.slide+xml"/>
  <Override PartName="/ppt/slides/slide76.xml" ContentType="application/vnd.openxmlformats-officedocument.presentationml.slide+xml"/>
  <Override PartName="/ppt/diagrams/drawing2.xml" ContentType="application/vnd.ms-office.drawingml.diagramDrawing+xml"/>
  <Override PartName="/ppt/diagrams/data17.xml" ContentType="application/vnd.openxmlformats-officedocument.drawingml.diagramData+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theme/theme1.xml" ContentType="application/vnd.openxmlformats-officedocument.theme+xml"/>
  <Override PartName="/ppt/diagrams/data31.xml" ContentType="application/vnd.openxmlformats-officedocument.drawingml.diagramData+xml"/>
  <Override PartName="/ppt/slides/slide32.xml" ContentType="application/vnd.openxmlformats-officedocument.presentationml.slide+xml"/>
  <Override PartName="/ppt/diagrams/data20.xml" ContentType="application/vnd.openxmlformats-officedocument.drawingml.diagramData+xml"/>
  <Override PartName="/ppt/slides/slide10.xml" ContentType="application/vnd.openxmlformats-officedocument.presentationml.slide+xml"/>
  <Override PartName="/ppt/slides/slide21.xml" ContentType="application/vnd.openxmlformats-officedocument.presentationml.slide+xml"/>
  <Override PartName="/ppt/diagrams/layout5.xml" ContentType="application/vnd.openxmlformats-officedocument.drawingml.diagramLayout+xml"/>
  <Override PartName="/ppt/diagrams/data6.xml" ContentType="application/vnd.openxmlformats-officedocument.drawingml.diagramData+xml"/>
  <Override PartName="/ppt/diagrams/quickStyle24.xml" ContentType="application/vnd.openxmlformats-officedocument.drawingml.diagramStyle+xml"/>
  <Override PartName="/ppt/diagrams/drawing25.xml" ContentType="application/vnd.ms-office.drawingml.diagramDrawing+xml"/>
  <Override PartName="/ppt/diagrams/colors8.xml" ContentType="application/vnd.openxmlformats-officedocument.drawingml.diagramColors+xml"/>
  <Override PartName="/ppt/diagrams/quickStyle13.xml" ContentType="application/vnd.openxmlformats-officedocument.drawingml.diagramStyle+xml"/>
  <Override PartName="/ppt/diagrams/drawing14.xml" ContentType="application/vnd.ms-office.drawingml.diagramDrawing+xml"/>
  <Override PartName="/ppt/diagrams/drawing7.xml" ContentType="application/vnd.ms-office.drawingml.diagramDrawing+xml"/>
  <Override PartName="/ppt/diagrams/layout13.xml" ContentType="application/vnd.openxmlformats-officedocument.drawingml.diagramLayout+xml"/>
  <Override PartName="/ppt/diagrams/layout24.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diagrams/quickStyle7.xml" ContentType="application/vnd.openxmlformats-officedocument.drawingml.diagramStyle+xml"/>
  <Override PartName="/ppt/diagrams/colors34.xml" ContentType="application/vnd.openxmlformats-officedocument.drawingml.diagramColors+xml"/>
  <Override PartName="/ppt/slides/slide48.xml" ContentType="application/vnd.openxmlformats-officedocument.presentationml.slide+xml"/>
  <Override PartName="/ppt/diagrams/colors12.xml" ContentType="application/vnd.openxmlformats-officedocument.drawingml.diagramColors+xml"/>
  <Override PartName="/ppt/diagrams/colors23.xml" ContentType="application/vnd.openxmlformats-officedocument.drawingml.diagramColors+xml"/>
  <Override PartName="/ppt/diagrams/data25.xml" ContentType="application/vnd.openxmlformats-officedocument.drawingml.diagramData+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diagrams/data14.xml" ContentType="application/vnd.openxmlformats-officedocument.drawingml.diagramData+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diagrams/drawing19.xml" ContentType="application/vnd.ms-office.drawingml.diagramDrawing+xml"/>
  <Override PartName="/ppt/diagrams/quickStyle29.xml" ContentType="application/vnd.openxmlformats-officedocument.drawingml.diagramStyle+xml"/>
  <Override PartName="/ppt/slides/slide51.xml" ContentType="application/vnd.openxmlformats-officedocument.presentationml.slide+xml"/>
  <Override PartName="/ppt/diagrams/quickStyle18.xml" ContentType="application/vnd.openxmlformats-officedocument.drawingml.diagramStyle+xml"/>
  <Override PartName="/ppt/diagrams/layout29.xml" ContentType="application/vnd.openxmlformats-officedocument.drawingml.diagramLayout+xml"/>
  <Override PartName="/ppt/slides/slide40.xml" ContentType="application/vnd.openxmlformats-officedocument.presentationml.slide+xml"/>
  <Override PartName="/ppt/diagrams/layout18.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50" r:id="rId3"/>
    <p:sldId id="379" r:id="rId4"/>
    <p:sldId id="381" r:id="rId5"/>
    <p:sldId id="384" r:id="rId6"/>
    <p:sldId id="386" r:id="rId7"/>
    <p:sldId id="387" r:id="rId8"/>
    <p:sldId id="388" r:id="rId9"/>
    <p:sldId id="389" r:id="rId10"/>
    <p:sldId id="390" r:id="rId11"/>
    <p:sldId id="391" r:id="rId12"/>
    <p:sldId id="327" r:id="rId13"/>
    <p:sldId id="281" r:id="rId14"/>
    <p:sldId id="265" r:id="rId15"/>
    <p:sldId id="268" r:id="rId16"/>
    <p:sldId id="261" r:id="rId17"/>
    <p:sldId id="267" r:id="rId18"/>
    <p:sldId id="262" r:id="rId19"/>
    <p:sldId id="328" r:id="rId20"/>
    <p:sldId id="329" r:id="rId21"/>
    <p:sldId id="330" r:id="rId22"/>
    <p:sldId id="331" r:id="rId23"/>
    <p:sldId id="332" r:id="rId24"/>
    <p:sldId id="333" r:id="rId25"/>
    <p:sldId id="334" r:id="rId26"/>
    <p:sldId id="337" r:id="rId27"/>
    <p:sldId id="341" r:id="rId28"/>
    <p:sldId id="345" r:id="rId29"/>
    <p:sldId id="351" r:id="rId30"/>
    <p:sldId id="356" r:id="rId31"/>
    <p:sldId id="357" r:id="rId32"/>
    <p:sldId id="361" r:id="rId33"/>
    <p:sldId id="366" r:id="rId34"/>
    <p:sldId id="367" r:id="rId35"/>
    <p:sldId id="368" r:id="rId36"/>
    <p:sldId id="369" r:id="rId37"/>
    <p:sldId id="371" r:id="rId38"/>
    <p:sldId id="372" r:id="rId39"/>
    <p:sldId id="360" r:id="rId40"/>
    <p:sldId id="392" r:id="rId41"/>
    <p:sldId id="393" r:id="rId42"/>
    <p:sldId id="395" r:id="rId43"/>
    <p:sldId id="396" r:id="rId44"/>
    <p:sldId id="397" r:id="rId45"/>
    <p:sldId id="398" r:id="rId46"/>
    <p:sldId id="399" r:id="rId47"/>
    <p:sldId id="400" r:id="rId48"/>
    <p:sldId id="401" r:id="rId49"/>
    <p:sldId id="402" r:id="rId50"/>
    <p:sldId id="403" r:id="rId51"/>
    <p:sldId id="404" r:id="rId52"/>
    <p:sldId id="405" r:id="rId53"/>
    <p:sldId id="406" r:id="rId54"/>
    <p:sldId id="407" r:id="rId55"/>
    <p:sldId id="408" r:id="rId56"/>
    <p:sldId id="409" r:id="rId57"/>
    <p:sldId id="410" r:id="rId58"/>
    <p:sldId id="411" r:id="rId59"/>
    <p:sldId id="412" r:id="rId60"/>
    <p:sldId id="413" r:id="rId61"/>
    <p:sldId id="414" r:id="rId62"/>
    <p:sldId id="415" r:id="rId63"/>
    <p:sldId id="359" r:id="rId64"/>
    <p:sldId id="363" r:id="rId65"/>
    <p:sldId id="364" r:id="rId66"/>
    <p:sldId id="365" r:id="rId67"/>
    <p:sldId id="373" r:id="rId68"/>
    <p:sldId id="374" r:id="rId69"/>
    <p:sldId id="375" r:id="rId70"/>
    <p:sldId id="376" r:id="rId71"/>
    <p:sldId id="377" r:id="rId72"/>
    <p:sldId id="378" r:id="rId73"/>
    <p:sldId id="416" r:id="rId74"/>
    <p:sldId id="417" r:id="rId75"/>
    <p:sldId id="418" r:id="rId76"/>
    <p:sldId id="421" r:id="rId7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AA28F0-41D0-41E1-962D-F5C110512870}" type="doc">
      <dgm:prSet loTypeId="urn:microsoft.com/office/officeart/2005/8/layout/vList2" loCatId="list" qsTypeId="urn:microsoft.com/office/officeart/2005/8/quickstyle/3d2" qsCatId="3D" csTypeId="urn:microsoft.com/office/officeart/2005/8/colors/accent0_1" csCatId="mainScheme" phldr="1"/>
      <dgm:spPr/>
      <dgm:t>
        <a:bodyPr/>
        <a:lstStyle/>
        <a:p>
          <a:endParaRPr lang="fr-FR"/>
        </a:p>
      </dgm:t>
    </dgm:pt>
    <dgm:pt modelId="{0BBBD006-628A-44B4-B611-C615B4BF1007}">
      <dgm:prSet phldrT="[Texte]"/>
      <dgm:spPr/>
      <dgm:t>
        <a:bodyPr/>
        <a:lstStyle/>
        <a:p>
          <a:r>
            <a:rPr lang="fr-FR" dirty="0" smtClean="0"/>
            <a:t>Le secret médical</a:t>
          </a:r>
          <a:endParaRPr lang="fr-FR" dirty="0"/>
        </a:p>
      </dgm:t>
    </dgm:pt>
    <dgm:pt modelId="{DF33A9AD-111A-4024-9C1D-32664FE69255}" type="parTrans" cxnId="{7794BB2F-E5C5-4899-AD90-300CD0AC93F9}">
      <dgm:prSet/>
      <dgm:spPr/>
      <dgm:t>
        <a:bodyPr/>
        <a:lstStyle/>
        <a:p>
          <a:endParaRPr lang="fr-FR"/>
        </a:p>
      </dgm:t>
    </dgm:pt>
    <dgm:pt modelId="{3C71B391-1A9D-429C-950A-329EBB925DE3}" type="sibTrans" cxnId="{7794BB2F-E5C5-4899-AD90-300CD0AC93F9}">
      <dgm:prSet/>
      <dgm:spPr/>
      <dgm:t>
        <a:bodyPr/>
        <a:lstStyle/>
        <a:p>
          <a:endParaRPr lang="fr-FR"/>
        </a:p>
      </dgm:t>
    </dgm:pt>
    <dgm:pt modelId="{1CA31DED-9EF2-4546-AA79-69771F213048}">
      <dgm:prSet phldrT="[Texte]" phldr="1"/>
      <dgm:spPr/>
      <dgm:t>
        <a:bodyPr/>
        <a:lstStyle/>
        <a:p>
          <a:endParaRPr lang="fr-FR"/>
        </a:p>
      </dgm:t>
    </dgm:pt>
    <dgm:pt modelId="{483C7552-3454-432A-A2EE-CEE7F91EBFBC}" type="parTrans" cxnId="{22777201-4DFE-43D2-8E13-A48E8698B22D}">
      <dgm:prSet/>
      <dgm:spPr/>
      <dgm:t>
        <a:bodyPr/>
        <a:lstStyle/>
        <a:p>
          <a:endParaRPr lang="fr-FR"/>
        </a:p>
      </dgm:t>
    </dgm:pt>
    <dgm:pt modelId="{87CF0571-10C4-4FC5-82F9-4F1F076AB50A}" type="sibTrans" cxnId="{22777201-4DFE-43D2-8E13-A48E8698B22D}">
      <dgm:prSet/>
      <dgm:spPr/>
      <dgm:t>
        <a:bodyPr/>
        <a:lstStyle/>
        <a:p>
          <a:endParaRPr lang="fr-FR"/>
        </a:p>
      </dgm:t>
    </dgm:pt>
    <dgm:pt modelId="{76F4ABD4-E6A8-46A9-9F87-4B20ECFB161B}" type="pres">
      <dgm:prSet presAssocID="{AFAA28F0-41D0-41E1-962D-F5C110512870}" presName="linear" presStyleCnt="0">
        <dgm:presLayoutVars>
          <dgm:animLvl val="lvl"/>
          <dgm:resizeHandles val="exact"/>
        </dgm:presLayoutVars>
      </dgm:prSet>
      <dgm:spPr/>
      <dgm:t>
        <a:bodyPr/>
        <a:lstStyle/>
        <a:p>
          <a:endParaRPr lang="fr-FR"/>
        </a:p>
      </dgm:t>
    </dgm:pt>
    <dgm:pt modelId="{2D487B8A-AE93-4E85-9E47-66947AD64AFF}" type="pres">
      <dgm:prSet presAssocID="{0BBBD006-628A-44B4-B611-C615B4BF1007}" presName="parentText" presStyleLbl="node1" presStyleIdx="0" presStyleCnt="1">
        <dgm:presLayoutVars>
          <dgm:chMax val="0"/>
          <dgm:bulletEnabled val="1"/>
        </dgm:presLayoutVars>
      </dgm:prSet>
      <dgm:spPr/>
      <dgm:t>
        <a:bodyPr/>
        <a:lstStyle/>
        <a:p>
          <a:endParaRPr lang="fr-FR"/>
        </a:p>
      </dgm:t>
    </dgm:pt>
    <dgm:pt modelId="{295A6C32-C7BA-4735-8C65-700018B71F76}" type="pres">
      <dgm:prSet presAssocID="{0BBBD006-628A-44B4-B611-C615B4BF1007}" presName="childText" presStyleLbl="revTx" presStyleIdx="0" presStyleCnt="1">
        <dgm:presLayoutVars>
          <dgm:bulletEnabled val="1"/>
        </dgm:presLayoutVars>
      </dgm:prSet>
      <dgm:spPr/>
      <dgm:t>
        <a:bodyPr/>
        <a:lstStyle/>
        <a:p>
          <a:endParaRPr lang="fr-FR"/>
        </a:p>
      </dgm:t>
    </dgm:pt>
  </dgm:ptLst>
  <dgm:cxnLst>
    <dgm:cxn modelId="{9EEF3BC0-2199-4C77-A120-84795FF5CBEC}" type="presOf" srcId="{0BBBD006-628A-44B4-B611-C615B4BF1007}" destId="{2D487B8A-AE93-4E85-9E47-66947AD64AFF}" srcOrd="0" destOrd="0" presId="urn:microsoft.com/office/officeart/2005/8/layout/vList2"/>
    <dgm:cxn modelId="{26705A5C-64F9-44F6-9523-EFC5D87BC621}" type="presOf" srcId="{1CA31DED-9EF2-4546-AA79-69771F213048}" destId="{295A6C32-C7BA-4735-8C65-700018B71F76}" srcOrd="0" destOrd="0" presId="urn:microsoft.com/office/officeart/2005/8/layout/vList2"/>
    <dgm:cxn modelId="{22777201-4DFE-43D2-8E13-A48E8698B22D}" srcId="{0BBBD006-628A-44B4-B611-C615B4BF1007}" destId="{1CA31DED-9EF2-4546-AA79-69771F213048}" srcOrd="0" destOrd="0" parTransId="{483C7552-3454-432A-A2EE-CEE7F91EBFBC}" sibTransId="{87CF0571-10C4-4FC5-82F9-4F1F076AB50A}"/>
    <dgm:cxn modelId="{D6F425DF-6769-4BA3-B82B-C2DA9E2AA14A}" type="presOf" srcId="{AFAA28F0-41D0-41E1-962D-F5C110512870}" destId="{76F4ABD4-E6A8-46A9-9F87-4B20ECFB161B}" srcOrd="0" destOrd="0" presId="urn:microsoft.com/office/officeart/2005/8/layout/vList2"/>
    <dgm:cxn modelId="{7794BB2F-E5C5-4899-AD90-300CD0AC93F9}" srcId="{AFAA28F0-41D0-41E1-962D-F5C110512870}" destId="{0BBBD006-628A-44B4-B611-C615B4BF1007}" srcOrd="0" destOrd="0" parTransId="{DF33A9AD-111A-4024-9C1D-32664FE69255}" sibTransId="{3C71B391-1A9D-429C-950A-329EBB925DE3}"/>
    <dgm:cxn modelId="{045DBAE0-4CDC-447F-B394-5C795B458CF2}" type="presParOf" srcId="{76F4ABD4-E6A8-46A9-9F87-4B20ECFB161B}" destId="{2D487B8A-AE93-4E85-9E47-66947AD64AFF}" srcOrd="0" destOrd="0" presId="urn:microsoft.com/office/officeart/2005/8/layout/vList2"/>
    <dgm:cxn modelId="{8A78D3B7-852B-4826-BD94-14F3689550BB}" type="presParOf" srcId="{76F4ABD4-E6A8-46A9-9F87-4B20ECFB161B}" destId="{295A6C32-C7BA-4735-8C65-700018B71F76}" srcOrd="1"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110957-4E77-49B2-BB7E-6493381EA030}" type="doc">
      <dgm:prSet loTypeId="urn:microsoft.com/office/officeart/2005/8/layout/target3" loCatId="relationship" qsTypeId="urn:microsoft.com/office/officeart/2005/8/quickstyle/3d2" qsCatId="3D" csTypeId="urn:microsoft.com/office/officeart/2005/8/colors/accent0_3" csCatId="mainScheme" phldr="1"/>
      <dgm:spPr/>
      <dgm:t>
        <a:bodyPr/>
        <a:lstStyle/>
        <a:p>
          <a:endParaRPr lang="fr-FR"/>
        </a:p>
      </dgm:t>
    </dgm:pt>
    <dgm:pt modelId="{DC8903DB-C7DD-4006-839B-C2578B30396A}">
      <dgm:prSet/>
      <dgm:spPr/>
      <dgm:t>
        <a:bodyPr/>
        <a:lstStyle/>
        <a:p>
          <a:pPr rtl="0"/>
          <a:r>
            <a:rPr lang="fr-FR" dirty="0" smtClean="0"/>
            <a:t>Définition du secret professionnel :  Obligation, dont le non-respect est sanctionné par la loi pénale, imposant à certains professionnels de taire les confidences et informations venues à leur connaissance dans le cadre de l'exercice de leur profession.</a:t>
          </a:r>
          <a:endParaRPr lang="fr-FR" dirty="0"/>
        </a:p>
      </dgm:t>
    </dgm:pt>
    <dgm:pt modelId="{D72D0B03-47F7-425A-B925-9A11036C6D09}" type="parTrans" cxnId="{27D3C116-0E02-434E-A6C6-BCC50DD8C86E}">
      <dgm:prSet/>
      <dgm:spPr/>
      <dgm:t>
        <a:bodyPr/>
        <a:lstStyle/>
        <a:p>
          <a:endParaRPr lang="fr-FR"/>
        </a:p>
      </dgm:t>
    </dgm:pt>
    <dgm:pt modelId="{0BDA57F4-225C-4D1A-B8E3-7527378D9056}" type="sibTrans" cxnId="{27D3C116-0E02-434E-A6C6-BCC50DD8C86E}">
      <dgm:prSet/>
      <dgm:spPr/>
      <dgm:t>
        <a:bodyPr/>
        <a:lstStyle/>
        <a:p>
          <a:endParaRPr lang="fr-FR"/>
        </a:p>
      </dgm:t>
    </dgm:pt>
    <dgm:pt modelId="{CF550488-651E-44BA-8E0E-4A50F26C729F}">
      <dgm:prSet/>
      <dgm:spPr/>
      <dgm:t>
        <a:bodyPr/>
        <a:lstStyle/>
        <a:p>
          <a:pPr rtl="0"/>
          <a:r>
            <a:rPr lang="fr-FR" dirty="0" smtClean="0"/>
            <a:t>Finalités du secret professionnel = protéger et respecter la vie privée du patient + favoriser la création du lien de confiance.</a:t>
          </a:r>
          <a:endParaRPr lang="fr-FR" dirty="0"/>
        </a:p>
      </dgm:t>
    </dgm:pt>
    <dgm:pt modelId="{6E89DE56-9485-4A60-957F-7F7FB045DDBA}" type="parTrans" cxnId="{5E4DB008-F6EC-448F-98A7-012C91DA3F8F}">
      <dgm:prSet/>
      <dgm:spPr/>
      <dgm:t>
        <a:bodyPr/>
        <a:lstStyle/>
        <a:p>
          <a:endParaRPr lang="fr-FR"/>
        </a:p>
      </dgm:t>
    </dgm:pt>
    <dgm:pt modelId="{70B2A58D-39F2-4A74-95B8-77959846E30F}" type="sibTrans" cxnId="{5E4DB008-F6EC-448F-98A7-012C91DA3F8F}">
      <dgm:prSet/>
      <dgm:spPr/>
      <dgm:t>
        <a:bodyPr/>
        <a:lstStyle/>
        <a:p>
          <a:endParaRPr lang="fr-FR"/>
        </a:p>
      </dgm:t>
    </dgm:pt>
    <dgm:pt modelId="{1CAD9F88-9A9C-4254-859E-957B5394EA2D}">
      <dgm:prSet/>
      <dgm:spPr/>
      <dgm:t>
        <a:bodyPr/>
        <a:lstStyle/>
        <a:p>
          <a:pPr rtl="0"/>
          <a:r>
            <a:rPr lang="fr-FR" dirty="0" smtClean="0"/>
            <a:t>Fondements juridiques du secret professionnel  : Code Pénal, code de déontologie, code de santé publique et code de procédure pénale</a:t>
          </a:r>
          <a:endParaRPr lang="fr-FR" dirty="0"/>
        </a:p>
      </dgm:t>
    </dgm:pt>
    <dgm:pt modelId="{FB81D09B-6640-4FBC-8AFA-B0C7AC35CB9A}" type="parTrans" cxnId="{FA67F0C2-7FA0-4829-B3F8-C97ED9DA428F}">
      <dgm:prSet/>
      <dgm:spPr/>
      <dgm:t>
        <a:bodyPr/>
        <a:lstStyle/>
        <a:p>
          <a:endParaRPr lang="fr-FR"/>
        </a:p>
      </dgm:t>
    </dgm:pt>
    <dgm:pt modelId="{D1D51798-CA05-4D3F-A96B-0D8E330F418C}" type="sibTrans" cxnId="{FA67F0C2-7FA0-4829-B3F8-C97ED9DA428F}">
      <dgm:prSet/>
      <dgm:spPr/>
      <dgm:t>
        <a:bodyPr/>
        <a:lstStyle/>
        <a:p>
          <a:endParaRPr lang="fr-FR"/>
        </a:p>
      </dgm:t>
    </dgm:pt>
    <dgm:pt modelId="{E31FD7E4-8213-4751-8F09-64F77501DB8F}" type="pres">
      <dgm:prSet presAssocID="{23110957-4E77-49B2-BB7E-6493381EA030}" presName="Name0" presStyleCnt="0">
        <dgm:presLayoutVars>
          <dgm:chMax val="7"/>
          <dgm:dir/>
          <dgm:animLvl val="lvl"/>
          <dgm:resizeHandles val="exact"/>
        </dgm:presLayoutVars>
      </dgm:prSet>
      <dgm:spPr/>
      <dgm:t>
        <a:bodyPr/>
        <a:lstStyle/>
        <a:p>
          <a:endParaRPr lang="fr-FR"/>
        </a:p>
      </dgm:t>
    </dgm:pt>
    <dgm:pt modelId="{53BA5B63-CA5F-4D62-9F0B-C21DF3EABBCB}" type="pres">
      <dgm:prSet presAssocID="{DC8903DB-C7DD-4006-839B-C2578B30396A}" presName="circle1" presStyleLbl="node1" presStyleIdx="0" presStyleCnt="3"/>
      <dgm:spPr/>
    </dgm:pt>
    <dgm:pt modelId="{AA159BA3-8D5D-4238-98D1-097A2A684558}" type="pres">
      <dgm:prSet presAssocID="{DC8903DB-C7DD-4006-839B-C2578B30396A}" presName="space" presStyleCnt="0"/>
      <dgm:spPr/>
    </dgm:pt>
    <dgm:pt modelId="{346FAAC1-0EFA-4E2F-B66C-F7BD079AE854}" type="pres">
      <dgm:prSet presAssocID="{DC8903DB-C7DD-4006-839B-C2578B30396A}" presName="rect1" presStyleLbl="alignAcc1" presStyleIdx="0" presStyleCnt="3"/>
      <dgm:spPr/>
      <dgm:t>
        <a:bodyPr/>
        <a:lstStyle/>
        <a:p>
          <a:endParaRPr lang="fr-FR"/>
        </a:p>
      </dgm:t>
    </dgm:pt>
    <dgm:pt modelId="{856BBD9E-3D3D-46D0-A43A-E51E0F44726D}" type="pres">
      <dgm:prSet presAssocID="{CF550488-651E-44BA-8E0E-4A50F26C729F}" presName="vertSpace2" presStyleLbl="node1" presStyleIdx="0" presStyleCnt="3"/>
      <dgm:spPr/>
    </dgm:pt>
    <dgm:pt modelId="{9FF67CDB-7564-4346-8793-428F6087952B}" type="pres">
      <dgm:prSet presAssocID="{CF550488-651E-44BA-8E0E-4A50F26C729F}" presName="circle2" presStyleLbl="node1" presStyleIdx="1" presStyleCnt="3"/>
      <dgm:spPr/>
    </dgm:pt>
    <dgm:pt modelId="{2D896900-D086-48B2-909F-E78C60339A9B}" type="pres">
      <dgm:prSet presAssocID="{CF550488-651E-44BA-8E0E-4A50F26C729F}" presName="rect2" presStyleLbl="alignAcc1" presStyleIdx="1" presStyleCnt="3"/>
      <dgm:spPr/>
      <dgm:t>
        <a:bodyPr/>
        <a:lstStyle/>
        <a:p>
          <a:endParaRPr lang="fr-FR"/>
        </a:p>
      </dgm:t>
    </dgm:pt>
    <dgm:pt modelId="{0450D832-3456-4D6A-9367-E3E8DA061E48}" type="pres">
      <dgm:prSet presAssocID="{1CAD9F88-9A9C-4254-859E-957B5394EA2D}" presName="vertSpace3" presStyleLbl="node1" presStyleIdx="1" presStyleCnt="3"/>
      <dgm:spPr/>
    </dgm:pt>
    <dgm:pt modelId="{549E2036-E439-40BD-AE83-54E12B64EE12}" type="pres">
      <dgm:prSet presAssocID="{1CAD9F88-9A9C-4254-859E-957B5394EA2D}" presName="circle3" presStyleLbl="node1" presStyleIdx="2" presStyleCnt="3"/>
      <dgm:spPr/>
    </dgm:pt>
    <dgm:pt modelId="{E773FCDC-A23B-4CD8-8AC5-BD7DA5597EB6}" type="pres">
      <dgm:prSet presAssocID="{1CAD9F88-9A9C-4254-859E-957B5394EA2D}" presName="rect3" presStyleLbl="alignAcc1" presStyleIdx="2" presStyleCnt="3"/>
      <dgm:spPr/>
      <dgm:t>
        <a:bodyPr/>
        <a:lstStyle/>
        <a:p>
          <a:endParaRPr lang="fr-FR"/>
        </a:p>
      </dgm:t>
    </dgm:pt>
    <dgm:pt modelId="{A2942F64-F4F0-43C5-A140-E3F47DB5999C}" type="pres">
      <dgm:prSet presAssocID="{DC8903DB-C7DD-4006-839B-C2578B30396A}" presName="rect1ParTxNoCh" presStyleLbl="alignAcc1" presStyleIdx="2" presStyleCnt="3">
        <dgm:presLayoutVars>
          <dgm:chMax val="1"/>
          <dgm:bulletEnabled val="1"/>
        </dgm:presLayoutVars>
      </dgm:prSet>
      <dgm:spPr/>
      <dgm:t>
        <a:bodyPr/>
        <a:lstStyle/>
        <a:p>
          <a:endParaRPr lang="fr-FR"/>
        </a:p>
      </dgm:t>
    </dgm:pt>
    <dgm:pt modelId="{60E3F25A-2F7A-4748-8A74-E6B022AAA393}" type="pres">
      <dgm:prSet presAssocID="{CF550488-651E-44BA-8E0E-4A50F26C729F}" presName="rect2ParTxNoCh" presStyleLbl="alignAcc1" presStyleIdx="2" presStyleCnt="3">
        <dgm:presLayoutVars>
          <dgm:chMax val="1"/>
          <dgm:bulletEnabled val="1"/>
        </dgm:presLayoutVars>
      </dgm:prSet>
      <dgm:spPr/>
      <dgm:t>
        <a:bodyPr/>
        <a:lstStyle/>
        <a:p>
          <a:endParaRPr lang="fr-FR"/>
        </a:p>
      </dgm:t>
    </dgm:pt>
    <dgm:pt modelId="{2EB2ECFD-BCCB-42EF-85D8-8EEFA555D9BB}" type="pres">
      <dgm:prSet presAssocID="{1CAD9F88-9A9C-4254-859E-957B5394EA2D}" presName="rect3ParTxNoCh" presStyleLbl="alignAcc1" presStyleIdx="2" presStyleCnt="3">
        <dgm:presLayoutVars>
          <dgm:chMax val="1"/>
          <dgm:bulletEnabled val="1"/>
        </dgm:presLayoutVars>
      </dgm:prSet>
      <dgm:spPr/>
      <dgm:t>
        <a:bodyPr/>
        <a:lstStyle/>
        <a:p>
          <a:endParaRPr lang="fr-FR"/>
        </a:p>
      </dgm:t>
    </dgm:pt>
  </dgm:ptLst>
  <dgm:cxnLst>
    <dgm:cxn modelId="{FE501CFD-7C7F-4C4C-99E2-EA6B2B7B4086}" type="presOf" srcId="{1CAD9F88-9A9C-4254-859E-957B5394EA2D}" destId="{E773FCDC-A23B-4CD8-8AC5-BD7DA5597EB6}" srcOrd="0" destOrd="0" presId="urn:microsoft.com/office/officeart/2005/8/layout/target3"/>
    <dgm:cxn modelId="{0F19EE9B-9756-4D35-86B1-C36F20BD62FC}" type="presOf" srcId="{CF550488-651E-44BA-8E0E-4A50F26C729F}" destId="{60E3F25A-2F7A-4748-8A74-E6B022AAA393}" srcOrd="1" destOrd="0" presId="urn:microsoft.com/office/officeart/2005/8/layout/target3"/>
    <dgm:cxn modelId="{27D3C116-0E02-434E-A6C6-BCC50DD8C86E}" srcId="{23110957-4E77-49B2-BB7E-6493381EA030}" destId="{DC8903DB-C7DD-4006-839B-C2578B30396A}" srcOrd="0" destOrd="0" parTransId="{D72D0B03-47F7-425A-B925-9A11036C6D09}" sibTransId="{0BDA57F4-225C-4D1A-B8E3-7527378D9056}"/>
    <dgm:cxn modelId="{FA67F0C2-7FA0-4829-B3F8-C97ED9DA428F}" srcId="{23110957-4E77-49B2-BB7E-6493381EA030}" destId="{1CAD9F88-9A9C-4254-859E-957B5394EA2D}" srcOrd="2" destOrd="0" parTransId="{FB81D09B-6640-4FBC-8AFA-B0C7AC35CB9A}" sibTransId="{D1D51798-CA05-4D3F-A96B-0D8E330F418C}"/>
    <dgm:cxn modelId="{ED6CC285-5844-47F9-A2D3-7099520D7AE6}" type="presOf" srcId="{DC8903DB-C7DD-4006-839B-C2578B30396A}" destId="{A2942F64-F4F0-43C5-A140-E3F47DB5999C}" srcOrd="1" destOrd="0" presId="urn:microsoft.com/office/officeart/2005/8/layout/target3"/>
    <dgm:cxn modelId="{E35AE433-FC49-4145-9AB0-62C569DC4D3E}" type="presOf" srcId="{1CAD9F88-9A9C-4254-859E-957B5394EA2D}" destId="{2EB2ECFD-BCCB-42EF-85D8-8EEFA555D9BB}" srcOrd="1" destOrd="0" presId="urn:microsoft.com/office/officeart/2005/8/layout/target3"/>
    <dgm:cxn modelId="{5E4DB008-F6EC-448F-98A7-012C91DA3F8F}" srcId="{23110957-4E77-49B2-BB7E-6493381EA030}" destId="{CF550488-651E-44BA-8E0E-4A50F26C729F}" srcOrd="1" destOrd="0" parTransId="{6E89DE56-9485-4A60-957F-7F7FB045DDBA}" sibTransId="{70B2A58D-39F2-4A74-95B8-77959846E30F}"/>
    <dgm:cxn modelId="{95DB0B12-D0C0-4645-B22A-EEA73D4E21FA}" type="presOf" srcId="{23110957-4E77-49B2-BB7E-6493381EA030}" destId="{E31FD7E4-8213-4751-8F09-64F77501DB8F}" srcOrd="0" destOrd="0" presId="urn:microsoft.com/office/officeart/2005/8/layout/target3"/>
    <dgm:cxn modelId="{D156F897-A2A2-48D0-8F77-5EBD9C5C72E1}" type="presOf" srcId="{CF550488-651E-44BA-8E0E-4A50F26C729F}" destId="{2D896900-D086-48B2-909F-E78C60339A9B}" srcOrd="0" destOrd="0" presId="urn:microsoft.com/office/officeart/2005/8/layout/target3"/>
    <dgm:cxn modelId="{474FD94E-823B-4A9E-AF92-E8FB141DA3EE}" type="presOf" srcId="{DC8903DB-C7DD-4006-839B-C2578B30396A}" destId="{346FAAC1-0EFA-4E2F-B66C-F7BD079AE854}" srcOrd="0" destOrd="0" presId="urn:microsoft.com/office/officeart/2005/8/layout/target3"/>
    <dgm:cxn modelId="{B73F2F60-54E0-4FAA-860F-4D66F8CE7C31}" type="presParOf" srcId="{E31FD7E4-8213-4751-8F09-64F77501DB8F}" destId="{53BA5B63-CA5F-4D62-9F0B-C21DF3EABBCB}" srcOrd="0" destOrd="0" presId="urn:microsoft.com/office/officeart/2005/8/layout/target3"/>
    <dgm:cxn modelId="{3B93ADF0-8E39-49AA-848C-094DA36412AE}" type="presParOf" srcId="{E31FD7E4-8213-4751-8F09-64F77501DB8F}" destId="{AA159BA3-8D5D-4238-98D1-097A2A684558}" srcOrd="1" destOrd="0" presId="urn:microsoft.com/office/officeart/2005/8/layout/target3"/>
    <dgm:cxn modelId="{754266B7-2A2E-4011-B1A5-DBF4D04B3A80}" type="presParOf" srcId="{E31FD7E4-8213-4751-8F09-64F77501DB8F}" destId="{346FAAC1-0EFA-4E2F-B66C-F7BD079AE854}" srcOrd="2" destOrd="0" presId="urn:microsoft.com/office/officeart/2005/8/layout/target3"/>
    <dgm:cxn modelId="{AAB18742-E684-4964-BFCA-989BDB40DC84}" type="presParOf" srcId="{E31FD7E4-8213-4751-8F09-64F77501DB8F}" destId="{856BBD9E-3D3D-46D0-A43A-E51E0F44726D}" srcOrd="3" destOrd="0" presId="urn:microsoft.com/office/officeart/2005/8/layout/target3"/>
    <dgm:cxn modelId="{1F52A301-3B6C-4E4D-A051-CC2654DE25FE}" type="presParOf" srcId="{E31FD7E4-8213-4751-8F09-64F77501DB8F}" destId="{9FF67CDB-7564-4346-8793-428F6087952B}" srcOrd="4" destOrd="0" presId="urn:microsoft.com/office/officeart/2005/8/layout/target3"/>
    <dgm:cxn modelId="{B122EAF2-FB2F-4181-9358-CDCCD15C0048}" type="presParOf" srcId="{E31FD7E4-8213-4751-8F09-64F77501DB8F}" destId="{2D896900-D086-48B2-909F-E78C60339A9B}" srcOrd="5" destOrd="0" presId="urn:microsoft.com/office/officeart/2005/8/layout/target3"/>
    <dgm:cxn modelId="{92AC05C2-6A28-4C3C-A31B-C5A381ABBC62}" type="presParOf" srcId="{E31FD7E4-8213-4751-8F09-64F77501DB8F}" destId="{0450D832-3456-4D6A-9367-E3E8DA061E48}" srcOrd="6" destOrd="0" presId="urn:microsoft.com/office/officeart/2005/8/layout/target3"/>
    <dgm:cxn modelId="{B1F4B07B-AE26-48E6-AADA-0C6DF21C7842}" type="presParOf" srcId="{E31FD7E4-8213-4751-8F09-64F77501DB8F}" destId="{549E2036-E439-40BD-AE83-54E12B64EE12}" srcOrd="7" destOrd="0" presId="urn:microsoft.com/office/officeart/2005/8/layout/target3"/>
    <dgm:cxn modelId="{EAA888E6-A318-4514-B568-C33FB436316C}" type="presParOf" srcId="{E31FD7E4-8213-4751-8F09-64F77501DB8F}" destId="{E773FCDC-A23B-4CD8-8AC5-BD7DA5597EB6}" srcOrd="8" destOrd="0" presId="urn:microsoft.com/office/officeart/2005/8/layout/target3"/>
    <dgm:cxn modelId="{1382163D-AC6B-464B-BEAC-D8D997DFAFA9}" type="presParOf" srcId="{E31FD7E4-8213-4751-8F09-64F77501DB8F}" destId="{A2942F64-F4F0-43C5-A140-E3F47DB5999C}" srcOrd="9" destOrd="0" presId="urn:microsoft.com/office/officeart/2005/8/layout/target3"/>
    <dgm:cxn modelId="{C136E200-281B-4E0A-8749-E5B55185A2E3}" type="presParOf" srcId="{E31FD7E4-8213-4751-8F09-64F77501DB8F}" destId="{60E3F25A-2F7A-4748-8A74-E6B022AAA393}" srcOrd="10" destOrd="0" presId="urn:microsoft.com/office/officeart/2005/8/layout/target3"/>
    <dgm:cxn modelId="{14827884-7828-4A07-BE78-06236C4F1BB7}" type="presParOf" srcId="{E31FD7E4-8213-4751-8F09-64F77501DB8F}" destId="{2EB2ECFD-BCCB-42EF-85D8-8EEFA555D9BB}" srcOrd="11" destOrd="0" presId="urn:microsoft.com/office/officeart/2005/8/layout/targe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F74B6D-B503-4B07-809C-BB8B24DA6282}" type="doc">
      <dgm:prSet loTypeId="urn:microsoft.com/office/officeart/2005/8/layout/target3" loCatId="relationship" qsTypeId="urn:microsoft.com/office/officeart/2005/8/quickstyle/3d2" qsCatId="3D" csTypeId="urn:microsoft.com/office/officeart/2005/8/colors/accent0_3" csCatId="mainScheme" phldr="1"/>
      <dgm:spPr/>
      <dgm:t>
        <a:bodyPr/>
        <a:lstStyle/>
        <a:p>
          <a:endParaRPr lang="fr-FR"/>
        </a:p>
      </dgm:t>
    </dgm:pt>
    <dgm:pt modelId="{2AE4976B-5005-41A5-89B6-E5E1A4618E57}">
      <dgm:prSet/>
      <dgm:spPr/>
      <dgm:t>
        <a:bodyPr/>
        <a:lstStyle/>
        <a:p>
          <a:pPr rtl="0"/>
          <a:r>
            <a:rPr lang="fr-FR" dirty="0" smtClean="0"/>
            <a:t>Personnes tenues au secret  tout professionnel de santé + tout professionnel intervenant dans le système de santé. </a:t>
          </a:r>
          <a:endParaRPr lang="fr-FR" dirty="0"/>
        </a:p>
      </dgm:t>
    </dgm:pt>
    <dgm:pt modelId="{41CF469B-86C1-4278-BC78-DDA92953DBEB}" type="parTrans" cxnId="{B0319BBE-C086-4FBB-8E5D-6348EFC15745}">
      <dgm:prSet/>
      <dgm:spPr/>
      <dgm:t>
        <a:bodyPr/>
        <a:lstStyle/>
        <a:p>
          <a:endParaRPr lang="fr-FR"/>
        </a:p>
      </dgm:t>
    </dgm:pt>
    <dgm:pt modelId="{7CD983C6-DA7C-4372-B998-377A716604A5}" type="sibTrans" cxnId="{B0319BBE-C086-4FBB-8E5D-6348EFC15745}">
      <dgm:prSet/>
      <dgm:spPr/>
      <dgm:t>
        <a:bodyPr/>
        <a:lstStyle/>
        <a:p>
          <a:endParaRPr lang="fr-FR"/>
        </a:p>
      </dgm:t>
    </dgm:pt>
    <dgm:pt modelId="{AC9AE5E2-010F-48C6-B391-18B55498A6C3}">
      <dgm:prSet/>
      <dgm:spPr/>
      <dgm:t>
        <a:bodyPr/>
        <a:lstStyle/>
        <a:p>
          <a:pPr rtl="0"/>
          <a:r>
            <a:rPr lang="fr-FR" dirty="0" smtClean="0"/>
            <a:t>Informations couvertes par le secret :  ensemble des informations concernant la personne, venue à la connaissance du professionnel.</a:t>
          </a:r>
        </a:p>
        <a:p>
          <a:pPr rtl="0"/>
          <a:r>
            <a:rPr lang="fr-FR" dirty="0" smtClean="0"/>
            <a:t>Données administratives, données relatives à la santé : diagnostic, thérapeutique mais aussi les confidences de la famille, tous les éléments de la vie privée…</a:t>
          </a:r>
          <a:endParaRPr lang="fr-FR" dirty="0"/>
        </a:p>
      </dgm:t>
    </dgm:pt>
    <dgm:pt modelId="{E6208C8B-E079-41F9-9C69-FE6BAB101C5C}" type="parTrans" cxnId="{51C7DCF1-247B-400C-A76E-5B69EB23BCCB}">
      <dgm:prSet/>
      <dgm:spPr/>
      <dgm:t>
        <a:bodyPr/>
        <a:lstStyle/>
        <a:p>
          <a:endParaRPr lang="fr-FR"/>
        </a:p>
      </dgm:t>
    </dgm:pt>
    <dgm:pt modelId="{38A9698B-3ADE-4688-A68D-EB65A47B2DCF}" type="sibTrans" cxnId="{51C7DCF1-247B-400C-A76E-5B69EB23BCCB}">
      <dgm:prSet/>
      <dgm:spPr/>
      <dgm:t>
        <a:bodyPr/>
        <a:lstStyle/>
        <a:p>
          <a:endParaRPr lang="fr-FR"/>
        </a:p>
      </dgm:t>
    </dgm:pt>
    <dgm:pt modelId="{1878B9D3-3BAD-471E-97A9-D5B3EC13AD36}" type="pres">
      <dgm:prSet presAssocID="{F3F74B6D-B503-4B07-809C-BB8B24DA6282}" presName="Name0" presStyleCnt="0">
        <dgm:presLayoutVars>
          <dgm:chMax val="7"/>
          <dgm:dir/>
          <dgm:animLvl val="lvl"/>
          <dgm:resizeHandles val="exact"/>
        </dgm:presLayoutVars>
      </dgm:prSet>
      <dgm:spPr/>
      <dgm:t>
        <a:bodyPr/>
        <a:lstStyle/>
        <a:p>
          <a:endParaRPr lang="fr-FR"/>
        </a:p>
      </dgm:t>
    </dgm:pt>
    <dgm:pt modelId="{7311ECE8-0177-49BC-8723-C8B0B1A87400}" type="pres">
      <dgm:prSet presAssocID="{2AE4976B-5005-41A5-89B6-E5E1A4618E57}" presName="circle1" presStyleLbl="node1" presStyleIdx="0" presStyleCnt="2"/>
      <dgm:spPr/>
    </dgm:pt>
    <dgm:pt modelId="{B70E8536-E6BE-429F-82E4-D2D9E4D13AEE}" type="pres">
      <dgm:prSet presAssocID="{2AE4976B-5005-41A5-89B6-E5E1A4618E57}" presName="space" presStyleCnt="0"/>
      <dgm:spPr/>
    </dgm:pt>
    <dgm:pt modelId="{023736EA-3BCB-499A-A8CF-E9DF0E046FC4}" type="pres">
      <dgm:prSet presAssocID="{2AE4976B-5005-41A5-89B6-E5E1A4618E57}" presName="rect1" presStyleLbl="alignAcc1" presStyleIdx="0" presStyleCnt="2"/>
      <dgm:spPr/>
      <dgm:t>
        <a:bodyPr/>
        <a:lstStyle/>
        <a:p>
          <a:endParaRPr lang="fr-FR"/>
        </a:p>
      </dgm:t>
    </dgm:pt>
    <dgm:pt modelId="{CEB11F11-8F39-4949-B382-9B622AD4B446}" type="pres">
      <dgm:prSet presAssocID="{AC9AE5E2-010F-48C6-B391-18B55498A6C3}" presName="vertSpace2" presStyleLbl="node1" presStyleIdx="0" presStyleCnt="2"/>
      <dgm:spPr/>
    </dgm:pt>
    <dgm:pt modelId="{3316479C-CDC3-4B58-8B3E-EEABE4101467}" type="pres">
      <dgm:prSet presAssocID="{AC9AE5E2-010F-48C6-B391-18B55498A6C3}" presName="circle2" presStyleLbl="node1" presStyleIdx="1" presStyleCnt="2"/>
      <dgm:spPr/>
    </dgm:pt>
    <dgm:pt modelId="{3707A1A9-F206-4597-AA1E-58CB79D7BE65}" type="pres">
      <dgm:prSet presAssocID="{AC9AE5E2-010F-48C6-B391-18B55498A6C3}" presName="rect2" presStyleLbl="alignAcc1" presStyleIdx="1" presStyleCnt="2" custScaleY="121375" custLinFactNeighborX="-342" custLinFactNeighborY="-18282"/>
      <dgm:spPr/>
      <dgm:t>
        <a:bodyPr/>
        <a:lstStyle/>
        <a:p>
          <a:endParaRPr lang="fr-FR"/>
        </a:p>
      </dgm:t>
    </dgm:pt>
    <dgm:pt modelId="{D1A180C6-1033-4490-AA37-2AC869E76B21}" type="pres">
      <dgm:prSet presAssocID="{2AE4976B-5005-41A5-89B6-E5E1A4618E57}" presName="rect1ParTxNoCh" presStyleLbl="alignAcc1" presStyleIdx="1" presStyleCnt="2">
        <dgm:presLayoutVars>
          <dgm:chMax val="1"/>
          <dgm:bulletEnabled val="1"/>
        </dgm:presLayoutVars>
      </dgm:prSet>
      <dgm:spPr/>
      <dgm:t>
        <a:bodyPr/>
        <a:lstStyle/>
        <a:p>
          <a:endParaRPr lang="fr-FR"/>
        </a:p>
      </dgm:t>
    </dgm:pt>
    <dgm:pt modelId="{241788CB-9E4B-4394-B692-E6653354696B}" type="pres">
      <dgm:prSet presAssocID="{AC9AE5E2-010F-48C6-B391-18B55498A6C3}" presName="rect2ParTxNoCh" presStyleLbl="alignAcc1" presStyleIdx="1" presStyleCnt="2">
        <dgm:presLayoutVars>
          <dgm:chMax val="1"/>
          <dgm:bulletEnabled val="1"/>
        </dgm:presLayoutVars>
      </dgm:prSet>
      <dgm:spPr/>
      <dgm:t>
        <a:bodyPr/>
        <a:lstStyle/>
        <a:p>
          <a:endParaRPr lang="fr-FR"/>
        </a:p>
      </dgm:t>
    </dgm:pt>
  </dgm:ptLst>
  <dgm:cxnLst>
    <dgm:cxn modelId="{AD78B5F0-E874-4518-A996-292B6E48428C}" type="presOf" srcId="{AC9AE5E2-010F-48C6-B391-18B55498A6C3}" destId="{3707A1A9-F206-4597-AA1E-58CB79D7BE65}" srcOrd="0" destOrd="0" presId="urn:microsoft.com/office/officeart/2005/8/layout/target3"/>
    <dgm:cxn modelId="{51C7DCF1-247B-400C-A76E-5B69EB23BCCB}" srcId="{F3F74B6D-B503-4B07-809C-BB8B24DA6282}" destId="{AC9AE5E2-010F-48C6-B391-18B55498A6C3}" srcOrd="1" destOrd="0" parTransId="{E6208C8B-E079-41F9-9C69-FE6BAB101C5C}" sibTransId="{38A9698B-3ADE-4688-A68D-EB65A47B2DCF}"/>
    <dgm:cxn modelId="{EFB8E42B-DE54-4CED-A8E2-176429D27E35}" type="presOf" srcId="{AC9AE5E2-010F-48C6-B391-18B55498A6C3}" destId="{241788CB-9E4B-4394-B692-E6653354696B}" srcOrd="1" destOrd="0" presId="urn:microsoft.com/office/officeart/2005/8/layout/target3"/>
    <dgm:cxn modelId="{AAEA7D58-D50F-4200-A3B2-B8641A8BECD8}" type="presOf" srcId="{2AE4976B-5005-41A5-89B6-E5E1A4618E57}" destId="{023736EA-3BCB-499A-A8CF-E9DF0E046FC4}" srcOrd="0" destOrd="0" presId="urn:microsoft.com/office/officeart/2005/8/layout/target3"/>
    <dgm:cxn modelId="{B0319BBE-C086-4FBB-8E5D-6348EFC15745}" srcId="{F3F74B6D-B503-4B07-809C-BB8B24DA6282}" destId="{2AE4976B-5005-41A5-89B6-E5E1A4618E57}" srcOrd="0" destOrd="0" parTransId="{41CF469B-86C1-4278-BC78-DDA92953DBEB}" sibTransId="{7CD983C6-DA7C-4372-B998-377A716604A5}"/>
    <dgm:cxn modelId="{5245FB22-4CF4-46F6-8A7A-A893A9509391}" type="presOf" srcId="{F3F74B6D-B503-4B07-809C-BB8B24DA6282}" destId="{1878B9D3-3BAD-471E-97A9-D5B3EC13AD36}" srcOrd="0" destOrd="0" presId="urn:microsoft.com/office/officeart/2005/8/layout/target3"/>
    <dgm:cxn modelId="{0D9F4A24-C745-4F19-9F87-6C2D195D32CC}" type="presOf" srcId="{2AE4976B-5005-41A5-89B6-E5E1A4618E57}" destId="{D1A180C6-1033-4490-AA37-2AC869E76B21}" srcOrd="1" destOrd="0" presId="urn:microsoft.com/office/officeart/2005/8/layout/target3"/>
    <dgm:cxn modelId="{B998F8AE-0C14-42A8-8800-68A86BB66C50}" type="presParOf" srcId="{1878B9D3-3BAD-471E-97A9-D5B3EC13AD36}" destId="{7311ECE8-0177-49BC-8723-C8B0B1A87400}" srcOrd="0" destOrd="0" presId="urn:microsoft.com/office/officeart/2005/8/layout/target3"/>
    <dgm:cxn modelId="{A6A0B46A-6887-42F4-970D-921E2BDC4806}" type="presParOf" srcId="{1878B9D3-3BAD-471E-97A9-D5B3EC13AD36}" destId="{B70E8536-E6BE-429F-82E4-D2D9E4D13AEE}" srcOrd="1" destOrd="0" presId="urn:microsoft.com/office/officeart/2005/8/layout/target3"/>
    <dgm:cxn modelId="{5F82D348-497A-4CBE-8732-0C3FFC9099F5}" type="presParOf" srcId="{1878B9D3-3BAD-471E-97A9-D5B3EC13AD36}" destId="{023736EA-3BCB-499A-A8CF-E9DF0E046FC4}" srcOrd="2" destOrd="0" presId="urn:microsoft.com/office/officeart/2005/8/layout/target3"/>
    <dgm:cxn modelId="{61CD4116-519A-411D-ABBB-237554D4CC5C}" type="presParOf" srcId="{1878B9D3-3BAD-471E-97A9-D5B3EC13AD36}" destId="{CEB11F11-8F39-4949-B382-9B622AD4B446}" srcOrd="3" destOrd="0" presId="urn:microsoft.com/office/officeart/2005/8/layout/target3"/>
    <dgm:cxn modelId="{0C4C8EF3-35EB-42F4-81DA-78DA7AC1518B}" type="presParOf" srcId="{1878B9D3-3BAD-471E-97A9-D5B3EC13AD36}" destId="{3316479C-CDC3-4B58-8B3E-EEABE4101467}" srcOrd="4" destOrd="0" presId="urn:microsoft.com/office/officeart/2005/8/layout/target3"/>
    <dgm:cxn modelId="{8783D511-318D-498E-9C6F-143D6E56F6D6}" type="presParOf" srcId="{1878B9D3-3BAD-471E-97A9-D5B3EC13AD36}" destId="{3707A1A9-F206-4597-AA1E-58CB79D7BE65}" srcOrd="5" destOrd="0" presId="urn:microsoft.com/office/officeart/2005/8/layout/target3"/>
    <dgm:cxn modelId="{A4B8272F-E32B-472C-A6A8-4E7D30A701BA}" type="presParOf" srcId="{1878B9D3-3BAD-471E-97A9-D5B3EC13AD36}" destId="{D1A180C6-1033-4490-AA37-2AC869E76B21}" srcOrd="6" destOrd="0" presId="urn:microsoft.com/office/officeart/2005/8/layout/target3"/>
    <dgm:cxn modelId="{67E8E0DE-08C1-48F7-A513-C7FC6E27D632}" type="presParOf" srcId="{1878B9D3-3BAD-471E-97A9-D5B3EC13AD36}" destId="{241788CB-9E4B-4394-B692-E6653354696B}" srcOrd="7" destOrd="0" presId="urn:microsoft.com/office/officeart/2005/8/layout/targe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DC7143-DB7F-4038-ACFF-507DCA6F79E1}" type="doc">
      <dgm:prSet loTypeId="urn:microsoft.com/office/officeart/2005/8/layout/target3" loCatId="relationship" qsTypeId="urn:microsoft.com/office/officeart/2005/8/quickstyle/3d2" qsCatId="3D" csTypeId="urn:microsoft.com/office/officeart/2005/8/colors/accent0_3" csCatId="mainScheme"/>
      <dgm:spPr/>
      <dgm:t>
        <a:bodyPr/>
        <a:lstStyle/>
        <a:p>
          <a:endParaRPr lang="fr-FR"/>
        </a:p>
      </dgm:t>
    </dgm:pt>
    <dgm:pt modelId="{B09A69CE-27FA-47DF-A160-202F14886818}">
      <dgm:prSet/>
      <dgm:spPr/>
      <dgm:t>
        <a:bodyPr/>
        <a:lstStyle/>
        <a:p>
          <a:pPr rtl="0"/>
          <a:r>
            <a:rPr lang="fr-FR" dirty="0" smtClean="0"/>
            <a:t>C- cas particuliers :</a:t>
          </a:r>
          <a:endParaRPr lang="fr-FR" dirty="0"/>
        </a:p>
      </dgm:t>
    </dgm:pt>
    <dgm:pt modelId="{93EEE284-CE56-425B-B8A9-288024927E60}" type="parTrans" cxnId="{9441E477-4E36-4801-9F56-98F82AD9A49E}">
      <dgm:prSet/>
      <dgm:spPr/>
      <dgm:t>
        <a:bodyPr/>
        <a:lstStyle/>
        <a:p>
          <a:endParaRPr lang="fr-FR"/>
        </a:p>
      </dgm:t>
    </dgm:pt>
    <dgm:pt modelId="{F31EC10F-EEDA-49F8-9813-7D360C3F420A}" type="sibTrans" cxnId="{9441E477-4E36-4801-9F56-98F82AD9A49E}">
      <dgm:prSet/>
      <dgm:spPr/>
      <dgm:t>
        <a:bodyPr/>
        <a:lstStyle/>
        <a:p>
          <a:endParaRPr lang="fr-FR"/>
        </a:p>
      </dgm:t>
    </dgm:pt>
    <dgm:pt modelId="{59FBE99B-200A-49DD-90FB-5299AD6E8121}">
      <dgm:prSet/>
      <dgm:spPr/>
      <dgm:t>
        <a:bodyPr/>
        <a:lstStyle/>
        <a:p>
          <a:pPr rtl="0"/>
          <a:r>
            <a:rPr lang="fr-FR" dirty="0" smtClean="0"/>
            <a:t>Les médecins du travail</a:t>
          </a:r>
          <a:endParaRPr lang="fr-FR" dirty="0"/>
        </a:p>
      </dgm:t>
    </dgm:pt>
    <dgm:pt modelId="{8283A34C-3C42-4AE0-BAB0-4574990AEC4A}" type="parTrans" cxnId="{777AEC5F-9214-496B-950E-8CFCB0C0FC11}">
      <dgm:prSet/>
      <dgm:spPr/>
      <dgm:t>
        <a:bodyPr/>
        <a:lstStyle/>
        <a:p>
          <a:endParaRPr lang="fr-FR"/>
        </a:p>
      </dgm:t>
    </dgm:pt>
    <dgm:pt modelId="{873A29B3-8908-4586-A775-A9EDE4782156}" type="sibTrans" cxnId="{777AEC5F-9214-496B-950E-8CFCB0C0FC11}">
      <dgm:prSet/>
      <dgm:spPr/>
      <dgm:t>
        <a:bodyPr/>
        <a:lstStyle/>
        <a:p>
          <a:endParaRPr lang="fr-FR"/>
        </a:p>
      </dgm:t>
    </dgm:pt>
    <dgm:pt modelId="{BE695562-E2C2-4C32-9760-CB306585BDD7}">
      <dgm:prSet/>
      <dgm:spPr/>
      <dgm:t>
        <a:bodyPr/>
        <a:lstStyle/>
        <a:p>
          <a:pPr rtl="0"/>
          <a:r>
            <a:rPr lang="fr-FR" dirty="0" smtClean="0"/>
            <a:t>Les médecins des compagnies d’assurances</a:t>
          </a:r>
          <a:endParaRPr lang="fr-FR" dirty="0"/>
        </a:p>
      </dgm:t>
    </dgm:pt>
    <dgm:pt modelId="{4F85E117-8CCA-44C1-8040-E96DAF967840}" type="parTrans" cxnId="{5F8965F7-421C-43DC-A44A-9DC9B3B967FC}">
      <dgm:prSet/>
      <dgm:spPr/>
      <dgm:t>
        <a:bodyPr/>
        <a:lstStyle/>
        <a:p>
          <a:endParaRPr lang="fr-FR"/>
        </a:p>
      </dgm:t>
    </dgm:pt>
    <dgm:pt modelId="{7EFAFF55-3FA1-4490-951D-8E594429DF69}" type="sibTrans" cxnId="{5F8965F7-421C-43DC-A44A-9DC9B3B967FC}">
      <dgm:prSet/>
      <dgm:spPr/>
      <dgm:t>
        <a:bodyPr/>
        <a:lstStyle/>
        <a:p>
          <a:endParaRPr lang="fr-FR"/>
        </a:p>
      </dgm:t>
    </dgm:pt>
    <dgm:pt modelId="{6D2CFC1D-E070-40FE-8C41-BCDD1C3FBB94}">
      <dgm:prSet/>
      <dgm:spPr/>
      <dgm:t>
        <a:bodyPr/>
        <a:lstStyle/>
        <a:p>
          <a:pPr rtl="0"/>
          <a:r>
            <a:rPr lang="fr-FR" dirty="0" smtClean="0"/>
            <a:t>Les médecins experts </a:t>
          </a:r>
          <a:endParaRPr lang="fr-FR" dirty="0"/>
        </a:p>
      </dgm:t>
    </dgm:pt>
    <dgm:pt modelId="{713B3DAB-9690-4EE9-A43F-59B728C0AE93}" type="parTrans" cxnId="{05BCA3BC-F8C0-40AB-B3F4-757A44C29864}">
      <dgm:prSet/>
      <dgm:spPr/>
      <dgm:t>
        <a:bodyPr/>
        <a:lstStyle/>
        <a:p>
          <a:endParaRPr lang="fr-FR"/>
        </a:p>
      </dgm:t>
    </dgm:pt>
    <dgm:pt modelId="{C884827A-3072-479B-9840-593A8D4387CF}" type="sibTrans" cxnId="{05BCA3BC-F8C0-40AB-B3F4-757A44C29864}">
      <dgm:prSet/>
      <dgm:spPr/>
      <dgm:t>
        <a:bodyPr/>
        <a:lstStyle/>
        <a:p>
          <a:endParaRPr lang="fr-FR"/>
        </a:p>
      </dgm:t>
    </dgm:pt>
    <dgm:pt modelId="{8481D255-27CD-4A61-9414-B4095D7C27B3}" type="pres">
      <dgm:prSet presAssocID="{8CDC7143-DB7F-4038-ACFF-507DCA6F79E1}" presName="Name0" presStyleCnt="0">
        <dgm:presLayoutVars>
          <dgm:chMax val="7"/>
          <dgm:dir/>
          <dgm:animLvl val="lvl"/>
          <dgm:resizeHandles val="exact"/>
        </dgm:presLayoutVars>
      </dgm:prSet>
      <dgm:spPr/>
      <dgm:t>
        <a:bodyPr/>
        <a:lstStyle/>
        <a:p>
          <a:endParaRPr lang="fr-FR"/>
        </a:p>
      </dgm:t>
    </dgm:pt>
    <dgm:pt modelId="{96EBBB8D-08A8-4C43-A804-9F349DA21B8F}" type="pres">
      <dgm:prSet presAssocID="{B09A69CE-27FA-47DF-A160-202F14886818}" presName="circle1" presStyleLbl="node1" presStyleIdx="0" presStyleCnt="4"/>
      <dgm:spPr/>
    </dgm:pt>
    <dgm:pt modelId="{5F53F809-F595-42D8-B57B-E418A8577205}" type="pres">
      <dgm:prSet presAssocID="{B09A69CE-27FA-47DF-A160-202F14886818}" presName="space" presStyleCnt="0"/>
      <dgm:spPr/>
    </dgm:pt>
    <dgm:pt modelId="{618FC61D-ACCE-44D1-851D-F3C1DF861749}" type="pres">
      <dgm:prSet presAssocID="{B09A69CE-27FA-47DF-A160-202F14886818}" presName="rect1" presStyleLbl="alignAcc1" presStyleIdx="0" presStyleCnt="4"/>
      <dgm:spPr/>
      <dgm:t>
        <a:bodyPr/>
        <a:lstStyle/>
        <a:p>
          <a:endParaRPr lang="fr-FR"/>
        </a:p>
      </dgm:t>
    </dgm:pt>
    <dgm:pt modelId="{A49044E6-4446-4B87-AC36-31528EBF36C8}" type="pres">
      <dgm:prSet presAssocID="{59FBE99B-200A-49DD-90FB-5299AD6E8121}" presName="vertSpace2" presStyleLbl="node1" presStyleIdx="0" presStyleCnt="4"/>
      <dgm:spPr/>
    </dgm:pt>
    <dgm:pt modelId="{0CBB3AAB-FCBF-4AD6-915F-366F94276F43}" type="pres">
      <dgm:prSet presAssocID="{59FBE99B-200A-49DD-90FB-5299AD6E8121}" presName="circle2" presStyleLbl="node1" presStyleIdx="1" presStyleCnt="4"/>
      <dgm:spPr/>
    </dgm:pt>
    <dgm:pt modelId="{D83F36D4-BA8F-4B2C-B978-1ACCA2F3703D}" type="pres">
      <dgm:prSet presAssocID="{59FBE99B-200A-49DD-90FB-5299AD6E8121}" presName="rect2" presStyleLbl="alignAcc1" presStyleIdx="1" presStyleCnt="4"/>
      <dgm:spPr/>
      <dgm:t>
        <a:bodyPr/>
        <a:lstStyle/>
        <a:p>
          <a:endParaRPr lang="fr-FR"/>
        </a:p>
      </dgm:t>
    </dgm:pt>
    <dgm:pt modelId="{8564961D-36B5-4E5E-8931-0D3DCB8CEDDF}" type="pres">
      <dgm:prSet presAssocID="{BE695562-E2C2-4C32-9760-CB306585BDD7}" presName="vertSpace3" presStyleLbl="node1" presStyleIdx="1" presStyleCnt="4"/>
      <dgm:spPr/>
    </dgm:pt>
    <dgm:pt modelId="{DA02094B-1E1F-45AA-9B83-E0B409F917D6}" type="pres">
      <dgm:prSet presAssocID="{BE695562-E2C2-4C32-9760-CB306585BDD7}" presName="circle3" presStyleLbl="node1" presStyleIdx="2" presStyleCnt="4"/>
      <dgm:spPr/>
    </dgm:pt>
    <dgm:pt modelId="{4F1E028A-76F3-423E-8701-95146A9973F6}" type="pres">
      <dgm:prSet presAssocID="{BE695562-E2C2-4C32-9760-CB306585BDD7}" presName="rect3" presStyleLbl="alignAcc1" presStyleIdx="2" presStyleCnt="4"/>
      <dgm:spPr/>
      <dgm:t>
        <a:bodyPr/>
        <a:lstStyle/>
        <a:p>
          <a:endParaRPr lang="fr-FR"/>
        </a:p>
      </dgm:t>
    </dgm:pt>
    <dgm:pt modelId="{CA8FDF03-302E-4BA5-9FA2-A411A5EF2603}" type="pres">
      <dgm:prSet presAssocID="{6D2CFC1D-E070-40FE-8C41-BCDD1C3FBB94}" presName="vertSpace4" presStyleLbl="node1" presStyleIdx="2" presStyleCnt="4"/>
      <dgm:spPr/>
    </dgm:pt>
    <dgm:pt modelId="{804F4279-D28E-4EC2-9110-E6B6E8DCE3AC}" type="pres">
      <dgm:prSet presAssocID="{6D2CFC1D-E070-40FE-8C41-BCDD1C3FBB94}" presName="circle4" presStyleLbl="node1" presStyleIdx="3" presStyleCnt="4"/>
      <dgm:spPr/>
    </dgm:pt>
    <dgm:pt modelId="{782BB810-7D4C-4D4A-95A5-56745BC9B3C6}" type="pres">
      <dgm:prSet presAssocID="{6D2CFC1D-E070-40FE-8C41-BCDD1C3FBB94}" presName="rect4" presStyleLbl="alignAcc1" presStyleIdx="3" presStyleCnt="4"/>
      <dgm:spPr/>
      <dgm:t>
        <a:bodyPr/>
        <a:lstStyle/>
        <a:p>
          <a:endParaRPr lang="fr-FR"/>
        </a:p>
      </dgm:t>
    </dgm:pt>
    <dgm:pt modelId="{574F1D71-2190-4EFA-A1C8-C6BC59923DE8}" type="pres">
      <dgm:prSet presAssocID="{B09A69CE-27FA-47DF-A160-202F14886818}" presName="rect1ParTxNoCh" presStyleLbl="alignAcc1" presStyleIdx="3" presStyleCnt="4">
        <dgm:presLayoutVars>
          <dgm:chMax val="1"/>
          <dgm:bulletEnabled val="1"/>
        </dgm:presLayoutVars>
      </dgm:prSet>
      <dgm:spPr/>
      <dgm:t>
        <a:bodyPr/>
        <a:lstStyle/>
        <a:p>
          <a:endParaRPr lang="fr-FR"/>
        </a:p>
      </dgm:t>
    </dgm:pt>
    <dgm:pt modelId="{EA2F6AE6-0C7D-4FF6-9F15-44926E049DAB}" type="pres">
      <dgm:prSet presAssocID="{59FBE99B-200A-49DD-90FB-5299AD6E8121}" presName="rect2ParTxNoCh" presStyleLbl="alignAcc1" presStyleIdx="3" presStyleCnt="4">
        <dgm:presLayoutVars>
          <dgm:chMax val="1"/>
          <dgm:bulletEnabled val="1"/>
        </dgm:presLayoutVars>
      </dgm:prSet>
      <dgm:spPr/>
      <dgm:t>
        <a:bodyPr/>
        <a:lstStyle/>
        <a:p>
          <a:endParaRPr lang="fr-FR"/>
        </a:p>
      </dgm:t>
    </dgm:pt>
    <dgm:pt modelId="{C3A0365B-3818-4E6E-B5C1-BC0BEF1DF7DC}" type="pres">
      <dgm:prSet presAssocID="{BE695562-E2C2-4C32-9760-CB306585BDD7}" presName="rect3ParTxNoCh" presStyleLbl="alignAcc1" presStyleIdx="3" presStyleCnt="4">
        <dgm:presLayoutVars>
          <dgm:chMax val="1"/>
          <dgm:bulletEnabled val="1"/>
        </dgm:presLayoutVars>
      </dgm:prSet>
      <dgm:spPr/>
      <dgm:t>
        <a:bodyPr/>
        <a:lstStyle/>
        <a:p>
          <a:endParaRPr lang="fr-FR"/>
        </a:p>
      </dgm:t>
    </dgm:pt>
    <dgm:pt modelId="{18738AD1-D37F-46D3-A61D-F504D8806FB6}" type="pres">
      <dgm:prSet presAssocID="{6D2CFC1D-E070-40FE-8C41-BCDD1C3FBB94}" presName="rect4ParTxNoCh" presStyleLbl="alignAcc1" presStyleIdx="3" presStyleCnt="4">
        <dgm:presLayoutVars>
          <dgm:chMax val="1"/>
          <dgm:bulletEnabled val="1"/>
        </dgm:presLayoutVars>
      </dgm:prSet>
      <dgm:spPr/>
      <dgm:t>
        <a:bodyPr/>
        <a:lstStyle/>
        <a:p>
          <a:endParaRPr lang="fr-FR"/>
        </a:p>
      </dgm:t>
    </dgm:pt>
  </dgm:ptLst>
  <dgm:cxnLst>
    <dgm:cxn modelId="{8FFE7811-2442-4233-8B6A-290B8E1FC2C0}" type="presOf" srcId="{B09A69CE-27FA-47DF-A160-202F14886818}" destId="{618FC61D-ACCE-44D1-851D-F3C1DF861749}" srcOrd="0" destOrd="0" presId="urn:microsoft.com/office/officeart/2005/8/layout/target3"/>
    <dgm:cxn modelId="{3AD7B038-3D2B-4F3F-8744-4037D94CFC93}" type="presOf" srcId="{8CDC7143-DB7F-4038-ACFF-507DCA6F79E1}" destId="{8481D255-27CD-4A61-9414-B4095D7C27B3}" srcOrd="0" destOrd="0" presId="urn:microsoft.com/office/officeart/2005/8/layout/target3"/>
    <dgm:cxn modelId="{9DC44397-3BB9-4373-93B8-6E643AA1DE9F}" type="presOf" srcId="{59FBE99B-200A-49DD-90FB-5299AD6E8121}" destId="{D83F36D4-BA8F-4B2C-B978-1ACCA2F3703D}" srcOrd="0" destOrd="0" presId="urn:microsoft.com/office/officeart/2005/8/layout/target3"/>
    <dgm:cxn modelId="{3D349A06-D04C-4962-AEF2-D46C8168104A}" type="presOf" srcId="{6D2CFC1D-E070-40FE-8C41-BCDD1C3FBB94}" destId="{782BB810-7D4C-4D4A-95A5-56745BC9B3C6}" srcOrd="0" destOrd="0" presId="urn:microsoft.com/office/officeart/2005/8/layout/target3"/>
    <dgm:cxn modelId="{3A726F6B-B1C8-429D-806C-3A1AE8AC7CCB}" type="presOf" srcId="{6D2CFC1D-E070-40FE-8C41-BCDD1C3FBB94}" destId="{18738AD1-D37F-46D3-A61D-F504D8806FB6}" srcOrd="1" destOrd="0" presId="urn:microsoft.com/office/officeart/2005/8/layout/target3"/>
    <dgm:cxn modelId="{C188DAAE-11F3-4C06-9EB1-37AC23A80001}" type="presOf" srcId="{B09A69CE-27FA-47DF-A160-202F14886818}" destId="{574F1D71-2190-4EFA-A1C8-C6BC59923DE8}" srcOrd="1" destOrd="0" presId="urn:microsoft.com/office/officeart/2005/8/layout/target3"/>
    <dgm:cxn modelId="{85FB78AF-28BC-4494-8479-EB6EDDA1632E}" type="presOf" srcId="{BE695562-E2C2-4C32-9760-CB306585BDD7}" destId="{4F1E028A-76F3-423E-8701-95146A9973F6}" srcOrd="0" destOrd="0" presId="urn:microsoft.com/office/officeart/2005/8/layout/target3"/>
    <dgm:cxn modelId="{48A93099-6981-481A-BB4F-0946F97C5B6D}" type="presOf" srcId="{BE695562-E2C2-4C32-9760-CB306585BDD7}" destId="{C3A0365B-3818-4E6E-B5C1-BC0BEF1DF7DC}" srcOrd="1" destOrd="0" presId="urn:microsoft.com/office/officeart/2005/8/layout/target3"/>
    <dgm:cxn modelId="{9441E477-4E36-4801-9F56-98F82AD9A49E}" srcId="{8CDC7143-DB7F-4038-ACFF-507DCA6F79E1}" destId="{B09A69CE-27FA-47DF-A160-202F14886818}" srcOrd="0" destOrd="0" parTransId="{93EEE284-CE56-425B-B8A9-288024927E60}" sibTransId="{F31EC10F-EEDA-49F8-9813-7D360C3F420A}"/>
    <dgm:cxn modelId="{05BCA3BC-F8C0-40AB-B3F4-757A44C29864}" srcId="{8CDC7143-DB7F-4038-ACFF-507DCA6F79E1}" destId="{6D2CFC1D-E070-40FE-8C41-BCDD1C3FBB94}" srcOrd="3" destOrd="0" parTransId="{713B3DAB-9690-4EE9-A43F-59B728C0AE93}" sibTransId="{C884827A-3072-479B-9840-593A8D4387CF}"/>
    <dgm:cxn modelId="{5F8965F7-421C-43DC-A44A-9DC9B3B967FC}" srcId="{8CDC7143-DB7F-4038-ACFF-507DCA6F79E1}" destId="{BE695562-E2C2-4C32-9760-CB306585BDD7}" srcOrd="2" destOrd="0" parTransId="{4F85E117-8CCA-44C1-8040-E96DAF967840}" sibTransId="{7EFAFF55-3FA1-4490-951D-8E594429DF69}"/>
    <dgm:cxn modelId="{777AEC5F-9214-496B-950E-8CFCB0C0FC11}" srcId="{8CDC7143-DB7F-4038-ACFF-507DCA6F79E1}" destId="{59FBE99B-200A-49DD-90FB-5299AD6E8121}" srcOrd="1" destOrd="0" parTransId="{8283A34C-3C42-4AE0-BAB0-4574990AEC4A}" sibTransId="{873A29B3-8908-4586-A775-A9EDE4782156}"/>
    <dgm:cxn modelId="{1298BC35-D717-4EF1-BC40-222DA2682BA0}" type="presOf" srcId="{59FBE99B-200A-49DD-90FB-5299AD6E8121}" destId="{EA2F6AE6-0C7D-4FF6-9F15-44926E049DAB}" srcOrd="1" destOrd="0" presId="urn:microsoft.com/office/officeart/2005/8/layout/target3"/>
    <dgm:cxn modelId="{0905BBD5-8960-44D8-907B-2801B497EED6}" type="presParOf" srcId="{8481D255-27CD-4A61-9414-B4095D7C27B3}" destId="{96EBBB8D-08A8-4C43-A804-9F349DA21B8F}" srcOrd="0" destOrd="0" presId="urn:microsoft.com/office/officeart/2005/8/layout/target3"/>
    <dgm:cxn modelId="{02ED6A1F-AAF5-4A06-B4DC-E01FBFA6B82D}" type="presParOf" srcId="{8481D255-27CD-4A61-9414-B4095D7C27B3}" destId="{5F53F809-F595-42D8-B57B-E418A8577205}" srcOrd="1" destOrd="0" presId="urn:microsoft.com/office/officeart/2005/8/layout/target3"/>
    <dgm:cxn modelId="{7897AF85-28C2-457B-8FB3-79DE4336DBC8}" type="presParOf" srcId="{8481D255-27CD-4A61-9414-B4095D7C27B3}" destId="{618FC61D-ACCE-44D1-851D-F3C1DF861749}" srcOrd="2" destOrd="0" presId="urn:microsoft.com/office/officeart/2005/8/layout/target3"/>
    <dgm:cxn modelId="{9504BFF0-C00C-4F8C-9673-1B6378E85316}" type="presParOf" srcId="{8481D255-27CD-4A61-9414-B4095D7C27B3}" destId="{A49044E6-4446-4B87-AC36-31528EBF36C8}" srcOrd="3" destOrd="0" presId="urn:microsoft.com/office/officeart/2005/8/layout/target3"/>
    <dgm:cxn modelId="{BA3B693B-3F1D-4DA1-A125-3E09FE6C6C1B}" type="presParOf" srcId="{8481D255-27CD-4A61-9414-B4095D7C27B3}" destId="{0CBB3AAB-FCBF-4AD6-915F-366F94276F43}" srcOrd="4" destOrd="0" presId="urn:microsoft.com/office/officeart/2005/8/layout/target3"/>
    <dgm:cxn modelId="{604CF360-0889-43E1-8C79-ABBCA1C632CF}" type="presParOf" srcId="{8481D255-27CD-4A61-9414-B4095D7C27B3}" destId="{D83F36D4-BA8F-4B2C-B978-1ACCA2F3703D}" srcOrd="5" destOrd="0" presId="urn:microsoft.com/office/officeart/2005/8/layout/target3"/>
    <dgm:cxn modelId="{322EB231-776E-4DD6-AD9E-FF71A8D8FE00}" type="presParOf" srcId="{8481D255-27CD-4A61-9414-B4095D7C27B3}" destId="{8564961D-36B5-4E5E-8931-0D3DCB8CEDDF}" srcOrd="6" destOrd="0" presId="urn:microsoft.com/office/officeart/2005/8/layout/target3"/>
    <dgm:cxn modelId="{45921831-BA78-4605-BBB7-482EB2474931}" type="presParOf" srcId="{8481D255-27CD-4A61-9414-B4095D7C27B3}" destId="{DA02094B-1E1F-45AA-9B83-E0B409F917D6}" srcOrd="7" destOrd="0" presId="urn:microsoft.com/office/officeart/2005/8/layout/target3"/>
    <dgm:cxn modelId="{9A7566D9-0AF7-436D-9A31-5C86708AA4E6}" type="presParOf" srcId="{8481D255-27CD-4A61-9414-B4095D7C27B3}" destId="{4F1E028A-76F3-423E-8701-95146A9973F6}" srcOrd="8" destOrd="0" presId="urn:microsoft.com/office/officeart/2005/8/layout/target3"/>
    <dgm:cxn modelId="{42DDED4F-9C6B-469B-AAED-034141518939}" type="presParOf" srcId="{8481D255-27CD-4A61-9414-B4095D7C27B3}" destId="{CA8FDF03-302E-4BA5-9FA2-A411A5EF2603}" srcOrd="9" destOrd="0" presId="urn:microsoft.com/office/officeart/2005/8/layout/target3"/>
    <dgm:cxn modelId="{0CF2B0DF-12FF-4FC6-BE19-BFD6E52C9C33}" type="presParOf" srcId="{8481D255-27CD-4A61-9414-B4095D7C27B3}" destId="{804F4279-D28E-4EC2-9110-E6B6E8DCE3AC}" srcOrd="10" destOrd="0" presId="urn:microsoft.com/office/officeart/2005/8/layout/target3"/>
    <dgm:cxn modelId="{AB67D37A-9591-4689-A44C-CD64605923F2}" type="presParOf" srcId="{8481D255-27CD-4A61-9414-B4095D7C27B3}" destId="{782BB810-7D4C-4D4A-95A5-56745BC9B3C6}" srcOrd="11" destOrd="0" presId="urn:microsoft.com/office/officeart/2005/8/layout/target3"/>
    <dgm:cxn modelId="{2B6D62EE-557B-4492-990E-F0B701FCD3C9}" type="presParOf" srcId="{8481D255-27CD-4A61-9414-B4095D7C27B3}" destId="{574F1D71-2190-4EFA-A1C8-C6BC59923DE8}" srcOrd="12" destOrd="0" presId="urn:microsoft.com/office/officeart/2005/8/layout/target3"/>
    <dgm:cxn modelId="{FDF6A119-1C5D-417B-A941-8084A6A5028B}" type="presParOf" srcId="{8481D255-27CD-4A61-9414-B4095D7C27B3}" destId="{EA2F6AE6-0C7D-4FF6-9F15-44926E049DAB}" srcOrd="13" destOrd="0" presId="urn:microsoft.com/office/officeart/2005/8/layout/target3"/>
    <dgm:cxn modelId="{8C42AFAE-A0C7-405C-83B9-AE88D600BC9C}" type="presParOf" srcId="{8481D255-27CD-4A61-9414-B4095D7C27B3}" destId="{C3A0365B-3818-4E6E-B5C1-BC0BEF1DF7DC}" srcOrd="14" destOrd="0" presId="urn:microsoft.com/office/officeart/2005/8/layout/target3"/>
    <dgm:cxn modelId="{322CFDC6-94F1-4D1D-8531-980FF9AA5FB3}" type="presParOf" srcId="{8481D255-27CD-4A61-9414-B4095D7C27B3}" destId="{18738AD1-D37F-46D3-A61D-F504D8806FB6}" srcOrd="15" destOrd="0" presId="urn:microsoft.com/office/officeart/2005/8/layout/targe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C3D8AD-B777-4CC9-8B82-E2EDAA1739A2}" type="doc">
      <dgm:prSet loTypeId="urn:microsoft.com/office/officeart/2005/8/layout/target3" loCatId="relationship" qsTypeId="urn:microsoft.com/office/officeart/2005/8/quickstyle/3d2" qsCatId="3D" csTypeId="urn:microsoft.com/office/officeart/2005/8/colors/accent0_3" csCatId="mainScheme" phldr="1"/>
      <dgm:spPr/>
      <dgm:t>
        <a:bodyPr/>
        <a:lstStyle/>
        <a:p>
          <a:endParaRPr lang="fr-FR"/>
        </a:p>
      </dgm:t>
    </dgm:pt>
    <dgm:pt modelId="{E6B3FAC6-0023-417F-9295-6DAA03F4C4DD}">
      <dgm:prSet/>
      <dgm:spPr/>
      <dgm:t>
        <a:bodyPr/>
        <a:lstStyle/>
        <a:p>
          <a:pPr rtl="0"/>
          <a:r>
            <a:rPr lang="fr-FR" dirty="0" smtClean="0"/>
            <a:t>Les médecins du travail : ne partagent pas le secret avec l’employeur.</a:t>
          </a:r>
          <a:endParaRPr lang="fr-FR" dirty="0"/>
        </a:p>
      </dgm:t>
    </dgm:pt>
    <dgm:pt modelId="{FE0AEE15-888A-4EEE-A2F9-C5FF2CC1A7C9}" type="parTrans" cxnId="{72343F4C-2B3E-4D25-A1B2-D68158125032}">
      <dgm:prSet/>
      <dgm:spPr/>
      <dgm:t>
        <a:bodyPr/>
        <a:lstStyle/>
        <a:p>
          <a:endParaRPr lang="fr-FR"/>
        </a:p>
      </dgm:t>
    </dgm:pt>
    <dgm:pt modelId="{FF88B5AE-6D8F-4F9C-B57B-99AFCE6D680A}" type="sibTrans" cxnId="{72343F4C-2B3E-4D25-A1B2-D68158125032}">
      <dgm:prSet/>
      <dgm:spPr/>
      <dgm:t>
        <a:bodyPr/>
        <a:lstStyle/>
        <a:p>
          <a:endParaRPr lang="fr-FR"/>
        </a:p>
      </dgm:t>
    </dgm:pt>
    <dgm:pt modelId="{7870DE00-D944-46A5-8E3B-9D445064CDB7}">
      <dgm:prSet/>
      <dgm:spPr/>
      <dgm:t>
        <a:bodyPr/>
        <a:lstStyle/>
        <a:p>
          <a:pPr rtl="0"/>
          <a:r>
            <a:rPr lang="fr-FR" dirty="0" smtClean="0"/>
            <a:t>Renseigner les employeurs, dans le respect du secret médical, sur l’aptitude ou l’inaptitude d’un salarié à un poste de travail. </a:t>
          </a:r>
          <a:endParaRPr lang="fr-FR" dirty="0"/>
        </a:p>
      </dgm:t>
    </dgm:pt>
    <dgm:pt modelId="{4417E3CF-606F-430D-B006-99D51D4D6F4D}" type="parTrans" cxnId="{B5A7ABA7-4F06-4927-816C-BFC94A5C7A48}">
      <dgm:prSet/>
      <dgm:spPr/>
      <dgm:t>
        <a:bodyPr/>
        <a:lstStyle/>
        <a:p>
          <a:endParaRPr lang="fr-FR"/>
        </a:p>
      </dgm:t>
    </dgm:pt>
    <dgm:pt modelId="{D641B486-72B4-44A6-AD81-4247670BB0ED}" type="sibTrans" cxnId="{B5A7ABA7-4F06-4927-816C-BFC94A5C7A48}">
      <dgm:prSet/>
      <dgm:spPr/>
      <dgm:t>
        <a:bodyPr/>
        <a:lstStyle/>
        <a:p>
          <a:endParaRPr lang="fr-FR"/>
        </a:p>
      </dgm:t>
    </dgm:pt>
    <dgm:pt modelId="{57A51CD8-7BF5-4D4C-AB0E-A9D39F0645A0}">
      <dgm:prSet/>
      <dgm:spPr/>
      <dgm:t>
        <a:bodyPr/>
        <a:lstStyle/>
        <a:p>
          <a:pPr rtl="0"/>
          <a:r>
            <a:rPr lang="fr-FR" dirty="0" smtClean="0"/>
            <a:t>Il peut communiquer des informations au médecin traitant auquel il adresse un employé pour des soins avec l’accord du patient.</a:t>
          </a:r>
          <a:endParaRPr lang="fr-FR" dirty="0"/>
        </a:p>
      </dgm:t>
    </dgm:pt>
    <dgm:pt modelId="{C3FDBEC3-2874-4353-8D71-BDD0C9C22437}" type="parTrans" cxnId="{325AC8E8-18FE-4489-B71F-B78A6F935FE3}">
      <dgm:prSet/>
      <dgm:spPr/>
      <dgm:t>
        <a:bodyPr/>
        <a:lstStyle/>
        <a:p>
          <a:endParaRPr lang="fr-FR"/>
        </a:p>
      </dgm:t>
    </dgm:pt>
    <dgm:pt modelId="{A8B9B9C0-03B3-4439-AFFF-F98956BF788C}" type="sibTrans" cxnId="{325AC8E8-18FE-4489-B71F-B78A6F935FE3}">
      <dgm:prSet/>
      <dgm:spPr/>
      <dgm:t>
        <a:bodyPr/>
        <a:lstStyle/>
        <a:p>
          <a:endParaRPr lang="fr-FR"/>
        </a:p>
      </dgm:t>
    </dgm:pt>
    <dgm:pt modelId="{6FCD3C0F-F6DB-43DE-8C2F-C884EEAD85F7}" type="pres">
      <dgm:prSet presAssocID="{3FC3D8AD-B777-4CC9-8B82-E2EDAA1739A2}" presName="Name0" presStyleCnt="0">
        <dgm:presLayoutVars>
          <dgm:chMax val="7"/>
          <dgm:dir/>
          <dgm:animLvl val="lvl"/>
          <dgm:resizeHandles val="exact"/>
        </dgm:presLayoutVars>
      </dgm:prSet>
      <dgm:spPr/>
      <dgm:t>
        <a:bodyPr/>
        <a:lstStyle/>
        <a:p>
          <a:endParaRPr lang="fr-FR"/>
        </a:p>
      </dgm:t>
    </dgm:pt>
    <dgm:pt modelId="{ED36549C-D1B5-482D-AA12-192C19A2D627}" type="pres">
      <dgm:prSet presAssocID="{E6B3FAC6-0023-417F-9295-6DAA03F4C4DD}" presName="circle1" presStyleLbl="node1" presStyleIdx="0" presStyleCnt="3"/>
      <dgm:spPr/>
    </dgm:pt>
    <dgm:pt modelId="{1161035C-D8FC-4B74-9BED-5344139B312B}" type="pres">
      <dgm:prSet presAssocID="{E6B3FAC6-0023-417F-9295-6DAA03F4C4DD}" presName="space" presStyleCnt="0"/>
      <dgm:spPr/>
    </dgm:pt>
    <dgm:pt modelId="{C0E8EF5C-DE1F-4C14-B386-51F58FD65CFE}" type="pres">
      <dgm:prSet presAssocID="{E6B3FAC6-0023-417F-9295-6DAA03F4C4DD}" presName="rect1" presStyleLbl="alignAcc1" presStyleIdx="0" presStyleCnt="3"/>
      <dgm:spPr/>
      <dgm:t>
        <a:bodyPr/>
        <a:lstStyle/>
        <a:p>
          <a:endParaRPr lang="fr-FR"/>
        </a:p>
      </dgm:t>
    </dgm:pt>
    <dgm:pt modelId="{2474A99D-27BF-4DB8-9B5A-2433810D2042}" type="pres">
      <dgm:prSet presAssocID="{7870DE00-D944-46A5-8E3B-9D445064CDB7}" presName="vertSpace2" presStyleLbl="node1" presStyleIdx="0" presStyleCnt="3"/>
      <dgm:spPr/>
    </dgm:pt>
    <dgm:pt modelId="{069A5E2D-74B3-4F80-BCD9-510AFD9E83B6}" type="pres">
      <dgm:prSet presAssocID="{7870DE00-D944-46A5-8E3B-9D445064CDB7}" presName="circle2" presStyleLbl="node1" presStyleIdx="1" presStyleCnt="3"/>
      <dgm:spPr/>
    </dgm:pt>
    <dgm:pt modelId="{C66C7942-BD76-4C32-AAD4-D6C2D1897667}" type="pres">
      <dgm:prSet presAssocID="{7870DE00-D944-46A5-8E3B-9D445064CDB7}" presName="rect2" presStyleLbl="alignAcc1" presStyleIdx="1" presStyleCnt="3"/>
      <dgm:spPr/>
      <dgm:t>
        <a:bodyPr/>
        <a:lstStyle/>
        <a:p>
          <a:endParaRPr lang="fr-FR"/>
        </a:p>
      </dgm:t>
    </dgm:pt>
    <dgm:pt modelId="{B44488F0-F491-4C4E-8F89-EFB9D45FFA70}" type="pres">
      <dgm:prSet presAssocID="{57A51CD8-7BF5-4D4C-AB0E-A9D39F0645A0}" presName="vertSpace3" presStyleLbl="node1" presStyleIdx="1" presStyleCnt="3"/>
      <dgm:spPr/>
    </dgm:pt>
    <dgm:pt modelId="{2EF593DF-C199-4CEF-9D35-D5ABF720CC77}" type="pres">
      <dgm:prSet presAssocID="{57A51CD8-7BF5-4D4C-AB0E-A9D39F0645A0}" presName="circle3" presStyleLbl="node1" presStyleIdx="2" presStyleCnt="3"/>
      <dgm:spPr/>
    </dgm:pt>
    <dgm:pt modelId="{F5586C51-9C8B-4D93-B1EB-78D468428411}" type="pres">
      <dgm:prSet presAssocID="{57A51CD8-7BF5-4D4C-AB0E-A9D39F0645A0}" presName="rect3" presStyleLbl="alignAcc1" presStyleIdx="2" presStyleCnt="3"/>
      <dgm:spPr/>
      <dgm:t>
        <a:bodyPr/>
        <a:lstStyle/>
        <a:p>
          <a:endParaRPr lang="fr-FR"/>
        </a:p>
      </dgm:t>
    </dgm:pt>
    <dgm:pt modelId="{ED31C7B1-AF7A-45DE-BE79-FB0577C3AFFA}" type="pres">
      <dgm:prSet presAssocID="{E6B3FAC6-0023-417F-9295-6DAA03F4C4DD}" presName="rect1ParTxNoCh" presStyleLbl="alignAcc1" presStyleIdx="2" presStyleCnt="3">
        <dgm:presLayoutVars>
          <dgm:chMax val="1"/>
          <dgm:bulletEnabled val="1"/>
        </dgm:presLayoutVars>
      </dgm:prSet>
      <dgm:spPr/>
      <dgm:t>
        <a:bodyPr/>
        <a:lstStyle/>
        <a:p>
          <a:endParaRPr lang="fr-FR"/>
        </a:p>
      </dgm:t>
    </dgm:pt>
    <dgm:pt modelId="{A5208E72-EC07-4E0A-80A6-B0DB044E804E}" type="pres">
      <dgm:prSet presAssocID="{7870DE00-D944-46A5-8E3B-9D445064CDB7}" presName="rect2ParTxNoCh" presStyleLbl="alignAcc1" presStyleIdx="2" presStyleCnt="3">
        <dgm:presLayoutVars>
          <dgm:chMax val="1"/>
          <dgm:bulletEnabled val="1"/>
        </dgm:presLayoutVars>
      </dgm:prSet>
      <dgm:spPr/>
      <dgm:t>
        <a:bodyPr/>
        <a:lstStyle/>
        <a:p>
          <a:endParaRPr lang="fr-FR"/>
        </a:p>
      </dgm:t>
    </dgm:pt>
    <dgm:pt modelId="{6E75FC62-F2F9-4500-BECD-5360B011074C}" type="pres">
      <dgm:prSet presAssocID="{57A51CD8-7BF5-4D4C-AB0E-A9D39F0645A0}" presName="rect3ParTxNoCh" presStyleLbl="alignAcc1" presStyleIdx="2" presStyleCnt="3">
        <dgm:presLayoutVars>
          <dgm:chMax val="1"/>
          <dgm:bulletEnabled val="1"/>
        </dgm:presLayoutVars>
      </dgm:prSet>
      <dgm:spPr/>
      <dgm:t>
        <a:bodyPr/>
        <a:lstStyle/>
        <a:p>
          <a:endParaRPr lang="fr-FR"/>
        </a:p>
      </dgm:t>
    </dgm:pt>
  </dgm:ptLst>
  <dgm:cxnLst>
    <dgm:cxn modelId="{8B7F43AC-F528-47B7-AF37-6C28C1E08AE1}" type="presOf" srcId="{57A51CD8-7BF5-4D4C-AB0E-A9D39F0645A0}" destId="{F5586C51-9C8B-4D93-B1EB-78D468428411}" srcOrd="0" destOrd="0" presId="urn:microsoft.com/office/officeart/2005/8/layout/target3"/>
    <dgm:cxn modelId="{325AC8E8-18FE-4489-B71F-B78A6F935FE3}" srcId="{3FC3D8AD-B777-4CC9-8B82-E2EDAA1739A2}" destId="{57A51CD8-7BF5-4D4C-AB0E-A9D39F0645A0}" srcOrd="2" destOrd="0" parTransId="{C3FDBEC3-2874-4353-8D71-BDD0C9C22437}" sibTransId="{A8B9B9C0-03B3-4439-AFFF-F98956BF788C}"/>
    <dgm:cxn modelId="{9C9369E3-966A-4DF5-902B-2FEFA540ED4F}" type="presOf" srcId="{E6B3FAC6-0023-417F-9295-6DAA03F4C4DD}" destId="{C0E8EF5C-DE1F-4C14-B386-51F58FD65CFE}" srcOrd="0" destOrd="0" presId="urn:microsoft.com/office/officeart/2005/8/layout/target3"/>
    <dgm:cxn modelId="{74FD8F50-0D1B-431A-8C16-18C55F5732DA}" type="presOf" srcId="{E6B3FAC6-0023-417F-9295-6DAA03F4C4DD}" destId="{ED31C7B1-AF7A-45DE-BE79-FB0577C3AFFA}" srcOrd="1" destOrd="0" presId="urn:microsoft.com/office/officeart/2005/8/layout/target3"/>
    <dgm:cxn modelId="{B5A7ABA7-4F06-4927-816C-BFC94A5C7A48}" srcId="{3FC3D8AD-B777-4CC9-8B82-E2EDAA1739A2}" destId="{7870DE00-D944-46A5-8E3B-9D445064CDB7}" srcOrd="1" destOrd="0" parTransId="{4417E3CF-606F-430D-B006-99D51D4D6F4D}" sibTransId="{D641B486-72B4-44A6-AD81-4247670BB0ED}"/>
    <dgm:cxn modelId="{5F677945-7CA4-478A-868C-07FE762C032A}" type="presOf" srcId="{57A51CD8-7BF5-4D4C-AB0E-A9D39F0645A0}" destId="{6E75FC62-F2F9-4500-BECD-5360B011074C}" srcOrd="1" destOrd="0" presId="urn:microsoft.com/office/officeart/2005/8/layout/target3"/>
    <dgm:cxn modelId="{21AD012F-2887-4D1C-88E3-9E1E446BF1A1}" type="presOf" srcId="{7870DE00-D944-46A5-8E3B-9D445064CDB7}" destId="{C66C7942-BD76-4C32-AAD4-D6C2D1897667}" srcOrd="0" destOrd="0" presId="urn:microsoft.com/office/officeart/2005/8/layout/target3"/>
    <dgm:cxn modelId="{72343F4C-2B3E-4D25-A1B2-D68158125032}" srcId="{3FC3D8AD-B777-4CC9-8B82-E2EDAA1739A2}" destId="{E6B3FAC6-0023-417F-9295-6DAA03F4C4DD}" srcOrd="0" destOrd="0" parTransId="{FE0AEE15-888A-4EEE-A2F9-C5FF2CC1A7C9}" sibTransId="{FF88B5AE-6D8F-4F9C-B57B-99AFCE6D680A}"/>
    <dgm:cxn modelId="{DB59DB33-387D-4FB9-A387-576A84C46285}" type="presOf" srcId="{7870DE00-D944-46A5-8E3B-9D445064CDB7}" destId="{A5208E72-EC07-4E0A-80A6-B0DB044E804E}" srcOrd="1" destOrd="0" presId="urn:microsoft.com/office/officeart/2005/8/layout/target3"/>
    <dgm:cxn modelId="{2E8B7392-9BAB-4D10-901A-83E52BDDCE6D}" type="presOf" srcId="{3FC3D8AD-B777-4CC9-8B82-E2EDAA1739A2}" destId="{6FCD3C0F-F6DB-43DE-8C2F-C884EEAD85F7}" srcOrd="0" destOrd="0" presId="urn:microsoft.com/office/officeart/2005/8/layout/target3"/>
    <dgm:cxn modelId="{C6B66529-2192-4D91-83BB-5DA1A1ABA1B8}" type="presParOf" srcId="{6FCD3C0F-F6DB-43DE-8C2F-C884EEAD85F7}" destId="{ED36549C-D1B5-482D-AA12-192C19A2D627}" srcOrd="0" destOrd="0" presId="urn:microsoft.com/office/officeart/2005/8/layout/target3"/>
    <dgm:cxn modelId="{EC37E759-3540-40CB-90B4-ED511E5010AB}" type="presParOf" srcId="{6FCD3C0F-F6DB-43DE-8C2F-C884EEAD85F7}" destId="{1161035C-D8FC-4B74-9BED-5344139B312B}" srcOrd="1" destOrd="0" presId="urn:microsoft.com/office/officeart/2005/8/layout/target3"/>
    <dgm:cxn modelId="{52544D07-F635-4789-A3CF-DCDC3F465124}" type="presParOf" srcId="{6FCD3C0F-F6DB-43DE-8C2F-C884EEAD85F7}" destId="{C0E8EF5C-DE1F-4C14-B386-51F58FD65CFE}" srcOrd="2" destOrd="0" presId="urn:microsoft.com/office/officeart/2005/8/layout/target3"/>
    <dgm:cxn modelId="{8517C88F-AA04-4E87-A594-A1F37717DC3C}" type="presParOf" srcId="{6FCD3C0F-F6DB-43DE-8C2F-C884EEAD85F7}" destId="{2474A99D-27BF-4DB8-9B5A-2433810D2042}" srcOrd="3" destOrd="0" presId="urn:microsoft.com/office/officeart/2005/8/layout/target3"/>
    <dgm:cxn modelId="{055D4F3A-AD89-44CB-BC0D-61A1FBA93A05}" type="presParOf" srcId="{6FCD3C0F-F6DB-43DE-8C2F-C884EEAD85F7}" destId="{069A5E2D-74B3-4F80-BCD9-510AFD9E83B6}" srcOrd="4" destOrd="0" presId="urn:microsoft.com/office/officeart/2005/8/layout/target3"/>
    <dgm:cxn modelId="{7217844B-E4B7-4A10-854E-E09645AC3072}" type="presParOf" srcId="{6FCD3C0F-F6DB-43DE-8C2F-C884EEAD85F7}" destId="{C66C7942-BD76-4C32-AAD4-D6C2D1897667}" srcOrd="5" destOrd="0" presId="urn:microsoft.com/office/officeart/2005/8/layout/target3"/>
    <dgm:cxn modelId="{80450EDC-3BCD-402B-9B93-830E908677FB}" type="presParOf" srcId="{6FCD3C0F-F6DB-43DE-8C2F-C884EEAD85F7}" destId="{B44488F0-F491-4C4E-8F89-EFB9D45FFA70}" srcOrd="6" destOrd="0" presId="urn:microsoft.com/office/officeart/2005/8/layout/target3"/>
    <dgm:cxn modelId="{2C3B7361-7428-4282-AE1E-F6C5B36FE170}" type="presParOf" srcId="{6FCD3C0F-F6DB-43DE-8C2F-C884EEAD85F7}" destId="{2EF593DF-C199-4CEF-9D35-D5ABF720CC77}" srcOrd="7" destOrd="0" presId="urn:microsoft.com/office/officeart/2005/8/layout/target3"/>
    <dgm:cxn modelId="{3C1A99C8-7CDE-4B41-98C6-1BC47B6DBEE3}" type="presParOf" srcId="{6FCD3C0F-F6DB-43DE-8C2F-C884EEAD85F7}" destId="{F5586C51-9C8B-4D93-B1EB-78D468428411}" srcOrd="8" destOrd="0" presId="urn:microsoft.com/office/officeart/2005/8/layout/target3"/>
    <dgm:cxn modelId="{C5E90224-1881-4F17-A14F-9CB6BEB5807F}" type="presParOf" srcId="{6FCD3C0F-F6DB-43DE-8C2F-C884EEAD85F7}" destId="{ED31C7B1-AF7A-45DE-BE79-FB0577C3AFFA}" srcOrd="9" destOrd="0" presId="urn:microsoft.com/office/officeart/2005/8/layout/target3"/>
    <dgm:cxn modelId="{1E4C585F-9D0B-4A32-9B52-93078289FCA2}" type="presParOf" srcId="{6FCD3C0F-F6DB-43DE-8C2F-C884EEAD85F7}" destId="{A5208E72-EC07-4E0A-80A6-B0DB044E804E}" srcOrd="10" destOrd="0" presId="urn:microsoft.com/office/officeart/2005/8/layout/target3"/>
    <dgm:cxn modelId="{516D6EFA-A216-44CC-A448-B9F682493551}" type="presParOf" srcId="{6FCD3C0F-F6DB-43DE-8C2F-C884EEAD85F7}" destId="{6E75FC62-F2F9-4500-BECD-5360B011074C}" srcOrd="11" destOrd="0" presId="urn:microsoft.com/office/officeart/2005/8/layout/targe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97A3A9D-2B57-4C40-8DC6-C3D80E805A1A}" type="doc">
      <dgm:prSet loTypeId="urn:microsoft.com/office/officeart/2005/8/layout/target3" loCatId="relationship" qsTypeId="urn:microsoft.com/office/officeart/2005/8/quickstyle/3d2" qsCatId="3D" csTypeId="urn:microsoft.com/office/officeart/2005/8/colors/accent0_3" csCatId="mainScheme" phldr="1"/>
      <dgm:spPr/>
      <dgm:t>
        <a:bodyPr/>
        <a:lstStyle/>
        <a:p>
          <a:endParaRPr lang="fr-FR"/>
        </a:p>
      </dgm:t>
    </dgm:pt>
    <dgm:pt modelId="{1DCE70C0-63C3-4FEB-A2AA-E6F5B83D5728}">
      <dgm:prSet/>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fr-FR" dirty="0" smtClean="0"/>
            <a:t>les médecins-conseils des caisses de sécurité sociale :Ils exercent une double mission :</a:t>
          </a:r>
        </a:p>
        <a:p>
          <a:pPr marL="0" marR="0" indent="0" defTabSz="533400" rtl="0" eaLnBrk="1" fontAlgn="auto" latinLnBrk="0" hangingPunct="1">
            <a:lnSpc>
              <a:spcPct val="90000"/>
            </a:lnSpc>
            <a:spcBef>
              <a:spcPct val="0"/>
            </a:spcBef>
            <a:spcAft>
              <a:spcPct val="35000"/>
            </a:spcAft>
            <a:buClrTx/>
            <a:buSzTx/>
            <a:buFontTx/>
            <a:buNone/>
            <a:tabLst/>
            <a:defRPr/>
          </a:pPr>
          <a:r>
            <a:rPr lang="fr-FR" dirty="0" smtClean="0"/>
            <a:t>L’expertise médico-sociale qui consiste à vérifier l’application de la législation de sécurité sociale.</a:t>
          </a:r>
        </a:p>
        <a:p>
          <a:pPr marL="0" marR="0" indent="0" defTabSz="533400" rtl="0" eaLnBrk="1" fontAlgn="auto" latinLnBrk="0" hangingPunct="1">
            <a:lnSpc>
              <a:spcPct val="90000"/>
            </a:lnSpc>
            <a:spcBef>
              <a:spcPct val="0"/>
            </a:spcBef>
            <a:spcAft>
              <a:spcPct val="35000"/>
            </a:spcAft>
            <a:buClrTx/>
            <a:buSzTx/>
            <a:buFontTx/>
            <a:buNone/>
            <a:tabLst/>
            <a:defRPr/>
          </a:pPr>
          <a:r>
            <a:rPr lang="fr-FR" dirty="0" smtClean="0"/>
            <a:t>L’expertise en santé publique qui vise à surveiller la consommation de soins et l’application des méthodes de rationalisation.</a:t>
          </a:r>
        </a:p>
        <a:p>
          <a:pPr defTabSz="533400" rtl="0">
            <a:lnSpc>
              <a:spcPct val="90000"/>
            </a:lnSpc>
            <a:spcBef>
              <a:spcPct val="0"/>
            </a:spcBef>
            <a:spcAft>
              <a:spcPct val="35000"/>
            </a:spcAft>
          </a:pPr>
          <a:endParaRPr lang="fr-FR" dirty="0"/>
        </a:p>
      </dgm:t>
    </dgm:pt>
    <dgm:pt modelId="{C1540E58-0029-48E7-BE03-F5E8ED642ABB}" type="parTrans" cxnId="{8CBE459A-84D6-4459-825D-E665870A624C}">
      <dgm:prSet/>
      <dgm:spPr/>
      <dgm:t>
        <a:bodyPr/>
        <a:lstStyle/>
        <a:p>
          <a:endParaRPr lang="fr-FR"/>
        </a:p>
      </dgm:t>
    </dgm:pt>
    <dgm:pt modelId="{A04EEEE3-6DE2-4DB1-ABFA-5D7DE969D45D}" type="sibTrans" cxnId="{8CBE459A-84D6-4459-825D-E665870A624C}">
      <dgm:prSet/>
      <dgm:spPr/>
      <dgm:t>
        <a:bodyPr/>
        <a:lstStyle/>
        <a:p>
          <a:endParaRPr lang="fr-FR"/>
        </a:p>
      </dgm:t>
    </dgm:pt>
    <dgm:pt modelId="{B55A00EB-E28D-410A-BA72-0E5F075B590D}">
      <dgm:prSet/>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fr-FR" dirty="0" smtClean="0"/>
            <a:t>L’échange de renseignement entre le médecin traitant et le médecin conseil lui-même est tenu au secret, et reconnu au nom du principe du « secret partagé » avec toujours l’accord du patient et des informations communiquées sous pli confidentiel.</a:t>
          </a:r>
        </a:p>
        <a:p>
          <a:pPr defTabSz="533400" rtl="0">
            <a:lnSpc>
              <a:spcPct val="90000"/>
            </a:lnSpc>
            <a:spcBef>
              <a:spcPct val="0"/>
            </a:spcBef>
            <a:spcAft>
              <a:spcPct val="35000"/>
            </a:spcAft>
          </a:pPr>
          <a:endParaRPr lang="fr-FR" dirty="0"/>
        </a:p>
      </dgm:t>
    </dgm:pt>
    <dgm:pt modelId="{119527C6-2F37-448D-9BC6-8327843ACEA7}" type="parTrans" cxnId="{AEA24E4B-32BD-4693-9B20-499B4E42E4EC}">
      <dgm:prSet/>
      <dgm:spPr/>
      <dgm:t>
        <a:bodyPr/>
        <a:lstStyle/>
        <a:p>
          <a:endParaRPr lang="fr-FR"/>
        </a:p>
      </dgm:t>
    </dgm:pt>
    <dgm:pt modelId="{C7B96C04-9DCC-4074-AB52-717FEDFD9C51}" type="sibTrans" cxnId="{AEA24E4B-32BD-4693-9B20-499B4E42E4EC}">
      <dgm:prSet/>
      <dgm:spPr/>
      <dgm:t>
        <a:bodyPr/>
        <a:lstStyle/>
        <a:p>
          <a:endParaRPr lang="fr-FR"/>
        </a:p>
      </dgm:t>
    </dgm:pt>
    <dgm:pt modelId="{E95A19B5-8A2F-4314-BEFF-67A21F12E28B}" type="pres">
      <dgm:prSet presAssocID="{497A3A9D-2B57-4C40-8DC6-C3D80E805A1A}" presName="Name0" presStyleCnt="0">
        <dgm:presLayoutVars>
          <dgm:chMax val="7"/>
          <dgm:dir/>
          <dgm:animLvl val="lvl"/>
          <dgm:resizeHandles val="exact"/>
        </dgm:presLayoutVars>
      </dgm:prSet>
      <dgm:spPr/>
      <dgm:t>
        <a:bodyPr/>
        <a:lstStyle/>
        <a:p>
          <a:endParaRPr lang="fr-FR"/>
        </a:p>
      </dgm:t>
    </dgm:pt>
    <dgm:pt modelId="{49F8BB5F-1876-4593-8541-CF02E219C773}" type="pres">
      <dgm:prSet presAssocID="{1DCE70C0-63C3-4FEB-A2AA-E6F5B83D5728}" presName="circle1" presStyleLbl="node1" presStyleIdx="0" presStyleCnt="2"/>
      <dgm:spPr/>
    </dgm:pt>
    <dgm:pt modelId="{7FE7A001-94A6-4A6E-B0B4-825F04076881}" type="pres">
      <dgm:prSet presAssocID="{1DCE70C0-63C3-4FEB-A2AA-E6F5B83D5728}" presName="space" presStyleCnt="0"/>
      <dgm:spPr/>
    </dgm:pt>
    <dgm:pt modelId="{FB7EC56E-44E4-499D-AAF2-0F1E13646581}" type="pres">
      <dgm:prSet presAssocID="{1DCE70C0-63C3-4FEB-A2AA-E6F5B83D5728}" presName="rect1" presStyleLbl="alignAcc1" presStyleIdx="0" presStyleCnt="2"/>
      <dgm:spPr/>
      <dgm:t>
        <a:bodyPr/>
        <a:lstStyle/>
        <a:p>
          <a:endParaRPr lang="fr-FR"/>
        </a:p>
      </dgm:t>
    </dgm:pt>
    <dgm:pt modelId="{29869F09-CD4C-4F43-9B58-E54B3432A408}" type="pres">
      <dgm:prSet presAssocID="{B55A00EB-E28D-410A-BA72-0E5F075B590D}" presName="vertSpace2" presStyleLbl="node1" presStyleIdx="0" presStyleCnt="2"/>
      <dgm:spPr/>
    </dgm:pt>
    <dgm:pt modelId="{BA136B53-16D4-42F2-9A6B-73B90ED2AF45}" type="pres">
      <dgm:prSet presAssocID="{B55A00EB-E28D-410A-BA72-0E5F075B590D}" presName="circle2" presStyleLbl="node1" presStyleIdx="1" presStyleCnt="2"/>
      <dgm:spPr/>
    </dgm:pt>
    <dgm:pt modelId="{AF8CE06E-CC10-45E6-A0AC-2FBABCC98BBE}" type="pres">
      <dgm:prSet presAssocID="{B55A00EB-E28D-410A-BA72-0E5F075B590D}" presName="rect2" presStyleLbl="alignAcc1" presStyleIdx="1" presStyleCnt="2"/>
      <dgm:spPr/>
      <dgm:t>
        <a:bodyPr/>
        <a:lstStyle/>
        <a:p>
          <a:endParaRPr lang="fr-FR"/>
        </a:p>
      </dgm:t>
    </dgm:pt>
    <dgm:pt modelId="{36912FD4-6F9A-47C3-8DDE-DFE8B88C980D}" type="pres">
      <dgm:prSet presAssocID="{1DCE70C0-63C3-4FEB-A2AA-E6F5B83D5728}" presName="rect1ParTxNoCh" presStyleLbl="alignAcc1" presStyleIdx="1" presStyleCnt="2">
        <dgm:presLayoutVars>
          <dgm:chMax val="1"/>
          <dgm:bulletEnabled val="1"/>
        </dgm:presLayoutVars>
      </dgm:prSet>
      <dgm:spPr/>
      <dgm:t>
        <a:bodyPr/>
        <a:lstStyle/>
        <a:p>
          <a:endParaRPr lang="fr-FR"/>
        </a:p>
      </dgm:t>
    </dgm:pt>
    <dgm:pt modelId="{791F6485-BB56-4EF5-A059-DD10FFCE46E4}" type="pres">
      <dgm:prSet presAssocID="{B55A00EB-E28D-410A-BA72-0E5F075B590D}" presName="rect2ParTxNoCh" presStyleLbl="alignAcc1" presStyleIdx="1" presStyleCnt="2">
        <dgm:presLayoutVars>
          <dgm:chMax val="1"/>
          <dgm:bulletEnabled val="1"/>
        </dgm:presLayoutVars>
      </dgm:prSet>
      <dgm:spPr/>
      <dgm:t>
        <a:bodyPr/>
        <a:lstStyle/>
        <a:p>
          <a:endParaRPr lang="fr-FR"/>
        </a:p>
      </dgm:t>
    </dgm:pt>
  </dgm:ptLst>
  <dgm:cxnLst>
    <dgm:cxn modelId="{98BFC9AF-0D3E-4073-9D1B-33CFDC9A80A1}" type="presOf" srcId="{1DCE70C0-63C3-4FEB-A2AA-E6F5B83D5728}" destId="{FB7EC56E-44E4-499D-AAF2-0F1E13646581}" srcOrd="0" destOrd="0" presId="urn:microsoft.com/office/officeart/2005/8/layout/target3"/>
    <dgm:cxn modelId="{AEA24E4B-32BD-4693-9B20-499B4E42E4EC}" srcId="{497A3A9D-2B57-4C40-8DC6-C3D80E805A1A}" destId="{B55A00EB-E28D-410A-BA72-0E5F075B590D}" srcOrd="1" destOrd="0" parTransId="{119527C6-2F37-448D-9BC6-8327843ACEA7}" sibTransId="{C7B96C04-9DCC-4074-AB52-717FEDFD9C51}"/>
    <dgm:cxn modelId="{90A06B69-C9A1-4F78-84C8-CAF0C95B0933}" type="presOf" srcId="{B55A00EB-E28D-410A-BA72-0E5F075B590D}" destId="{791F6485-BB56-4EF5-A059-DD10FFCE46E4}" srcOrd="1" destOrd="0" presId="urn:microsoft.com/office/officeart/2005/8/layout/target3"/>
    <dgm:cxn modelId="{8CBE459A-84D6-4459-825D-E665870A624C}" srcId="{497A3A9D-2B57-4C40-8DC6-C3D80E805A1A}" destId="{1DCE70C0-63C3-4FEB-A2AA-E6F5B83D5728}" srcOrd="0" destOrd="0" parTransId="{C1540E58-0029-48E7-BE03-F5E8ED642ABB}" sibTransId="{A04EEEE3-6DE2-4DB1-ABFA-5D7DE969D45D}"/>
    <dgm:cxn modelId="{A4E2A150-289F-4E17-BED4-AF9DC412E6CF}" type="presOf" srcId="{B55A00EB-E28D-410A-BA72-0E5F075B590D}" destId="{AF8CE06E-CC10-45E6-A0AC-2FBABCC98BBE}" srcOrd="0" destOrd="0" presId="urn:microsoft.com/office/officeart/2005/8/layout/target3"/>
    <dgm:cxn modelId="{7CC71662-31B9-4B42-9088-040E2FFE3D3D}" type="presOf" srcId="{1DCE70C0-63C3-4FEB-A2AA-E6F5B83D5728}" destId="{36912FD4-6F9A-47C3-8DDE-DFE8B88C980D}" srcOrd="1" destOrd="0" presId="urn:microsoft.com/office/officeart/2005/8/layout/target3"/>
    <dgm:cxn modelId="{D219392D-D2F2-4895-AE92-6A2EC24DCE38}" type="presOf" srcId="{497A3A9D-2B57-4C40-8DC6-C3D80E805A1A}" destId="{E95A19B5-8A2F-4314-BEFF-67A21F12E28B}" srcOrd="0" destOrd="0" presId="urn:microsoft.com/office/officeart/2005/8/layout/target3"/>
    <dgm:cxn modelId="{2CBAAE6D-8235-4346-B463-75023DD4CCDB}" type="presParOf" srcId="{E95A19B5-8A2F-4314-BEFF-67A21F12E28B}" destId="{49F8BB5F-1876-4593-8541-CF02E219C773}" srcOrd="0" destOrd="0" presId="urn:microsoft.com/office/officeart/2005/8/layout/target3"/>
    <dgm:cxn modelId="{99096396-A1BE-4770-B935-CD3AAF8B45B0}" type="presParOf" srcId="{E95A19B5-8A2F-4314-BEFF-67A21F12E28B}" destId="{7FE7A001-94A6-4A6E-B0B4-825F04076881}" srcOrd="1" destOrd="0" presId="urn:microsoft.com/office/officeart/2005/8/layout/target3"/>
    <dgm:cxn modelId="{D3EE16E5-84D9-43F7-8821-5C19627D058A}" type="presParOf" srcId="{E95A19B5-8A2F-4314-BEFF-67A21F12E28B}" destId="{FB7EC56E-44E4-499D-AAF2-0F1E13646581}" srcOrd="2" destOrd="0" presId="urn:microsoft.com/office/officeart/2005/8/layout/target3"/>
    <dgm:cxn modelId="{63725B9F-BF70-4F5E-8BD0-E69BCAD98EA9}" type="presParOf" srcId="{E95A19B5-8A2F-4314-BEFF-67A21F12E28B}" destId="{29869F09-CD4C-4F43-9B58-E54B3432A408}" srcOrd="3" destOrd="0" presId="urn:microsoft.com/office/officeart/2005/8/layout/target3"/>
    <dgm:cxn modelId="{FA3DE1B7-00F6-4B84-98D1-8DAEDA304A54}" type="presParOf" srcId="{E95A19B5-8A2F-4314-BEFF-67A21F12E28B}" destId="{BA136B53-16D4-42F2-9A6B-73B90ED2AF45}" srcOrd="4" destOrd="0" presId="urn:microsoft.com/office/officeart/2005/8/layout/target3"/>
    <dgm:cxn modelId="{D8D68A6F-9008-42A1-A480-B6C75F4112BE}" type="presParOf" srcId="{E95A19B5-8A2F-4314-BEFF-67A21F12E28B}" destId="{AF8CE06E-CC10-45E6-A0AC-2FBABCC98BBE}" srcOrd="5" destOrd="0" presId="urn:microsoft.com/office/officeart/2005/8/layout/target3"/>
    <dgm:cxn modelId="{3EF8B4A9-45D3-4AE8-B190-BB59D8BA27A0}" type="presParOf" srcId="{E95A19B5-8A2F-4314-BEFF-67A21F12E28B}" destId="{36912FD4-6F9A-47C3-8DDE-DFE8B88C980D}" srcOrd="6" destOrd="0" presId="urn:microsoft.com/office/officeart/2005/8/layout/target3"/>
    <dgm:cxn modelId="{1CE29F5B-574E-40D8-A183-27C121ED65B7}" type="presParOf" srcId="{E95A19B5-8A2F-4314-BEFF-67A21F12E28B}" destId="{791F6485-BB56-4EF5-A059-DD10FFCE46E4}" srcOrd="7" destOrd="0" presId="urn:microsoft.com/office/officeart/2005/8/layout/targe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2A0BA33-F817-4CF4-9E24-1F155509A8B3}" type="doc">
      <dgm:prSet loTypeId="urn:microsoft.com/office/officeart/2005/8/layout/target3" loCatId="relationship" qsTypeId="urn:microsoft.com/office/officeart/2005/8/quickstyle/3d2" qsCatId="3D" csTypeId="urn:microsoft.com/office/officeart/2005/8/colors/accent0_3" csCatId="mainScheme" phldr="1"/>
      <dgm:spPr/>
      <dgm:t>
        <a:bodyPr/>
        <a:lstStyle/>
        <a:p>
          <a:endParaRPr lang="fr-FR"/>
        </a:p>
      </dgm:t>
    </dgm:pt>
    <dgm:pt modelId="{7D3D8C33-28CA-4FEA-9532-23FC3700979D}">
      <dgm:prSet/>
      <dgm:spPr/>
      <dgm:t>
        <a:bodyPr/>
        <a:lstStyle/>
        <a:p>
          <a:pPr rtl="0"/>
          <a:r>
            <a:rPr lang="fr-FR" dirty="0" smtClean="0"/>
            <a:t>Les médecins des compagnies d’assurances : rôle de constater et d’interpréter  un état de santé en rapport avec une situation médico-juridique particulière liant un assureur et un assuré. </a:t>
          </a:r>
          <a:endParaRPr lang="fr-FR" dirty="0"/>
        </a:p>
      </dgm:t>
    </dgm:pt>
    <dgm:pt modelId="{1A68295C-DF2B-4426-AD02-7CB531B910E1}" type="parTrans" cxnId="{271BE983-F7D3-482D-833C-D38F5936F171}">
      <dgm:prSet/>
      <dgm:spPr/>
      <dgm:t>
        <a:bodyPr/>
        <a:lstStyle/>
        <a:p>
          <a:endParaRPr lang="fr-FR"/>
        </a:p>
      </dgm:t>
    </dgm:pt>
    <dgm:pt modelId="{62051686-AF89-41D7-881B-09C14BF08E32}" type="sibTrans" cxnId="{271BE983-F7D3-482D-833C-D38F5936F171}">
      <dgm:prSet/>
      <dgm:spPr/>
      <dgm:t>
        <a:bodyPr/>
        <a:lstStyle/>
        <a:p>
          <a:endParaRPr lang="fr-FR"/>
        </a:p>
      </dgm:t>
    </dgm:pt>
    <dgm:pt modelId="{0D61FCC4-7204-4F39-BD00-9082BAA14032}">
      <dgm:prSet/>
      <dgm:spPr/>
      <dgm:t>
        <a:bodyPr/>
        <a:lstStyle/>
        <a:p>
          <a:pPr rtl="0"/>
          <a:r>
            <a:rPr lang="fr-FR" dirty="0" smtClean="0"/>
            <a:t>Ils sont les conseils des assureurs, avec lesquels ils ne partagent pas le secret professionnel. </a:t>
          </a:r>
          <a:endParaRPr lang="fr-FR" dirty="0"/>
        </a:p>
      </dgm:t>
    </dgm:pt>
    <dgm:pt modelId="{50E43A45-B80A-4372-98A3-7FA78C10A2D0}" type="parTrans" cxnId="{8BEFF599-4026-48B3-A332-099310C6BF7D}">
      <dgm:prSet/>
      <dgm:spPr/>
      <dgm:t>
        <a:bodyPr/>
        <a:lstStyle/>
        <a:p>
          <a:endParaRPr lang="fr-FR"/>
        </a:p>
      </dgm:t>
    </dgm:pt>
    <dgm:pt modelId="{F8F4A4D2-F1A3-4BC6-B78E-166FA0106332}" type="sibTrans" cxnId="{8BEFF599-4026-48B3-A332-099310C6BF7D}">
      <dgm:prSet/>
      <dgm:spPr/>
      <dgm:t>
        <a:bodyPr/>
        <a:lstStyle/>
        <a:p>
          <a:endParaRPr lang="fr-FR"/>
        </a:p>
      </dgm:t>
    </dgm:pt>
    <dgm:pt modelId="{DE6CFCD0-33C9-48E4-8F6C-BF46FD92CF5A}">
      <dgm:prSet/>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fr-FR" dirty="0" smtClean="0"/>
            <a:t>Ces médecins ne partagent pas le secret avec les médecins traitants et c’est au malade de leur fournir des informations ou un dossier médical concernant son état de santé.</a:t>
          </a:r>
        </a:p>
        <a:p>
          <a:pPr defTabSz="711200" rtl="0">
            <a:lnSpc>
              <a:spcPct val="90000"/>
            </a:lnSpc>
            <a:spcBef>
              <a:spcPct val="0"/>
            </a:spcBef>
            <a:spcAft>
              <a:spcPct val="35000"/>
            </a:spcAft>
          </a:pPr>
          <a:endParaRPr lang="fr-FR" dirty="0"/>
        </a:p>
      </dgm:t>
    </dgm:pt>
    <dgm:pt modelId="{0C4D101F-04D9-4650-BA1C-7C743999475E}" type="sibTrans" cxnId="{3B510354-3897-4880-815A-6619876E5B01}">
      <dgm:prSet/>
      <dgm:spPr/>
      <dgm:t>
        <a:bodyPr/>
        <a:lstStyle/>
        <a:p>
          <a:endParaRPr lang="fr-FR"/>
        </a:p>
      </dgm:t>
    </dgm:pt>
    <dgm:pt modelId="{87D80790-92A2-4A67-88E6-19B9B57F6D85}" type="parTrans" cxnId="{3B510354-3897-4880-815A-6619876E5B01}">
      <dgm:prSet/>
      <dgm:spPr/>
      <dgm:t>
        <a:bodyPr/>
        <a:lstStyle/>
        <a:p>
          <a:endParaRPr lang="fr-FR"/>
        </a:p>
      </dgm:t>
    </dgm:pt>
    <dgm:pt modelId="{7DC3C1A1-6599-4B2B-81A1-D326962C38D2}" type="pres">
      <dgm:prSet presAssocID="{82A0BA33-F817-4CF4-9E24-1F155509A8B3}" presName="Name0" presStyleCnt="0">
        <dgm:presLayoutVars>
          <dgm:chMax val="7"/>
          <dgm:dir/>
          <dgm:animLvl val="lvl"/>
          <dgm:resizeHandles val="exact"/>
        </dgm:presLayoutVars>
      </dgm:prSet>
      <dgm:spPr/>
      <dgm:t>
        <a:bodyPr/>
        <a:lstStyle/>
        <a:p>
          <a:endParaRPr lang="fr-FR"/>
        </a:p>
      </dgm:t>
    </dgm:pt>
    <dgm:pt modelId="{1A5AC813-DF6E-4AD5-B0DA-1C66BAE0C29D}" type="pres">
      <dgm:prSet presAssocID="{7D3D8C33-28CA-4FEA-9532-23FC3700979D}" presName="circle1" presStyleLbl="node1" presStyleIdx="0" presStyleCnt="3"/>
      <dgm:spPr/>
    </dgm:pt>
    <dgm:pt modelId="{2FC49DDC-CC8C-4FAC-98C7-693BADDB1203}" type="pres">
      <dgm:prSet presAssocID="{7D3D8C33-28CA-4FEA-9532-23FC3700979D}" presName="space" presStyleCnt="0"/>
      <dgm:spPr/>
    </dgm:pt>
    <dgm:pt modelId="{9073598B-8DE3-4322-8C3A-0E4BF26FF1D0}" type="pres">
      <dgm:prSet presAssocID="{7D3D8C33-28CA-4FEA-9532-23FC3700979D}" presName="rect1" presStyleLbl="alignAcc1" presStyleIdx="0" presStyleCnt="3"/>
      <dgm:spPr/>
      <dgm:t>
        <a:bodyPr/>
        <a:lstStyle/>
        <a:p>
          <a:endParaRPr lang="fr-FR"/>
        </a:p>
      </dgm:t>
    </dgm:pt>
    <dgm:pt modelId="{DEDB95FB-1296-40CF-B69F-64743DB3A340}" type="pres">
      <dgm:prSet presAssocID="{0D61FCC4-7204-4F39-BD00-9082BAA14032}" presName="vertSpace2" presStyleLbl="node1" presStyleIdx="0" presStyleCnt="3"/>
      <dgm:spPr/>
    </dgm:pt>
    <dgm:pt modelId="{98449548-AE7F-4E44-A589-FD767E795205}" type="pres">
      <dgm:prSet presAssocID="{0D61FCC4-7204-4F39-BD00-9082BAA14032}" presName="circle2" presStyleLbl="node1" presStyleIdx="1" presStyleCnt="3"/>
      <dgm:spPr/>
    </dgm:pt>
    <dgm:pt modelId="{F8652454-1F69-4E9E-92E1-4696652D0323}" type="pres">
      <dgm:prSet presAssocID="{0D61FCC4-7204-4F39-BD00-9082BAA14032}" presName="rect2" presStyleLbl="alignAcc1" presStyleIdx="1" presStyleCnt="3"/>
      <dgm:spPr/>
      <dgm:t>
        <a:bodyPr/>
        <a:lstStyle/>
        <a:p>
          <a:endParaRPr lang="fr-FR"/>
        </a:p>
      </dgm:t>
    </dgm:pt>
    <dgm:pt modelId="{7F1C4BED-1511-4A3A-A264-63E365AA4743}" type="pres">
      <dgm:prSet presAssocID="{DE6CFCD0-33C9-48E4-8F6C-BF46FD92CF5A}" presName="vertSpace3" presStyleLbl="node1" presStyleIdx="1" presStyleCnt="3"/>
      <dgm:spPr/>
    </dgm:pt>
    <dgm:pt modelId="{24D085AA-B5A0-4B88-8C3E-9B5431F44575}" type="pres">
      <dgm:prSet presAssocID="{DE6CFCD0-33C9-48E4-8F6C-BF46FD92CF5A}" presName="circle3" presStyleLbl="node1" presStyleIdx="2" presStyleCnt="3"/>
      <dgm:spPr/>
    </dgm:pt>
    <dgm:pt modelId="{EDCD22CD-D298-4E9F-808D-027D438356EB}" type="pres">
      <dgm:prSet presAssocID="{DE6CFCD0-33C9-48E4-8F6C-BF46FD92CF5A}" presName="rect3" presStyleLbl="alignAcc1" presStyleIdx="2" presStyleCnt="3" custLinFactNeighborX="-515" custLinFactNeighborY="1526"/>
      <dgm:spPr/>
      <dgm:t>
        <a:bodyPr/>
        <a:lstStyle/>
        <a:p>
          <a:endParaRPr lang="fr-FR"/>
        </a:p>
      </dgm:t>
    </dgm:pt>
    <dgm:pt modelId="{C28E0D66-35A8-49EC-A5E5-9E15D56FB09A}" type="pres">
      <dgm:prSet presAssocID="{7D3D8C33-28CA-4FEA-9532-23FC3700979D}" presName="rect1ParTxNoCh" presStyleLbl="alignAcc1" presStyleIdx="2" presStyleCnt="3">
        <dgm:presLayoutVars>
          <dgm:chMax val="1"/>
          <dgm:bulletEnabled val="1"/>
        </dgm:presLayoutVars>
      </dgm:prSet>
      <dgm:spPr/>
      <dgm:t>
        <a:bodyPr/>
        <a:lstStyle/>
        <a:p>
          <a:endParaRPr lang="fr-FR"/>
        </a:p>
      </dgm:t>
    </dgm:pt>
    <dgm:pt modelId="{AEB1B179-CAC2-462E-842F-B1A238E41C30}" type="pres">
      <dgm:prSet presAssocID="{0D61FCC4-7204-4F39-BD00-9082BAA14032}" presName="rect2ParTxNoCh" presStyleLbl="alignAcc1" presStyleIdx="2" presStyleCnt="3">
        <dgm:presLayoutVars>
          <dgm:chMax val="1"/>
          <dgm:bulletEnabled val="1"/>
        </dgm:presLayoutVars>
      </dgm:prSet>
      <dgm:spPr/>
      <dgm:t>
        <a:bodyPr/>
        <a:lstStyle/>
        <a:p>
          <a:endParaRPr lang="fr-FR"/>
        </a:p>
      </dgm:t>
    </dgm:pt>
    <dgm:pt modelId="{7ADFFF0A-FA14-4D10-A430-46454A55D71D}" type="pres">
      <dgm:prSet presAssocID="{DE6CFCD0-33C9-48E4-8F6C-BF46FD92CF5A}" presName="rect3ParTxNoCh" presStyleLbl="alignAcc1" presStyleIdx="2" presStyleCnt="3">
        <dgm:presLayoutVars>
          <dgm:chMax val="1"/>
          <dgm:bulletEnabled val="1"/>
        </dgm:presLayoutVars>
      </dgm:prSet>
      <dgm:spPr/>
      <dgm:t>
        <a:bodyPr/>
        <a:lstStyle/>
        <a:p>
          <a:endParaRPr lang="fr-FR"/>
        </a:p>
      </dgm:t>
    </dgm:pt>
  </dgm:ptLst>
  <dgm:cxnLst>
    <dgm:cxn modelId="{3B510354-3897-4880-815A-6619876E5B01}" srcId="{82A0BA33-F817-4CF4-9E24-1F155509A8B3}" destId="{DE6CFCD0-33C9-48E4-8F6C-BF46FD92CF5A}" srcOrd="2" destOrd="0" parTransId="{87D80790-92A2-4A67-88E6-19B9B57F6D85}" sibTransId="{0C4D101F-04D9-4650-BA1C-7C743999475E}"/>
    <dgm:cxn modelId="{B8330212-EA58-4933-9986-BB7DF3487739}" type="presOf" srcId="{0D61FCC4-7204-4F39-BD00-9082BAA14032}" destId="{F8652454-1F69-4E9E-92E1-4696652D0323}" srcOrd="0" destOrd="0" presId="urn:microsoft.com/office/officeart/2005/8/layout/target3"/>
    <dgm:cxn modelId="{3C7FD2F1-CF3A-416A-BFE9-C6E9158AE8F9}" type="presOf" srcId="{7D3D8C33-28CA-4FEA-9532-23FC3700979D}" destId="{9073598B-8DE3-4322-8C3A-0E4BF26FF1D0}" srcOrd="0" destOrd="0" presId="urn:microsoft.com/office/officeart/2005/8/layout/target3"/>
    <dgm:cxn modelId="{8E877D4D-3AD8-4254-BF02-EB5FAFA43C9C}" type="presOf" srcId="{DE6CFCD0-33C9-48E4-8F6C-BF46FD92CF5A}" destId="{EDCD22CD-D298-4E9F-808D-027D438356EB}" srcOrd="0" destOrd="0" presId="urn:microsoft.com/office/officeart/2005/8/layout/target3"/>
    <dgm:cxn modelId="{8BEFF599-4026-48B3-A332-099310C6BF7D}" srcId="{82A0BA33-F817-4CF4-9E24-1F155509A8B3}" destId="{0D61FCC4-7204-4F39-BD00-9082BAA14032}" srcOrd="1" destOrd="0" parTransId="{50E43A45-B80A-4372-98A3-7FA78C10A2D0}" sibTransId="{F8F4A4D2-F1A3-4BC6-B78E-166FA0106332}"/>
    <dgm:cxn modelId="{271BE983-F7D3-482D-833C-D38F5936F171}" srcId="{82A0BA33-F817-4CF4-9E24-1F155509A8B3}" destId="{7D3D8C33-28CA-4FEA-9532-23FC3700979D}" srcOrd="0" destOrd="0" parTransId="{1A68295C-DF2B-4426-AD02-7CB531B910E1}" sibTransId="{62051686-AF89-41D7-881B-09C14BF08E32}"/>
    <dgm:cxn modelId="{E901C8DA-E292-42E1-8201-B66F9F8F9481}" type="presOf" srcId="{7D3D8C33-28CA-4FEA-9532-23FC3700979D}" destId="{C28E0D66-35A8-49EC-A5E5-9E15D56FB09A}" srcOrd="1" destOrd="0" presId="urn:microsoft.com/office/officeart/2005/8/layout/target3"/>
    <dgm:cxn modelId="{ED101E8E-B8B5-4407-AAC2-2C17A5F71D93}" type="presOf" srcId="{DE6CFCD0-33C9-48E4-8F6C-BF46FD92CF5A}" destId="{7ADFFF0A-FA14-4D10-A430-46454A55D71D}" srcOrd="1" destOrd="0" presId="urn:microsoft.com/office/officeart/2005/8/layout/target3"/>
    <dgm:cxn modelId="{0680A9DA-FD8B-4028-8571-411F9E281266}" type="presOf" srcId="{0D61FCC4-7204-4F39-BD00-9082BAA14032}" destId="{AEB1B179-CAC2-462E-842F-B1A238E41C30}" srcOrd="1" destOrd="0" presId="urn:microsoft.com/office/officeart/2005/8/layout/target3"/>
    <dgm:cxn modelId="{FB849D32-02ED-4F8B-ACA1-119C651271AF}" type="presOf" srcId="{82A0BA33-F817-4CF4-9E24-1F155509A8B3}" destId="{7DC3C1A1-6599-4B2B-81A1-D326962C38D2}" srcOrd="0" destOrd="0" presId="urn:microsoft.com/office/officeart/2005/8/layout/target3"/>
    <dgm:cxn modelId="{C84326B9-1EDB-481D-87E7-CCA5AF1C4E79}" type="presParOf" srcId="{7DC3C1A1-6599-4B2B-81A1-D326962C38D2}" destId="{1A5AC813-DF6E-4AD5-B0DA-1C66BAE0C29D}" srcOrd="0" destOrd="0" presId="urn:microsoft.com/office/officeart/2005/8/layout/target3"/>
    <dgm:cxn modelId="{BE11D63F-E35C-4928-AC98-1205CCDE666B}" type="presParOf" srcId="{7DC3C1A1-6599-4B2B-81A1-D326962C38D2}" destId="{2FC49DDC-CC8C-4FAC-98C7-693BADDB1203}" srcOrd="1" destOrd="0" presId="urn:microsoft.com/office/officeart/2005/8/layout/target3"/>
    <dgm:cxn modelId="{BE3794CA-9D33-4C68-A154-8A28EA95C78D}" type="presParOf" srcId="{7DC3C1A1-6599-4B2B-81A1-D326962C38D2}" destId="{9073598B-8DE3-4322-8C3A-0E4BF26FF1D0}" srcOrd="2" destOrd="0" presId="urn:microsoft.com/office/officeart/2005/8/layout/target3"/>
    <dgm:cxn modelId="{F8F59376-10FA-4105-94DA-43AAB9E8442A}" type="presParOf" srcId="{7DC3C1A1-6599-4B2B-81A1-D326962C38D2}" destId="{DEDB95FB-1296-40CF-B69F-64743DB3A340}" srcOrd="3" destOrd="0" presId="urn:microsoft.com/office/officeart/2005/8/layout/target3"/>
    <dgm:cxn modelId="{27E5D122-257E-4584-B3A8-55318206B61A}" type="presParOf" srcId="{7DC3C1A1-6599-4B2B-81A1-D326962C38D2}" destId="{98449548-AE7F-4E44-A589-FD767E795205}" srcOrd="4" destOrd="0" presId="urn:microsoft.com/office/officeart/2005/8/layout/target3"/>
    <dgm:cxn modelId="{A2772493-1531-402D-9F38-51DE119F326D}" type="presParOf" srcId="{7DC3C1A1-6599-4B2B-81A1-D326962C38D2}" destId="{F8652454-1F69-4E9E-92E1-4696652D0323}" srcOrd="5" destOrd="0" presId="urn:microsoft.com/office/officeart/2005/8/layout/target3"/>
    <dgm:cxn modelId="{5E6A99B8-6B21-4980-9322-B9A72CCA68EF}" type="presParOf" srcId="{7DC3C1A1-6599-4B2B-81A1-D326962C38D2}" destId="{7F1C4BED-1511-4A3A-A264-63E365AA4743}" srcOrd="6" destOrd="0" presId="urn:microsoft.com/office/officeart/2005/8/layout/target3"/>
    <dgm:cxn modelId="{63265CEC-BE1B-4B38-8955-9B56CFEEB13A}" type="presParOf" srcId="{7DC3C1A1-6599-4B2B-81A1-D326962C38D2}" destId="{24D085AA-B5A0-4B88-8C3E-9B5431F44575}" srcOrd="7" destOrd="0" presId="urn:microsoft.com/office/officeart/2005/8/layout/target3"/>
    <dgm:cxn modelId="{2754E37F-DDB8-4707-8398-67FD1A653058}" type="presParOf" srcId="{7DC3C1A1-6599-4B2B-81A1-D326962C38D2}" destId="{EDCD22CD-D298-4E9F-808D-027D438356EB}" srcOrd="8" destOrd="0" presId="urn:microsoft.com/office/officeart/2005/8/layout/target3"/>
    <dgm:cxn modelId="{1CA103EB-879E-4C83-BAFF-C51B12275103}" type="presParOf" srcId="{7DC3C1A1-6599-4B2B-81A1-D326962C38D2}" destId="{C28E0D66-35A8-49EC-A5E5-9E15D56FB09A}" srcOrd="9" destOrd="0" presId="urn:microsoft.com/office/officeart/2005/8/layout/target3"/>
    <dgm:cxn modelId="{0A5F798E-F4A5-484E-AB9E-3C4D15DFC5FC}" type="presParOf" srcId="{7DC3C1A1-6599-4B2B-81A1-D326962C38D2}" destId="{AEB1B179-CAC2-462E-842F-B1A238E41C30}" srcOrd="10" destOrd="0" presId="urn:microsoft.com/office/officeart/2005/8/layout/target3"/>
    <dgm:cxn modelId="{70398562-717F-426D-B2EC-71A8960FA3A9}" type="presParOf" srcId="{7DC3C1A1-6599-4B2B-81A1-D326962C38D2}" destId="{7ADFFF0A-FA14-4D10-A430-46454A55D71D}" srcOrd="11" destOrd="0" presId="urn:microsoft.com/office/officeart/2005/8/layout/targe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0537A66-E1D0-4CDE-A848-9D71B8989AC5}" type="doc">
      <dgm:prSet loTypeId="urn:microsoft.com/office/officeart/2005/8/layout/target3" loCatId="relationship" qsTypeId="urn:microsoft.com/office/officeart/2005/8/quickstyle/3d2" qsCatId="3D" csTypeId="urn:microsoft.com/office/officeart/2005/8/colors/accent0_3" csCatId="mainScheme"/>
      <dgm:spPr/>
      <dgm:t>
        <a:bodyPr/>
        <a:lstStyle/>
        <a:p>
          <a:endParaRPr lang="fr-FR"/>
        </a:p>
      </dgm:t>
    </dgm:pt>
    <dgm:pt modelId="{8FC90403-FED8-4A1C-9340-0584DAABF2E6}">
      <dgm:prSet/>
      <dgm:spPr/>
      <dgm:t>
        <a:bodyPr/>
        <a:lstStyle/>
        <a:p>
          <a:pPr rtl="0"/>
          <a:r>
            <a:rPr lang="fr-FR" dirty="0" smtClean="0"/>
            <a:t>Les médecins experts : désignés pour les éclairer la justice sur des points médicaux.</a:t>
          </a:r>
          <a:endParaRPr lang="fr-FR" dirty="0"/>
        </a:p>
      </dgm:t>
    </dgm:pt>
    <dgm:pt modelId="{7629FD57-9C18-4DF4-A8C1-81E58A0F0929}" type="parTrans" cxnId="{FD8E1183-6DB0-4DE9-8F79-C61AF4789945}">
      <dgm:prSet/>
      <dgm:spPr/>
      <dgm:t>
        <a:bodyPr/>
        <a:lstStyle/>
        <a:p>
          <a:endParaRPr lang="fr-FR"/>
        </a:p>
      </dgm:t>
    </dgm:pt>
    <dgm:pt modelId="{B291E3B7-2A58-4D5C-AA44-F3EF2475840D}" type="sibTrans" cxnId="{FD8E1183-6DB0-4DE9-8F79-C61AF4789945}">
      <dgm:prSet/>
      <dgm:spPr/>
      <dgm:t>
        <a:bodyPr/>
        <a:lstStyle/>
        <a:p>
          <a:endParaRPr lang="fr-FR"/>
        </a:p>
      </dgm:t>
    </dgm:pt>
    <dgm:pt modelId="{B37C2B36-753D-4263-B082-B8CFA741406D}">
      <dgm:prSet/>
      <dgm:spPr/>
      <dgm:t>
        <a:bodyPr/>
        <a:lstStyle/>
        <a:p>
          <a:pPr rtl="0"/>
          <a:r>
            <a:rPr lang="fr-FR" dirty="0" smtClean="0"/>
            <a:t>Ils doivent respecter le cadre de leur mission.</a:t>
          </a:r>
          <a:endParaRPr lang="fr-FR" dirty="0"/>
        </a:p>
      </dgm:t>
    </dgm:pt>
    <dgm:pt modelId="{10AC5B18-4960-4341-9E2C-861ED2D7E024}" type="parTrans" cxnId="{56E69C7E-5E5E-4794-A588-2F625F3C0886}">
      <dgm:prSet/>
      <dgm:spPr/>
      <dgm:t>
        <a:bodyPr/>
        <a:lstStyle/>
        <a:p>
          <a:endParaRPr lang="fr-FR"/>
        </a:p>
      </dgm:t>
    </dgm:pt>
    <dgm:pt modelId="{623C81B2-5275-471C-A100-BF96F88FD27A}" type="sibTrans" cxnId="{56E69C7E-5E5E-4794-A588-2F625F3C0886}">
      <dgm:prSet/>
      <dgm:spPr/>
      <dgm:t>
        <a:bodyPr/>
        <a:lstStyle/>
        <a:p>
          <a:endParaRPr lang="fr-FR"/>
        </a:p>
      </dgm:t>
    </dgm:pt>
    <dgm:pt modelId="{82129E72-51C0-4AB9-BB61-A07C7782FE1F}">
      <dgm:prSet/>
      <dgm:spPr/>
      <dgm:t>
        <a:bodyPr/>
        <a:lstStyle/>
        <a:p>
          <a:pPr rtl="0"/>
          <a:r>
            <a:rPr lang="fr-FR" dirty="0" smtClean="0"/>
            <a:t>Le dossier médical du malade peut être saisi et remis à l’expert.</a:t>
          </a:r>
          <a:endParaRPr lang="fr-FR" dirty="0"/>
        </a:p>
      </dgm:t>
    </dgm:pt>
    <dgm:pt modelId="{14A9D892-B5DA-414A-BC36-8596A83028EE}" type="parTrans" cxnId="{10D775E7-79D5-4FEA-BE1F-3AE88E528C18}">
      <dgm:prSet/>
      <dgm:spPr/>
      <dgm:t>
        <a:bodyPr/>
        <a:lstStyle/>
        <a:p>
          <a:endParaRPr lang="fr-FR"/>
        </a:p>
      </dgm:t>
    </dgm:pt>
    <dgm:pt modelId="{3602471E-BDB9-46C8-8A94-BCFD3E2D3265}" type="sibTrans" cxnId="{10D775E7-79D5-4FEA-BE1F-3AE88E528C18}">
      <dgm:prSet/>
      <dgm:spPr/>
      <dgm:t>
        <a:bodyPr/>
        <a:lstStyle/>
        <a:p>
          <a:endParaRPr lang="fr-FR"/>
        </a:p>
      </dgm:t>
    </dgm:pt>
    <dgm:pt modelId="{AD2D8ECE-48D7-48A0-97CA-4A9DA8EAB1B1}" type="pres">
      <dgm:prSet presAssocID="{00537A66-E1D0-4CDE-A848-9D71B8989AC5}" presName="Name0" presStyleCnt="0">
        <dgm:presLayoutVars>
          <dgm:chMax val="7"/>
          <dgm:dir/>
          <dgm:animLvl val="lvl"/>
          <dgm:resizeHandles val="exact"/>
        </dgm:presLayoutVars>
      </dgm:prSet>
      <dgm:spPr/>
      <dgm:t>
        <a:bodyPr/>
        <a:lstStyle/>
        <a:p>
          <a:endParaRPr lang="fr-FR"/>
        </a:p>
      </dgm:t>
    </dgm:pt>
    <dgm:pt modelId="{1445636B-0B42-4719-B02C-F07E44B2621A}" type="pres">
      <dgm:prSet presAssocID="{8FC90403-FED8-4A1C-9340-0584DAABF2E6}" presName="circle1" presStyleLbl="node1" presStyleIdx="0" presStyleCnt="3"/>
      <dgm:spPr/>
    </dgm:pt>
    <dgm:pt modelId="{45163648-02D5-41A9-B4F7-90261D5AE511}" type="pres">
      <dgm:prSet presAssocID="{8FC90403-FED8-4A1C-9340-0584DAABF2E6}" presName="space" presStyleCnt="0"/>
      <dgm:spPr/>
    </dgm:pt>
    <dgm:pt modelId="{C8C4FCBF-6D64-4CC3-85B7-580565A8F753}" type="pres">
      <dgm:prSet presAssocID="{8FC90403-FED8-4A1C-9340-0584DAABF2E6}" presName="rect1" presStyleLbl="alignAcc1" presStyleIdx="0" presStyleCnt="3"/>
      <dgm:spPr/>
      <dgm:t>
        <a:bodyPr/>
        <a:lstStyle/>
        <a:p>
          <a:endParaRPr lang="fr-FR"/>
        </a:p>
      </dgm:t>
    </dgm:pt>
    <dgm:pt modelId="{C71699D6-D5BF-4F92-BB42-6E9E85CCF0E2}" type="pres">
      <dgm:prSet presAssocID="{B37C2B36-753D-4263-B082-B8CFA741406D}" presName="vertSpace2" presStyleLbl="node1" presStyleIdx="0" presStyleCnt="3"/>
      <dgm:spPr/>
    </dgm:pt>
    <dgm:pt modelId="{3C011838-42EE-4434-87B7-3632374DFF69}" type="pres">
      <dgm:prSet presAssocID="{B37C2B36-753D-4263-B082-B8CFA741406D}" presName="circle2" presStyleLbl="node1" presStyleIdx="1" presStyleCnt="3"/>
      <dgm:spPr/>
    </dgm:pt>
    <dgm:pt modelId="{772E5BD7-9819-4CF8-9613-033A5F32E85E}" type="pres">
      <dgm:prSet presAssocID="{B37C2B36-753D-4263-B082-B8CFA741406D}" presName="rect2" presStyleLbl="alignAcc1" presStyleIdx="1" presStyleCnt="3"/>
      <dgm:spPr/>
      <dgm:t>
        <a:bodyPr/>
        <a:lstStyle/>
        <a:p>
          <a:endParaRPr lang="fr-FR"/>
        </a:p>
      </dgm:t>
    </dgm:pt>
    <dgm:pt modelId="{65895A0D-8FDD-4FB0-8D14-E1F5BB56DDD5}" type="pres">
      <dgm:prSet presAssocID="{82129E72-51C0-4AB9-BB61-A07C7782FE1F}" presName="vertSpace3" presStyleLbl="node1" presStyleIdx="1" presStyleCnt="3"/>
      <dgm:spPr/>
    </dgm:pt>
    <dgm:pt modelId="{12E1E1BA-F964-4779-9D7C-D847C3E25C06}" type="pres">
      <dgm:prSet presAssocID="{82129E72-51C0-4AB9-BB61-A07C7782FE1F}" presName="circle3" presStyleLbl="node1" presStyleIdx="2" presStyleCnt="3"/>
      <dgm:spPr/>
    </dgm:pt>
    <dgm:pt modelId="{CCE2D772-9C31-4990-BCD3-2B8941AB076D}" type="pres">
      <dgm:prSet presAssocID="{82129E72-51C0-4AB9-BB61-A07C7782FE1F}" presName="rect3" presStyleLbl="alignAcc1" presStyleIdx="2" presStyleCnt="3"/>
      <dgm:spPr/>
      <dgm:t>
        <a:bodyPr/>
        <a:lstStyle/>
        <a:p>
          <a:endParaRPr lang="fr-FR"/>
        </a:p>
      </dgm:t>
    </dgm:pt>
    <dgm:pt modelId="{50FE8575-8D6B-4717-85C3-29F6F80D7B64}" type="pres">
      <dgm:prSet presAssocID="{8FC90403-FED8-4A1C-9340-0584DAABF2E6}" presName="rect1ParTxNoCh" presStyleLbl="alignAcc1" presStyleIdx="2" presStyleCnt="3">
        <dgm:presLayoutVars>
          <dgm:chMax val="1"/>
          <dgm:bulletEnabled val="1"/>
        </dgm:presLayoutVars>
      </dgm:prSet>
      <dgm:spPr/>
      <dgm:t>
        <a:bodyPr/>
        <a:lstStyle/>
        <a:p>
          <a:endParaRPr lang="fr-FR"/>
        </a:p>
      </dgm:t>
    </dgm:pt>
    <dgm:pt modelId="{9BC28547-3F5E-405C-9D90-26DC5E833A42}" type="pres">
      <dgm:prSet presAssocID="{B37C2B36-753D-4263-B082-B8CFA741406D}" presName="rect2ParTxNoCh" presStyleLbl="alignAcc1" presStyleIdx="2" presStyleCnt="3">
        <dgm:presLayoutVars>
          <dgm:chMax val="1"/>
          <dgm:bulletEnabled val="1"/>
        </dgm:presLayoutVars>
      </dgm:prSet>
      <dgm:spPr/>
      <dgm:t>
        <a:bodyPr/>
        <a:lstStyle/>
        <a:p>
          <a:endParaRPr lang="fr-FR"/>
        </a:p>
      </dgm:t>
    </dgm:pt>
    <dgm:pt modelId="{E23AB8C7-466F-423F-B333-17A7CE232C9A}" type="pres">
      <dgm:prSet presAssocID="{82129E72-51C0-4AB9-BB61-A07C7782FE1F}" presName="rect3ParTxNoCh" presStyleLbl="alignAcc1" presStyleIdx="2" presStyleCnt="3">
        <dgm:presLayoutVars>
          <dgm:chMax val="1"/>
          <dgm:bulletEnabled val="1"/>
        </dgm:presLayoutVars>
      </dgm:prSet>
      <dgm:spPr/>
      <dgm:t>
        <a:bodyPr/>
        <a:lstStyle/>
        <a:p>
          <a:endParaRPr lang="fr-FR"/>
        </a:p>
      </dgm:t>
    </dgm:pt>
  </dgm:ptLst>
  <dgm:cxnLst>
    <dgm:cxn modelId="{B8D1E800-6939-4D98-A063-9952BCEDDD24}" type="presOf" srcId="{82129E72-51C0-4AB9-BB61-A07C7782FE1F}" destId="{CCE2D772-9C31-4990-BCD3-2B8941AB076D}" srcOrd="0" destOrd="0" presId="urn:microsoft.com/office/officeart/2005/8/layout/target3"/>
    <dgm:cxn modelId="{10D775E7-79D5-4FEA-BE1F-3AE88E528C18}" srcId="{00537A66-E1D0-4CDE-A848-9D71B8989AC5}" destId="{82129E72-51C0-4AB9-BB61-A07C7782FE1F}" srcOrd="2" destOrd="0" parTransId="{14A9D892-B5DA-414A-BC36-8596A83028EE}" sibTransId="{3602471E-BDB9-46C8-8A94-BCFD3E2D3265}"/>
    <dgm:cxn modelId="{053CD2B0-5A55-4CAF-989B-5EBE27B412F6}" type="presOf" srcId="{B37C2B36-753D-4263-B082-B8CFA741406D}" destId="{772E5BD7-9819-4CF8-9613-033A5F32E85E}" srcOrd="0" destOrd="0" presId="urn:microsoft.com/office/officeart/2005/8/layout/target3"/>
    <dgm:cxn modelId="{FD8E1183-6DB0-4DE9-8F79-C61AF4789945}" srcId="{00537A66-E1D0-4CDE-A848-9D71B8989AC5}" destId="{8FC90403-FED8-4A1C-9340-0584DAABF2E6}" srcOrd="0" destOrd="0" parTransId="{7629FD57-9C18-4DF4-A8C1-81E58A0F0929}" sibTransId="{B291E3B7-2A58-4D5C-AA44-F3EF2475840D}"/>
    <dgm:cxn modelId="{84EEFB9E-DC2F-4BFF-AFC6-AC01EC6B8AD4}" type="presOf" srcId="{B37C2B36-753D-4263-B082-B8CFA741406D}" destId="{9BC28547-3F5E-405C-9D90-26DC5E833A42}" srcOrd="1" destOrd="0" presId="urn:microsoft.com/office/officeart/2005/8/layout/target3"/>
    <dgm:cxn modelId="{56E69C7E-5E5E-4794-A588-2F625F3C0886}" srcId="{00537A66-E1D0-4CDE-A848-9D71B8989AC5}" destId="{B37C2B36-753D-4263-B082-B8CFA741406D}" srcOrd="1" destOrd="0" parTransId="{10AC5B18-4960-4341-9E2C-861ED2D7E024}" sibTransId="{623C81B2-5275-471C-A100-BF96F88FD27A}"/>
    <dgm:cxn modelId="{5A16C8DA-8BCF-445F-8668-7C98592B2BC5}" type="presOf" srcId="{82129E72-51C0-4AB9-BB61-A07C7782FE1F}" destId="{E23AB8C7-466F-423F-B333-17A7CE232C9A}" srcOrd="1" destOrd="0" presId="urn:microsoft.com/office/officeart/2005/8/layout/target3"/>
    <dgm:cxn modelId="{DC4D22B8-1082-4515-8318-26A3000B9363}" type="presOf" srcId="{8FC90403-FED8-4A1C-9340-0584DAABF2E6}" destId="{C8C4FCBF-6D64-4CC3-85B7-580565A8F753}" srcOrd="0" destOrd="0" presId="urn:microsoft.com/office/officeart/2005/8/layout/target3"/>
    <dgm:cxn modelId="{03705399-9006-4DF0-AB5B-493718573439}" type="presOf" srcId="{8FC90403-FED8-4A1C-9340-0584DAABF2E6}" destId="{50FE8575-8D6B-4717-85C3-29F6F80D7B64}" srcOrd="1" destOrd="0" presId="urn:microsoft.com/office/officeart/2005/8/layout/target3"/>
    <dgm:cxn modelId="{A3F176FB-A36E-4024-8FE1-0A0A414B6566}" type="presOf" srcId="{00537A66-E1D0-4CDE-A848-9D71B8989AC5}" destId="{AD2D8ECE-48D7-48A0-97CA-4A9DA8EAB1B1}" srcOrd="0" destOrd="0" presId="urn:microsoft.com/office/officeart/2005/8/layout/target3"/>
    <dgm:cxn modelId="{8A486CAF-F9E5-4A22-BD64-16C7FC38C5C4}" type="presParOf" srcId="{AD2D8ECE-48D7-48A0-97CA-4A9DA8EAB1B1}" destId="{1445636B-0B42-4719-B02C-F07E44B2621A}" srcOrd="0" destOrd="0" presId="urn:microsoft.com/office/officeart/2005/8/layout/target3"/>
    <dgm:cxn modelId="{F77C23B1-1616-4813-89B3-1BB7EA90DD77}" type="presParOf" srcId="{AD2D8ECE-48D7-48A0-97CA-4A9DA8EAB1B1}" destId="{45163648-02D5-41A9-B4F7-90261D5AE511}" srcOrd="1" destOrd="0" presId="urn:microsoft.com/office/officeart/2005/8/layout/target3"/>
    <dgm:cxn modelId="{94887F8D-15FF-4CB5-B511-E6A3C82C121C}" type="presParOf" srcId="{AD2D8ECE-48D7-48A0-97CA-4A9DA8EAB1B1}" destId="{C8C4FCBF-6D64-4CC3-85B7-580565A8F753}" srcOrd="2" destOrd="0" presId="urn:microsoft.com/office/officeart/2005/8/layout/target3"/>
    <dgm:cxn modelId="{8432A5BF-0061-45D6-A421-4E7777F39E3A}" type="presParOf" srcId="{AD2D8ECE-48D7-48A0-97CA-4A9DA8EAB1B1}" destId="{C71699D6-D5BF-4F92-BB42-6E9E85CCF0E2}" srcOrd="3" destOrd="0" presId="urn:microsoft.com/office/officeart/2005/8/layout/target3"/>
    <dgm:cxn modelId="{73DA90E3-8BC6-4109-8EA6-28BC431306DA}" type="presParOf" srcId="{AD2D8ECE-48D7-48A0-97CA-4A9DA8EAB1B1}" destId="{3C011838-42EE-4434-87B7-3632374DFF69}" srcOrd="4" destOrd="0" presId="urn:microsoft.com/office/officeart/2005/8/layout/target3"/>
    <dgm:cxn modelId="{2C250731-3671-4BED-80CF-A7D8F84E58DA}" type="presParOf" srcId="{AD2D8ECE-48D7-48A0-97CA-4A9DA8EAB1B1}" destId="{772E5BD7-9819-4CF8-9613-033A5F32E85E}" srcOrd="5" destOrd="0" presId="urn:microsoft.com/office/officeart/2005/8/layout/target3"/>
    <dgm:cxn modelId="{FAE7CE38-EFB1-4222-901D-65648596ED38}" type="presParOf" srcId="{AD2D8ECE-48D7-48A0-97CA-4A9DA8EAB1B1}" destId="{65895A0D-8FDD-4FB0-8D14-E1F5BB56DDD5}" srcOrd="6" destOrd="0" presId="urn:microsoft.com/office/officeart/2005/8/layout/target3"/>
    <dgm:cxn modelId="{0C4962C9-3D38-4F6F-B270-2CDBBEE911A6}" type="presParOf" srcId="{AD2D8ECE-48D7-48A0-97CA-4A9DA8EAB1B1}" destId="{12E1E1BA-F964-4779-9D7C-D847C3E25C06}" srcOrd="7" destOrd="0" presId="urn:microsoft.com/office/officeart/2005/8/layout/target3"/>
    <dgm:cxn modelId="{FBF00CC7-F057-43C8-BA91-9B04D6A15D12}" type="presParOf" srcId="{AD2D8ECE-48D7-48A0-97CA-4A9DA8EAB1B1}" destId="{CCE2D772-9C31-4990-BCD3-2B8941AB076D}" srcOrd="8" destOrd="0" presId="urn:microsoft.com/office/officeart/2005/8/layout/target3"/>
    <dgm:cxn modelId="{D672FAE6-F967-4069-9CC0-4AD6576322A5}" type="presParOf" srcId="{AD2D8ECE-48D7-48A0-97CA-4A9DA8EAB1B1}" destId="{50FE8575-8D6B-4717-85C3-29F6F80D7B64}" srcOrd="9" destOrd="0" presId="urn:microsoft.com/office/officeart/2005/8/layout/target3"/>
    <dgm:cxn modelId="{DE9398B4-CE4C-40BF-8672-E1B848174CD9}" type="presParOf" srcId="{AD2D8ECE-48D7-48A0-97CA-4A9DA8EAB1B1}" destId="{9BC28547-3F5E-405C-9D90-26DC5E833A42}" srcOrd="10" destOrd="0" presId="urn:microsoft.com/office/officeart/2005/8/layout/target3"/>
    <dgm:cxn modelId="{F57AE0DB-1EEB-4C67-B36F-D03F02F3BD28}" type="presParOf" srcId="{AD2D8ECE-48D7-48A0-97CA-4A9DA8EAB1B1}" destId="{E23AB8C7-466F-423F-B333-17A7CE232C9A}" srcOrd="11" destOrd="0" presId="urn:microsoft.com/office/officeart/2005/8/layout/targe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D839E73-3447-40E4-BFB3-3AD101EAEBC5}" type="doc">
      <dgm:prSet loTypeId="urn:microsoft.com/office/officeart/2005/8/layout/vList2" loCatId="list" qsTypeId="urn:microsoft.com/office/officeart/2005/8/quickstyle/3d2" qsCatId="3D" csTypeId="urn:microsoft.com/office/officeart/2005/8/colors/accent0_1" csCatId="mainScheme" phldr="1"/>
      <dgm:spPr/>
      <dgm:t>
        <a:bodyPr/>
        <a:lstStyle/>
        <a:p>
          <a:endParaRPr lang="fr-FR"/>
        </a:p>
      </dgm:t>
    </dgm:pt>
    <dgm:pt modelId="{CE213365-CBCE-4C0C-BE97-99EC9B43075B}">
      <dgm:prSet/>
      <dgm:spPr/>
      <dgm:t>
        <a:bodyPr/>
        <a:lstStyle/>
        <a:p>
          <a:pPr rtl="0"/>
          <a:r>
            <a:rPr lang="fr-FR" dirty="0" smtClean="0"/>
            <a:t>1</a:t>
          </a:r>
          <a:r>
            <a:rPr lang="fr-FR" baseline="30000" dirty="0" smtClean="0"/>
            <a:t>er</a:t>
          </a:r>
          <a:r>
            <a:rPr lang="fr-FR" dirty="0" smtClean="0"/>
            <a:t> but : protéger la santé publique : </a:t>
          </a:r>
        </a:p>
        <a:p>
          <a:pPr rtl="0"/>
          <a:r>
            <a:rPr lang="fr-FR" dirty="0" smtClean="0"/>
            <a:t>- La déclaration des maladies vénériennes, et contagieuses à l’autorité sanitaire est obligatoire sous couvert de l’anonymat.</a:t>
          </a:r>
        </a:p>
        <a:p>
          <a:pPr rtl="0"/>
          <a:r>
            <a:rPr lang="fr-FR" dirty="0" smtClean="0">
              <a:latin typeface="Times New Roman" pitchFamily="18" charset="0"/>
              <a:cs typeface="Times New Roman" pitchFamily="18" charset="0"/>
            </a:rPr>
            <a:t>- Déclarer à l’état civil : les naissances et  les décès.</a:t>
          </a:r>
          <a:endParaRPr lang="fr-FR" dirty="0" smtClean="0"/>
        </a:p>
        <a:p>
          <a:pPr rtl="0"/>
          <a:endParaRPr lang="fr-FR" dirty="0" smtClean="0"/>
        </a:p>
        <a:p>
          <a:pPr rtl="0"/>
          <a:endParaRPr lang="fr-FR" dirty="0"/>
        </a:p>
      </dgm:t>
    </dgm:pt>
    <dgm:pt modelId="{56E4EE4C-D600-4C00-8AD6-6ACFACF9C542}" type="parTrans" cxnId="{F8CEA4CE-9AD1-45DB-829E-30A9430C3A12}">
      <dgm:prSet/>
      <dgm:spPr/>
      <dgm:t>
        <a:bodyPr/>
        <a:lstStyle/>
        <a:p>
          <a:endParaRPr lang="fr-FR"/>
        </a:p>
      </dgm:t>
    </dgm:pt>
    <dgm:pt modelId="{C1C09475-9739-42FD-96D8-04CF7DD1BEE8}" type="sibTrans" cxnId="{F8CEA4CE-9AD1-45DB-829E-30A9430C3A12}">
      <dgm:prSet/>
      <dgm:spPr/>
      <dgm:t>
        <a:bodyPr/>
        <a:lstStyle/>
        <a:p>
          <a:endParaRPr lang="fr-FR"/>
        </a:p>
      </dgm:t>
    </dgm:pt>
    <dgm:pt modelId="{8CC0EDED-7110-4B6E-9C55-7F0D5D93FB1A}">
      <dgm:prSet/>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fr-FR" b="1" dirty="0" smtClean="0">
              <a:latin typeface="Times New Roman" pitchFamily="18" charset="0"/>
              <a:cs typeface="Times New Roman" pitchFamily="18" charset="0"/>
            </a:rPr>
            <a:t>2</a:t>
          </a:r>
          <a:r>
            <a:rPr lang="fr-FR" b="1" baseline="30000" dirty="0" smtClean="0">
              <a:latin typeface="Times New Roman" pitchFamily="18" charset="0"/>
              <a:cs typeface="Times New Roman" pitchFamily="18" charset="0"/>
            </a:rPr>
            <a:t>ème</a:t>
          </a:r>
          <a:r>
            <a:rPr lang="fr-FR" b="1" dirty="0" smtClean="0">
              <a:latin typeface="Times New Roman" pitchFamily="18" charset="0"/>
              <a:cs typeface="Times New Roman" pitchFamily="18" charset="0"/>
            </a:rPr>
            <a:t> but </a:t>
          </a:r>
          <a:r>
            <a:rPr lang="fr-FR" dirty="0" smtClean="0">
              <a:latin typeface="Times New Roman" pitchFamily="18" charset="0"/>
              <a:cs typeface="Times New Roman" pitchFamily="18" charset="0"/>
            </a:rPr>
            <a:t>: préserver l’intérêt du patient. </a:t>
          </a:r>
        </a:p>
        <a:p>
          <a:pPr marL="0" marR="0" indent="0" defTabSz="914400" eaLnBrk="1" fontAlgn="auto" latinLnBrk="0" hangingPunct="1">
            <a:lnSpc>
              <a:spcPct val="100000"/>
            </a:lnSpc>
            <a:spcBef>
              <a:spcPts val="0"/>
            </a:spcBef>
            <a:spcAft>
              <a:spcPts val="0"/>
            </a:spcAft>
            <a:buClrTx/>
            <a:buSzTx/>
            <a:buFontTx/>
            <a:buNone/>
            <a:tabLst/>
            <a:defRPr/>
          </a:pPr>
          <a:r>
            <a:rPr lang="fr-FR" dirty="0" smtClean="0">
              <a:latin typeface="Times New Roman" pitchFamily="18" charset="0"/>
              <a:cs typeface="Times New Roman" pitchFamily="18" charset="0"/>
            </a:rPr>
            <a:t>Déclaration des accidents de travail et des maladies professionnelles  et les mauvais traitements infligés à des mineurs ou à une personne incapable de se protéger).</a:t>
          </a:r>
        </a:p>
        <a:p>
          <a:pPr defTabSz="444500">
            <a:lnSpc>
              <a:spcPct val="90000"/>
            </a:lnSpc>
            <a:spcBef>
              <a:spcPct val="0"/>
            </a:spcBef>
            <a:spcAft>
              <a:spcPct val="35000"/>
            </a:spcAft>
          </a:pPr>
          <a:endParaRPr lang="fr-FR" dirty="0" smtClean="0">
            <a:latin typeface="Times New Roman" pitchFamily="18" charset="0"/>
            <a:cs typeface="Times New Roman" pitchFamily="18" charset="0"/>
          </a:endParaRPr>
        </a:p>
      </dgm:t>
    </dgm:pt>
    <dgm:pt modelId="{775F0F30-B9F2-4A51-AD6A-EE6939A229B1}" type="parTrans" cxnId="{1DCBD596-4D0D-4556-AF07-82940F968057}">
      <dgm:prSet/>
      <dgm:spPr/>
      <dgm:t>
        <a:bodyPr/>
        <a:lstStyle/>
        <a:p>
          <a:endParaRPr lang="fr-FR"/>
        </a:p>
      </dgm:t>
    </dgm:pt>
    <dgm:pt modelId="{A483D9D2-640F-4E08-B038-3641C4CFAF89}" type="sibTrans" cxnId="{1DCBD596-4D0D-4556-AF07-82940F968057}">
      <dgm:prSet/>
      <dgm:spPr/>
      <dgm:t>
        <a:bodyPr/>
        <a:lstStyle/>
        <a:p>
          <a:endParaRPr lang="fr-FR"/>
        </a:p>
      </dgm:t>
    </dgm:pt>
    <dgm:pt modelId="{BFF5AA8C-67DE-4B01-8D84-8842BB037807}" type="pres">
      <dgm:prSet presAssocID="{9D839E73-3447-40E4-BFB3-3AD101EAEBC5}" presName="linear" presStyleCnt="0">
        <dgm:presLayoutVars>
          <dgm:animLvl val="lvl"/>
          <dgm:resizeHandles val="exact"/>
        </dgm:presLayoutVars>
      </dgm:prSet>
      <dgm:spPr/>
      <dgm:t>
        <a:bodyPr/>
        <a:lstStyle/>
        <a:p>
          <a:endParaRPr lang="fr-FR"/>
        </a:p>
      </dgm:t>
    </dgm:pt>
    <dgm:pt modelId="{EA6F5DB4-DF8E-4789-8CD0-354CA1155C61}" type="pres">
      <dgm:prSet presAssocID="{CE213365-CBCE-4C0C-BE97-99EC9B43075B}" presName="parentText" presStyleLbl="node1" presStyleIdx="0" presStyleCnt="2">
        <dgm:presLayoutVars>
          <dgm:chMax val="0"/>
          <dgm:bulletEnabled val="1"/>
        </dgm:presLayoutVars>
      </dgm:prSet>
      <dgm:spPr/>
      <dgm:t>
        <a:bodyPr/>
        <a:lstStyle/>
        <a:p>
          <a:endParaRPr lang="fr-FR"/>
        </a:p>
      </dgm:t>
    </dgm:pt>
    <dgm:pt modelId="{FDBD8AC6-BE80-4D6B-8D62-66217289A1D1}" type="pres">
      <dgm:prSet presAssocID="{C1C09475-9739-42FD-96D8-04CF7DD1BEE8}" presName="spacer" presStyleCnt="0"/>
      <dgm:spPr/>
    </dgm:pt>
    <dgm:pt modelId="{BDCFFE0E-7D71-4ED4-9791-C1D77EDBA4D4}" type="pres">
      <dgm:prSet presAssocID="{8CC0EDED-7110-4B6E-9C55-7F0D5D93FB1A}" presName="parentText" presStyleLbl="node1" presStyleIdx="1" presStyleCnt="2">
        <dgm:presLayoutVars>
          <dgm:chMax val="0"/>
          <dgm:bulletEnabled val="1"/>
        </dgm:presLayoutVars>
      </dgm:prSet>
      <dgm:spPr/>
      <dgm:t>
        <a:bodyPr/>
        <a:lstStyle/>
        <a:p>
          <a:endParaRPr lang="fr-FR"/>
        </a:p>
      </dgm:t>
    </dgm:pt>
  </dgm:ptLst>
  <dgm:cxnLst>
    <dgm:cxn modelId="{FD5A4BAB-D7A9-4B54-AF66-F072E43F7326}" type="presOf" srcId="{8CC0EDED-7110-4B6E-9C55-7F0D5D93FB1A}" destId="{BDCFFE0E-7D71-4ED4-9791-C1D77EDBA4D4}" srcOrd="0" destOrd="0" presId="urn:microsoft.com/office/officeart/2005/8/layout/vList2"/>
    <dgm:cxn modelId="{C0D5B742-4CC7-429A-AB91-424496214D6E}" type="presOf" srcId="{9D839E73-3447-40E4-BFB3-3AD101EAEBC5}" destId="{BFF5AA8C-67DE-4B01-8D84-8842BB037807}" srcOrd="0" destOrd="0" presId="urn:microsoft.com/office/officeart/2005/8/layout/vList2"/>
    <dgm:cxn modelId="{1DCBD596-4D0D-4556-AF07-82940F968057}" srcId="{9D839E73-3447-40E4-BFB3-3AD101EAEBC5}" destId="{8CC0EDED-7110-4B6E-9C55-7F0D5D93FB1A}" srcOrd="1" destOrd="0" parTransId="{775F0F30-B9F2-4A51-AD6A-EE6939A229B1}" sibTransId="{A483D9D2-640F-4E08-B038-3641C4CFAF89}"/>
    <dgm:cxn modelId="{F8CEA4CE-9AD1-45DB-829E-30A9430C3A12}" srcId="{9D839E73-3447-40E4-BFB3-3AD101EAEBC5}" destId="{CE213365-CBCE-4C0C-BE97-99EC9B43075B}" srcOrd="0" destOrd="0" parTransId="{56E4EE4C-D600-4C00-8AD6-6ACFACF9C542}" sibTransId="{C1C09475-9739-42FD-96D8-04CF7DD1BEE8}"/>
    <dgm:cxn modelId="{64EC792F-0826-4E80-AE54-E14B36A9C3DF}" type="presOf" srcId="{CE213365-CBCE-4C0C-BE97-99EC9B43075B}" destId="{EA6F5DB4-DF8E-4789-8CD0-354CA1155C61}" srcOrd="0" destOrd="0" presId="urn:microsoft.com/office/officeart/2005/8/layout/vList2"/>
    <dgm:cxn modelId="{761A4FC8-04B8-41E7-8A71-DE5D792A74DD}" type="presParOf" srcId="{BFF5AA8C-67DE-4B01-8D84-8842BB037807}" destId="{EA6F5DB4-DF8E-4789-8CD0-354CA1155C61}" srcOrd="0" destOrd="0" presId="urn:microsoft.com/office/officeart/2005/8/layout/vList2"/>
    <dgm:cxn modelId="{0E036E2A-26D3-4712-8B70-BFDF69E890A1}" type="presParOf" srcId="{BFF5AA8C-67DE-4B01-8D84-8842BB037807}" destId="{FDBD8AC6-BE80-4D6B-8D62-66217289A1D1}" srcOrd="1" destOrd="0" presId="urn:microsoft.com/office/officeart/2005/8/layout/vList2"/>
    <dgm:cxn modelId="{5F865FD8-261D-4719-A294-D007F824C46D}" type="presParOf" srcId="{BFF5AA8C-67DE-4B01-8D84-8842BB037807}" destId="{BDCFFE0E-7D71-4ED4-9791-C1D77EDBA4D4}" srcOrd="2"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EB66257-1ECC-488A-986C-16A3683C17FA}" type="doc">
      <dgm:prSet loTypeId="urn:microsoft.com/office/officeart/2005/8/layout/vList2" loCatId="list" qsTypeId="urn:microsoft.com/office/officeart/2005/8/quickstyle/3d2" qsCatId="3D" csTypeId="urn:microsoft.com/office/officeart/2005/8/colors/accent0_1" csCatId="mainScheme"/>
      <dgm:spPr/>
      <dgm:t>
        <a:bodyPr/>
        <a:lstStyle/>
        <a:p>
          <a:endParaRPr lang="fr-FR"/>
        </a:p>
      </dgm:t>
    </dgm:pt>
    <dgm:pt modelId="{766B85DE-FDDA-4397-9B4E-3219B4DC0ABC}">
      <dgm:prSet/>
      <dgm:spPr/>
      <dgm:t>
        <a:bodyPr/>
        <a:lstStyle/>
        <a:p>
          <a:pPr rtl="0"/>
          <a:r>
            <a:rPr lang="fr-FR" dirty="0" smtClean="0"/>
            <a:t>L’avortement criminel : en vertu de l’article 301 du code pénal « le praticien n’encourt pas de peine s’il dénonce un avortement criminel » </a:t>
          </a:r>
          <a:endParaRPr lang="fr-FR" dirty="0"/>
        </a:p>
      </dgm:t>
    </dgm:pt>
    <dgm:pt modelId="{6ECF784E-CAF4-4C36-9A8A-CDDEA87A6178}" type="parTrans" cxnId="{1150B6BD-C0F2-4F19-9E49-269A64B2D186}">
      <dgm:prSet/>
      <dgm:spPr/>
      <dgm:t>
        <a:bodyPr/>
        <a:lstStyle/>
        <a:p>
          <a:endParaRPr lang="fr-FR"/>
        </a:p>
      </dgm:t>
    </dgm:pt>
    <dgm:pt modelId="{971847E1-CF5A-40F6-838A-565C75C63BCE}" type="sibTrans" cxnId="{1150B6BD-C0F2-4F19-9E49-269A64B2D186}">
      <dgm:prSet/>
      <dgm:spPr/>
      <dgm:t>
        <a:bodyPr/>
        <a:lstStyle/>
        <a:p>
          <a:endParaRPr lang="fr-FR"/>
        </a:p>
      </dgm:t>
    </dgm:pt>
    <dgm:pt modelId="{C936B364-4FC1-4AB0-AE5F-1FFF714A6EA9}">
      <dgm:prSet/>
      <dgm:spPr/>
      <dgm:t>
        <a:bodyPr/>
        <a:lstStyle/>
        <a:p>
          <a:pPr rtl="0"/>
          <a:r>
            <a:rPr lang="fr-FR" dirty="0" smtClean="0"/>
            <a:t>Signalement des toxicomanies.</a:t>
          </a:r>
          <a:endParaRPr lang="fr-FR" dirty="0"/>
        </a:p>
      </dgm:t>
    </dgm:pt>
    <dgm:pt modelId="{4FA2E6C9-C922-4770-81C9-227D86678467}" type="parTrans" cxnId="{8CDD66E8-333C-468B-9923-37A39FA0004D}">
      <dgm:prSet/>
      <dgm:spPr/>
      <dgm:t>
        <a:bodyPr/>
        <a:lstStyle/>
        <a:p>
          <a:endParaRPr lang="fr-FR"/>
        </a:p>
      </dgm:t>
    </dgm:pt>
    <dgm:pt modelId="{75583588-9FE5-4AA9-AD99-A315684024A4}" type="sibTrans" cxnId="{8CDD66E8-333C-468B-9923-37A39FA0004D}">
      <dgm:prSet/>
      <dgm:spPr/>
      <dgm:t>
        <a:bodyPr/>
        <a:lstStyle/>
        <a:p>
          <a:endParaRPr lang="fr-FR"/>
        </a:p>
      </dgm:t>
    </dgm:pt>
    <dgm:pt modelId="{198543CB-8D9F-4E27-BA26-6297598314F1}" type="pres">
      <dgm:prSet presAssocID="{8EB66257-1ECC-488A-986C-16A3683C17FA}" presName="linear" presStyleCnt="0">
        <dgm:presLayoutVars>
          <dgm:animLvl val="lvl"/>
          <dgm:resizeHandles val="exact"/>
        </dgm:presLayoutVars>
      </dgm:prSet>
      <dgm:spPr/>
      <dgm:t>
        <a:bodyPr/>
        <a:lstStyle/>
        <a:p>
          <a:endParaRPr lang="fr-FR"/>
        </a:p>
      </dgm:t>
    </dgm:pt>
    <dgm:pt modelId="{9B8113F6-6413-4786-A0A8-39C505AB843C}" type="pres">
      <dgm:prSet presAssocID="{766B85DE-FDDA-4397-9B4E-3219B4DC0ABC}" presName="parentText" presStyleLbl="node1" presStyleIdx="0" presStyleCnt="2">
        <dgm:presLayoutVars>
          <dgm:chMax val="0"/>
          <dgm:bulletEnabled val="1"/>
        </dgm:presLayoutVars>
      </dgm:prSet>
      <dgm:spPr/>
      <dgm:t>
        <a:bodyPr/>
        <a:lstStyle/>
        <a:p>
          <a:endParaRPr lang="fr-FR"/>
        </a:p>
      </dgm:t>
    </dgm:pt>
    <dgm:pt modelId="{D62210B4-858D-4255-B5B2-2FE6C2E600D5}" type="pres">
      <dgm:prSet presAssocID="{971847E1-CF5A-40F6-838A-565C75C63BCE}" presName="spacer" presStyleCnt="0"/>
      <dgm:spPr/>
    </dgm:pt>
    <dgm:pt modelId="{C521F93F-E44C-4AD3-AB08-786877D33916}" type="pres">
      <dgm:prSet presAssocID="{C936B364-4FC1-4AB0-AE5F-1FFF714A6EA9}" presName="parentText" presStyleLbl="node1" presStyleIdx="1" presStyleCnt="2">
        <dgm:presLayoutVars>
          <dgm:chMax val="0"/>
          <dgm:bulletEnabled val="1"/>
        </dgm:presLayoutVars>
      </dgm:prSet>
      <dgm:spPr/>
      <dgm:t>
        <a:bodyPr/>
        <a:lstStyle/>
        <a:p>
          <a:endParaRPr lang="fr-FR"/>
        </a:p>
      </dgm:t>
    </dgm:pt>
  </dgm:ptLst>
  <dgm:cxnLst>
    <dgm:cxn modelId="{F2B61EB3-67C6-48B5-85A6-9C207CF6849C}" type="presOf" srcId="{C936B364-4FC1-4AB0-AE5F-1FFF714A6EA9}" destId="{C521F93F-E44C-4AD3-AB08-786877D33916}" srcOrd="0" destOrd="0" presId="urn:microsoft.com/office/officeart/2005/8/layout/vList2"/>
    <dgm:cxn modelId="{D902D1EB-72A3-4882-A4BF-FC074CF80166}" type="presOf" srcId="{8EB66257-1ECC-488A-986C-16A3683C17FA}" destId="{198543CB-8D9F-4E27-BA26-6297598314F1}" srcOrd="0" destOrd="0" presId="urn:microsoft.com/office/officeart/2005/8/layout/vList2"/>
    <dgm:cxn modelId="{1150B6BD-C0F2-4F19-9E49-269A64B2D186}" srcId="{8EB66257-1ECC-488A-986C-16A3683C17FA}" destId="{766B85DE-FDDA-4397-9B4E-3219B4DC0ABC}" srcOrd="0" destOrd="0" parTransId="{6ECF784E-CAF4-4C36-9A8A-CDDEA87A6178}" sibTransId="{971847E1-CF5A-40F6-838A-565C75C63BCE}"/>
    <dgm:cxn modelId="{8CDD66E8-333C-468B-9923-37A39FA0004D}" srcId="{8EB66257-1ECC-488A-986C-16A3683C17FA}" destId="{C936B364-4FC1-4AB0-AE5F-1FFF714A6EA9}" srcOrd="1" destOrd="0" parTransId="{4FA2E6C9-C922-4770-81C9-227D86678467}" sibTransId="{75583588-9FE5-4AA9-AD99-A315684024A4}"/>
    <dgm:cxn modelId="{DFBF0D91-0699-4FDC-B07E-26B01C14D69D}" type="presOf" srcId="{766B85DE-FDDA-4397-9B4E-3219B4DC0ABC}" destId="{9B8113F6-6413-4786-A0A8-39C505AB843C}" srcOrd="0" destOrd="0" presId="urn:microsoft.com/office/officeart/2005/8/layout/vList2"/>
    <dgm:cxn modelId="{D3685981-EE8A-44C6-AA0C-7A2B1ECE9F89}" type="presParOf" srcId="{198543CB-8D9F-4E27-BA26-6297598314F1}" destId="{9B8113F6-6413-4786-A0A8-39C505AB843C}" srcOrd="0" destOrd="0" presId="urn:microsoft.com/office/officeart/2005/8/layout/vList2"/>
    <dgm:cxn modelId="{FEED4E64-4B14-464D-94EB-A5AD6FB27232}" type="presParOf" srcId="{198543CB-8D9F-4E27-BA26-6297598314F1}" destId="{D62210B4-858D-4255-B5B2-2FE6C2E600D5}" srcOrd="1" destOrd="0" presId="urn:microsoft.com/office/officeart/2005/8/layout/vList2"/>
    <dgm:cxn modelId="{F9FAE974-35FE-4279-B85C-D803C7924151}" type="presParOf" srcId="{198543CB-8D9F-4E27-BA26-6297598314F1}" destId="{C521F93F-E44C-4AD3-AB08-786877D33916}" srcOrd="2"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0A38035-1408-4138-B439-9F4A77DC1029}" type="doc">
      <dgm:prSet loTypeId="urn:microsoft.com/office/officeart/2005/8/layout/vList2" loCatId="list" qsTypeId="urn:microsoft.com/office/officeart/2005/8/quickstyle/3d2" qsCatId="3D" csTypeId="urn:microsoft.com/office/officeart/2005/8/colors/accent0_1" csCatId="mainScheme" phldr="1"/>
      <dgm:spPr/>
      <dgm:t>
        <a:bodyPr/>
        <a:lstStyle/>
        <a:p>
          <a:endParaRPr lang="fr-FR"/>
        </a:p>
      </dgm:t>
    </dgm:pt>
    <dgm:pt modelId="{B2DAE162-84ED-4594-94D4-87BD0F825161}">
      <dgm:prSet phldrT="[Texte]" custT="1"/>
      <dgm:spPr/>
      <dgm:t>
        <a:bodyPr/>
        <a:lstStyle/>
        <a:p>
          <a:pPr algn="ctr"/>
          <a:r>
            <a:rPr lang="fr-FR" sz="4000" dirty="0" smtClean="0">
              <a:latin typeface="Times New Roman" pitchFamily="18" charset="0"/>
              <a:cs typeface="Times New Roman" pitchFamily="18" charset="0"/>
            </a:rPr>
            <a:t>Les agressions sexuelles</a:t>
          </a:r>
          <a:endParaRPr lang="fr-FR" sz="4000" dirty="0">
            <a:latin typeface="Times New Roman" pitchFamily="18" charset="0"/>
            <a:cs typeface="Times New Roman" pitchFamily="18" charset="0"/>
          </a:endParaRPr>
        </a:p>
      </dgm:t>
    </dgm:pt>
    <dgm:pt modelId="{E3B1D3B3-B155-47C5-8911-A0B887E6BF7B}" type="parTrans" cxnId="{20EADBC8-9F23-4F3E-965A-C59677EC4EFF}">
      <dgm:prSet/>
      <dgm:spPr/>
      <dgm:t>
        <a:bodyPr/>
        <a:lstStyle/>
        <a:p>
          <a:endParaRPr lang="fr-FR"/>
        </a:p>
      </dgm:t>
    </dgm:pt>
    <dgm:pt modelId="{D3AC5363-BA77-421F-A898-2C41467770C3}" type="sibTrans" cxnId="{20EADBC8-9F23-4F3E-965A-C59677EC4EFF}">
      <dgm:prSet/>
      <dgm:spPr/>
      <dgm:t>
        <a:bodyPr/>
        <a:lstStyle/>
        <a:p>
          <a:endParaRPr lang="fr-FR"/>
        </a:p>
      </dgm:t>
    </dgm:pt>
    <dgm:pt modelId="{DA0CE170-68CF-435B-A705-E9EC1F5D7D8E}">
      <dgm:prSet phldrT="[Texte]" phldr="1"/>
      <dgm:spPr/>
      <dgm:t>
        <a:bodyPr/>
        <a:lstStyle/>
        <a:p>
          <a:endParaRPr lang="fr-FR"/>
        </a:p>
      </dgm:t>
    </dgm:pt>
    <dgm:pt modelId="{EA066EBF-F803-4948-95BD-47D63DBFC948}" type="parTrans" cxnId="{81B721BC-66DD-41FF-8E9B-20D7E03E1237}">
      <dgm:prSet/>
      <dgm:spPr/>
      <dgm:t>
        <a:bodyPr/>
        <a:lstStyle/>
        <a:p>
          <a:endParaRPr lang="fr-FR"/>
        </a:p>
      </dgm:t>
    </dgm:pt>
    <dgm:pt modelId="{1D3EF7C5-993C-414B-9233-A23CE3101EFA}" type="sibTrans" cxnId="{81B721BC-66DD-41FF-8E9B-20D7E03E1237}">
      <dgm:prSet/>
      <dgm:spPr/>
      <dgm:t>
        <a:bodyPr/>
        <a:lstStyle/>
        <a:p>
          <a:endParaRPr lang="fr-FR"/>
        </a:p>
      </dgm:t>
    </dgm:pt>
    <dgm:pt modelId="{2B15C45C-176D-4CF8-B1CB-4AA3AA68763E}" type="pres">
      <dgm:prSet presAssocID="{E0A38035-1408-4138-B439-9F4A77DC1029}" presName="linear" presStyleCnt="0">
        <dgm:presLayoutVars>
          <dgm:animLvl val="lvl"/>
          <dgm:resizeHandles val="exact"/>
        </dgm:presLayoutVars>
      </dgm:prSet>
      <dgm:spPr/>
      <dgm:t>
        <a:bodyPr/>
        <a:lstStyle/>
        <a:p>
          <a:endParaRPr lang="fr-FR"/>
        </a:p>
      </dgm:t>
    </dgm:pt>
    <dgm:pt modelId="{05EC8024-6283-4DA2-B42F-190950E8A02D}" type="pres">
      <dgm:prSet presAssocID="{B2DAE162-84ED-4594-94D4-87BD0F825161}" presName="parentText" presStyleLbl="node1" presStyleIdx="0" presStyleCnt="1">
        <dgm:presLayoutVars>
          <dgm:chMax val="0"/>
          <dgm:bulletEnabled val="1"/>
        </dgm:presLayoutVars>
      </dgm:prSet>
      <dgm:spPr/>
      <dgm:t>
        <a:bodyPr/>
        <a:lstStyle/>
        <a:p>
          <a:endParaRPr lang="fr-FR"/>
        </a:p>
      </dgm:t>
    </dgm:pt>
    <dgm:pt modelId="{B14683AA-006E-402C-ADC2-A41D1CE06496}" type="pres">
      <dgm:prSet presAssocID="{B2DAE162-84ED-4594-94D4-87BD0F825161}" presName="childText" presStyleLbl="revTx" presStyleIdx="0" presStyleCnt="1">
        <dgm:presLayoutVars>
          <dgm:bulletEnabled val="1"/>
        </dgm:presLayoutVars>
      </dgm:prSet>
      <dgm:spPr/>
      <dgm:t>
        <a:bodyPr/>
        <a:lstStyle/>
        <a:p>
          <a:endParaRPr lang="fr-FR"/>
        </a:p>
      </dgm:t>
    </dgm:pt>
  </dgm:ptLst>
  <dgm:cxnLst>
    <dgm:cxn modelId="{878AC6A2-FCBF-4728-B16F-0BBA193F6B5D}" type="presOf" srcId="{B2DAE162-84ED-4594-94D4-87BD0F825161}" destId="{05EC8024-6283-4DA2-B42F-190950E8A02D}" srcOrd="0" destOrd="0" presId="urn:microsoft.com/office/officeart/2005/8/layout/vList2"/>
    <dgm:cxn modelId="{20EADBC8-9F23-4F3E-965A-C59677EC4EFF}" srcId="{E0A38035-1408-4138-B439-9F4A77DC1029}" destId="{B2DAE162-84ED-4594-94D4-87BD0F825161}" srcOrd="0" destOrd="0" parTransId="{E3B1D3B3-B155-47C5-8911-A0B887E6BF7B}" sibTransId="{D3AC5363-BA77-421F-A898-2C41467770C3}"/>
    <dgm:cxn modelId="{BC301D7E-2E7D-41CC-B813-61765BA5D1E3}" type="presOf" srcId="{E0A38035-1408-4138-B439-9F4A77DC1029}" destId="{2B15C45C-176D-4CF8-B1CB-4AA3AA68763E}" srcOrd="0" destOrd="0" presId="urn:microsoft.com/office/officeart/2005/8/layout/vList2"/>
    <dgm:cxn modelId="{E22412C0-C51C-433B-9599-B36A9CF5225C}" type="presOf" srcId="{DA0CE170-68CF-435B-A705-E9EC1F5D7D8E}" destId="{B14683AA-006E-402C-ADC2-A41D1CE06496}" srcOrd="0" destOrd="0" presId="urn:microsoft.com/office/officeart/2005/8/layout/vList2"/>
    <dgm:cxn modelId="{81B721BC-66DD-41FF-8E9B-20D7E03E1237}" srcId="{B2DAE162-84ED-4594-94D4-87BD0F825161}" destId="{DA0CE170-68CF-435B-A705-E9EC1F5D7D8E}" srcOrd="0" destOrd="0" parTransId="{EA066EBF-F803-4948-95BD-47D63DBFC948}" sibTransId="{1D3EF7C5-993C-414B-9233-A23CE3101EFA}"/>
    <dgm:cxn modelId="{F9D35D1A-E3FB-427A-8410-B18A54AF32CD}" type="presParOf" srcId="{2B15C45C-176D-4CF8-B1CB-4AA3AA68763E}" destId="{05EC8024-6283-4DA2-B42F-190950E8A02D}" srcOrd="0" destOrd="0" presId="urn:microsoft.com/office/officeart/2005/8/layout/vList2"/>
    <dgm:cxn modelId="{2AB33632-A4A2-47DF-90AA-4815A43C9222}" type="presParOf" srcId="{2B15C45C-176D-4CF8-B1CB-4AA3AA68763E}" destId="{B14683AA-006E-402C-ADC2-A41D1CE06496}" srcOrd="1"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1B3BF6B-1D00-4265-BB50-7A79EF855C8B}" type="doc">
      <dgm:prSet loTypeId="urn:microsoft.com/office/officeart/2005/8/layout/hProcess10" loCatId="process" qsTypeId="urn:microsoft.com/office/officeart/2005/8/quickstyle/3d2" qsCatId="3D" csTypeId="urn:microsoft.com/office/officeart/2005/8/colors/accent0_3" csCatId="mainScheme" phldr="1"/>
      <dgm:spPr/>
      <dgm:t>
        <a:bodyPr/>
        <a:lstStyle/>
        <a:p>
          <a:endParaRPr lang="fr-FR"/>
        </a:p>
      </dgm:t>
    </dgm:pt>
    <dgm:pt modelId="{7E4DCC27-DE1D-43C2-A878-5A598C0E6C8B}">
      <dgm:prSet phldrT="[Texte]"/>
      <dgm:spPr/>
      <dgm:t>
        <a:bodyPr/>
        <a:lstStyle/>
        <a:p>
          <a:r>
            <a:rPr lang="fr-FR" dirty="0" smtClean="0"/>
            <a:t>Les attentats aux mœurs </a:t>
          </a:r>
          <a:endParaRPr lang="fr-FR" dirty="0"/>
        </a:p>
      </dgm:t>
    </dgm:pt>
    <dgm:pt modelId="{0D2D4395-D1D7-4C89-8C55-CACFCDA28B22}" type="parTrans" cxnId="{898C7210-40D4-4EB4-A82C-8D51E83D5E38}">
      <dgm:prSet/>
      <dgm:spPr/>
      <dgm:t>
        <a:bodyPr/>
        <a:lstStyle/>
        <a:p>
          <a:endParaRPr lang="fr-FR"/>
        </a:p>
      </dgm:t>
    </dgm:pt>
    <dgm:pt modelId="{F262DA0F-9598-4120-9C9F-956C2D951420}" type="sibTrans" cxnId="{898C7210-40D4-4EB4-A82C-8D51E83D5E38}">
      <dgm:prSet/>
      <dgm:spPr>
        <a:solidFill>
          <a:schemeClr val="tx2"/>
        </a:solidFill>
      </dgm:spPr>
      <dgm:t>
        <a:bodyPr/>
        <a:lstStyle/>
        <a:p>
          <a:endParaRPr lang="fr-FR"/>
        </a:p>
      </dgm:t>
    </dgm:pt>
    <dgm:pt modelId="{41637511-DB22-4449-A72D-E5C087E2B769}">
      <dgm:prSet phldrT="[Texte]"/>
      <dgm:spPr/>
      <dgm:t>
        <a:bodyPr/>
        <a:lstStyle/>
        <a:p>
          <a:r>
            <a:rPr lang="fr-FR" dirty="0" smtClean="0"/>
            <a:t>sont des crimes ou des délits de nature sexuelle </a:t>
          </a:r>
          <a:endParaRPr lang="fr-FR" dirty="0"/>
        </a:p>
      </dgm:t>
    </dgm:pt>
    <dgm:pt modelId="{A6F03B03-305E-453C-9CC0-C1145DA76BB3}" type="parTrans" cxnId="{66AA1669-E24D-463A-970B-F5C45B3C93DD}">
      <dgm:prSet/>
      <dgm:spPr/>
      <dgm:t>
        <a:bodyPr/>
        <a:lstStyle/>
        <a:p>
          <a:endParaRPr lang="fr-FR"/>
        </a:p>
      </dgm:t>
    </dgm:pt>
    <dgm:pt modelId="{10F4F985-B951-4AFF-913B-121FD5728365}" type="sibTrans" cxnId="{66AA1669-E24D-463A-970B-F5C45B3C93DD}">
      <dgm:prSet/>
      <dgm:spPr>
        <a:solidFill>
          <a:schemeClr val="tx2"/>
        </a:solidFill>
      </dgm:spPr>
      <dgm:t>
        <a:bodyPr/>
        <a:lstStyle/>
        <a:p>
          <a:endParaRPr lang="fr-FR"/>
        </a:p>
      </dgm:t>
    </dgm:pt>
    <dgm:pt modelId="{D405F0B8-AB48-464A-A93E-C6E5243B2FD3}">
      <dgm:prSet phldrT="[Texte]"/>
      <dgm:spPr/>
      <dgm:t>
        <a:bodyPr/>
        <a:lstStyle/>
        <a:p>
          <a:r>
            <a:rPr lang="fr-FR" dirty="0" smtClean="0"/>
            <a:t>contre les personnes.</a:t>
          </a:r>
          <a:endParaRPr lang="fr-FR" dirty="0"/>
        </a:p>
      </dgm:t>
    </dgm:pt>
    <dgm:pt modelId="{6EA36123-2E3A-4933-8AA2-C8FCC883B307}" type="parTrans" cxnId="{7E0B6E92-5C5D-47BE-989A-4B34E33B429D}">
      <dgm:prSet/>
      <dgm:spPr/>
      <dgm:t>
        <a:bodyPr/>
        <a:lstStyle/>
        <a:p>
          <a:endParaRPr lang="fr-FR"/>
        </a:p>
      </dgm:t>
    </dgm:pt>
    <dgm:pt modelId="{BB266938-D7F2-4768-9302-949134EC822D}" type="sibTrans" cxnId="{7E0B6E92-5C5D-47BE-989A-4B34E33B429D}">
      <dgm:prSet/>
      <dgm:spPr/>
      <dgm:t>
        <a:bodyPr/>
        <a:lstStyle/>
        <a:p>
          <a:endParaRPr lang="fr-FR"/>
        </a:p>
      </dgm:t>
    </dgm:pt>
    <dgm:pt modelId="{6A1E488D-6A1F-466D-9A0E-60441077E3D7}" type="pres">
      <dgm:prSet presAssocID="{21B3BF6B-1D00-4265-BB50-7A79EF855C8B}" presName="Name0" presStyleCnt="0">
        <dgm:presLayoutVars>
          <dgm:dir/>
          <dgm:resizeHandles val="exact"/>
        </dgm:presLayoutVars>
      </dgm:prSet>
      <dgm:spPr/>
      <dgm:t>
        <a:bodyPr/>
        <a:lstStyle/>
        <a:p>
          <a:endParaRPr lang="fr-FR"/>
        </a:p>
      </dgm:t>
    </dgm:pt>
    <dgm:pt modelId="{B04141AF-9C34-42CF-ACB4-1F7B7C792E07}" type="pres">
      <dgm:prSet presAssocID="{7E4DCC27-DE1D-43C2-A878-5A598C0E6C8B}" presName="composite" presStyleCnt="0"/>
      <dgm:spPr/>
    </dgm:pt>
    <dgm:pt modelId="{F0263D9F-DA77-484A-B1B3-347A43327CE2}" type="pres">
      <dgm:prSet presAssocID="{7E4DCC27-DE1D-43C2-A878-5A598C0E6C8B}" presName="imagSh" presStyleLbl="bgImgPlace1" presStyleIdx="0" presStyleCnt="3"/>
      <dgm:spPr/>
    </dgm:pt>
    <dgm:pt modelId="{CF3ACDC3-8584-454C-84BC-9E88E92F20E4}" type="pres">
      <dgm:prSet presAssocID="{7E4DCC27-DE1D-43C2-A878-5A598C0E6C8B}" presName="txNode" presStyleLbl="node1" presStyleIdx="0" presStyleCnt="3">
        <dgm:presLayoutVars>
          <dgm:bulletEnabled val="1"/>
        </dgm:presLayoutVars>
      </dgm:prSet>
      <dgm:spPr/>
      <dgm:t>
        <a:bodyPr/>
        <a:lstStyle/>
        <a:p>
          <a:endParaRPr lang="fr-FR"/>
        </a:p>
      </dgm:t>
    </dgm:pt>
    <dgm:pt modelId="{618C10A0-FAA0-4420-9648-1DB711AFAFED}" type="pres">
      <dgm:prSet presAssocID="{F262DA0F-9598-4120-9C9F-956C2D951420}" presName="sibTrans" presStyleLbl="sibTrans2D1" presStyleIdx="0" presStyleCnt="2"/>
      <dgm:spPr/>
      <dgm:t>
        <a:bodyPr/>
        <a:lstStyle/>
        <a:p>
          <a:endParaRPr lang="fr-FR"/>
        </a:p>
      </dgm:t>
    </dgm:pt>
    <dgm:pt modelId="{6BC74622-0795-47C0-949C-091659C1A4C0}" type="pres">
      <dgm:prSet presAssocID="{F262DA0F-9598-4120-9C9F-956C2D951420}" presName="connTx" presStyleLbl="sibTrans2D1" presStyleIdx="0" presStyleCnt="2"/>
      <dgm:spPr/>
      <dgm:t>
        <a:bodyPr/>
        <a:lstStyle/>
        <a:p>
          <a:endParaRPr lang="fr-FR"/>
        </a:p>
      </dgm:t>
    </dgm:pt>
    <dgm:pt modelId="{ECB83144-6CDE-494B-8B12-90427FCBBDF6}" type="pres">
      <dgm:prSet presAssocID="{41637511-DB22-4449-A72D-E5C087E2B769}" presName="composite" presStyleCnt="0"/>
      <dgm:spPr/>
    </dgm:pt>
    <dgm:pt modelId="{FF668059-EFA7-45EB-A76F-873935D223AC}" type="pres">
      <dgm:prSet presAssocID="{41637511-DB22-4449-A72D-E5C087E2B769}" presName="imagSh" presStyleLbl="bgImgPlace1" presStyleIdx="1" presStyleCnt="3"/>
      <dgm:spPr/>
    </dgm:pt>
    <dgm:pt modelId="{090CA20D-969D-4FC3-AE9C-FF7E085DEFF6}" type="pres">
      <dgm:prSet presAssocID="{41637511-DB22-4449-A72D-E5C087E2B769}" presName="txNode" presStyleLbl="node1" presStyleIdx="1" presStyleCnt="3">
        <dgm:presLayoutVars>
          <dgm:bulletEnabled val="1"/>
        </dgm:presLayoutVars>
      </dgm:prSet>
      <dgm:spPr/>
      <dgm:t>
        <a:bodyPr/>
        <a:lstStyle/>
        <a:p>
          <a:endParaRPr lang="fr-FR"/>
        </a:p>
      </dgm:t>
    </dgm:pt>
    <dgm:pt modelId="{5DDFD51B-1C96-424E-B5F9-544998C3492B}" type="pres">
      <dgm:prSet presAssocID="{10F4F985-B951-4AFF-913B-121FD5728365}" presName="sibTrans" presStyleLbl="sibTrans2D1" presStyleIdx="1" presStyleCnt="2"/>
      <dgm:spPr/>
      <dgm:t>
        <a:bodyPr/>
        <a:lstStyle/>
        <a:p>
          <a:endParaRPr lang="fr-FR"/>
        </a:p>
      </dgm:t>
    </dgm:pt>
    <dgm:pt modelId="{A3985C4B-6584-4867-81EE-901F4A485904}" type="pres">
      <dgm:prSet presAssocID="{10F4F985-B951-4AFF-913B-121FD5728365}" presName="connTx" presStyleLbl="sibTrans2D1" presStyleIdx="1" presStyleCnt="2"/>
      <dgm:spPr/>
      <dgm:t>
        <a:bodyPr/>
        <a:lstStyle/>
        <a:p>
          <a:endParaRPr lang="fr-FR"/>
        </a:p>
      </dgm:t>
    </dgm:pt>
    <dgm:pt modelId="{CEBC76B2-4A2C-4235-911A-A41A2E67216D}" type="pres">
      <dgm:prSet presAssocID="{D405F0B8-AB48-464A-A93E-C6E5243B2FD3}" presName="composite" presStyleCnt="0"/>
      <dgm:spPr/>
    </dgm:pt>
    <dgm:pt modelId="{8C534DF3-626C-48EF-8B22-D4EFB9FE769B}" type="pres">
      <dgm:prSet presAssocID="{D405F0B8-AB48-464A-A93E-C6E5243B2FD3}" presName="imagSh" presStyleLbl="bgImgPlace1" presStyleIdx="2" presStyleCnt="3"/>
      <dgm:spPr/>
    </dgm:pt>
    <dgm:pt modelId="{DDF919AF-BE9C-4AE8-81D4-5D4B44F7B9B3}" type="pres">
      <dgm:prSet presAssocID="{D405F0B8-AB48-464A-A93E-C6E5243B2FD3}" presName="txNode" presStyleLbl="node1" presStyleIdx="2" presStyleCnt="3">
        <dgm:presLayoutVars>
          <dgm:bulletEnabled val="1"/>
        </dgm:presLayoutVars>
      </dgm:prSet>
      <dgm:spPr/>
      <dgm:t>
        <a:bodyPr/>
        <a:lstStyle/>
        <a:p>
          <a:endParaRPr lang="fr-FR"/>
        </a:p>
      </dgm:t>
    </dgm:pt>
  </dgm:ptLst>
  <dgm:cxnLst>
    <dgm:cxn modelId="{898C7210-40D4-4EB4-A82C-8D51E83D5E38}" srcId="{21B3BF6B-1D00-4265-BB50-7A79EF855C8B}" destId="{7E4DCC27-DE1D-43C2-A878-5A598C0E6C8B}" srcOrd="0" destOrd="0" parTransId="{0D2D4395-D1D7-4C89-8C55-CACFCDA28B22}" sibTransId="{F262DA0F-9598-4120-9C9F-956C2D951420}"/>
    <dgm:cxn modelId="{033E0CB6-D1CD-4BEB-B32B-EE77A3F48759}" type="presOf" srcId="{7E4DCC27-DE1D-43C2-A878-5A598C0E6C8B}" destId="{CF3ACDC3-8584-454C-84BC-9E88E92F20E4}" srcOrd="0" destOrd="0" presId="urn:microsoft.com/office/officeart/2005/8/layout/hProcess10"/>
    <dgm:cxn modelId="{6D069A87-50F6-401D-B9EF-94BA5E86B916}" type="presOf" srcId="{10F4F985-B951-4AFF-913B-121FD5728365}" destId="{5DDFD51B-1C96-424E-B5F9-544998C3492B}" srcOrd="0" destOrd="0" presId="urn:microsoft.com/office/officeart/2005/8/layout/hProcess10"/>
    <dgm:cxn modelId="{D7179EA7-F50E-4558-8A2E-4951487DC8E8}" type="presOf" srcId="{21B3BF6B-1D00-4265-BB50-7A79EF855C8B}" destId="{6A1E488D-6A1F-466D-9A0E-60441077E3D7}" srcOrd="0" destOrd="0" presId="urn:microsoft.com/office/officeart/2005/8/layout/hProcess10"/>
    <dgm:cxn modelId="{1DA24A4C-4C6A-4911-9ED8-F83B3ECAA511}" type="presOf" srcId="{D405F0B8-AB48-464A-A93E-C6E5243B2FD3}" destId="{DDF919AF-BE9C-4AE8-81D4-5D4B44F7B9B3}" srcOrd="0" destOrd="0" presId="urn:microsoft.com/office/officeart/2005/8/layout/hProcess10"/>
    <dgm:cxn modelId="{BDC32A86-1C02-4973-B8AE-BEE42FBBAF36}" type="presOf" srcId="{F262DA0F-9598-4120-9C9F-956C2D951420}" destId="{6BC74622-0795-47C0-949C-091659C1A4C0}" srcOrd="1" destOrd="0" presId="urn:microsoft.com/office/officeart/2005/8/layout/hProcess10"/>
    <dgm:cxn modelId="{68183DBB-D133-44A0-9FDB-CD8369A96758}" type="presOf" srcId="{10F4F985-B951-4AFF-913B-121FD5728365}" destId="{A3985C4B-6584-4867-81EE-901F4A485904}" srcOrd="1" destOrd="0" presId="urn:microsoft.com/office/officeart/2005/8/layout/hProcess10"/>
    <dgm:cxn modelId="{66AA1669-E24D-463A-970B-F5C45B3C93DD}" srcId="{21B3BF6B-1D00-4265-BB50-7A79EF855C8B}" destId="{41637511-DB22-4449-A72D-E5C087E2B769}" srcOrd="1" destOrd="0" parTransId="{A6F03B03-305E-453C-9CC0-C1145DA76BB3}" sibTransId="{10F4F985-B951-4AFF-913B-121FD5728365}"/>
    <dgm:cxn modelId="{F2A8E0B1-F9F1-49BB-896D-AC8437FFB12B}" type="presOf" srcId="{F262DA0F-9598-4120-9C9F-956C2D951420}" destId="{618C10A0-FAA0-4420-9648-1DB711AFAFED}" srcOrd="0" destOrd="0" presId="urn:microsoft.com/office/officeart/2005/8/layout/hProcess10"/>
    <dgm:cxn modelId="{81361F60-9239-4AAE-9F0D-0F1715D9BBBB}" type="presOf" srcId="{41637511-DB22-4449-A72D-E5C087E2B769}" destId="{090CA20D-969D-4FC3-AE9C-FF7E085DEFF6}" srcOrd="0" destOrd="0" presId="urn:microsoft.com/office/officeart/2005/8/layout/hProcess10"/>
    <dgm:cxn modelId="{7E0B6E92-5C5D-47BE-989A-4B34E33B429D}" srcId="{21B3BF6B-1D00-4265-BB50-7A79EF855C8B}" destId="{D405F0B8-AB48-464A-A93E-C6E5243B2FD3}" srcOrd="2" destOrd="0" parTransId="{6EA36123-2E3A-4933-8AA2-C8FCC883B307}" sibTransId="{BB266938-D7F2-4768-9302-949134EC822D}"/>
    <dgm:cxn modelId="{328F10A4-E04C-4D2A-8C07-E5B92D6D508F}" type="presParOf" srcId="{6A1E488D-6A1F-466D-9A0E-60441077E3D7}" destId="{B04141AF-9C34-42CF-ACB4-1F7B7C792E07}" srcOrd="0" destOrd="0" presId="urn:microsoft.com/office/officeart/2005/8/layout/hProcess10"/>
    <dgm:cxn modelId="{0886EA01-075D-4123-8834-775C6D2136B7}" type="presParOf" srcId="{B04141AF-9C34-42CF-ACB4-1F7B7C792E07}" destId="{F0263D9F-DA77-484A-B1B3-347A43327CE2}" srcOrd="0" destOrd="0" presId="urn:microsoft.com/office/officeart/2005/8/layout/hProcess10"/>
    <dgm:cxn modelId="{CE93E379-E469-43B3-8BE1-C3614A9C0242}" type="presParOf" srcId="{B04141AF-9C34-42CF-ACB4-1F7B7C792E07}" destId="{CF3ACDC3-8584-454C-84BC-9E88E92F20E4}" srcOrd="1" destOrd="0" presId="urn:microsoft.com/office/officeart/2005/8/layout/hProcess10"/>
    <dgm:cxn modelId="{3CFA5A5A-4B46-4CF3-A693-E9F93F622A92}" type="presParOf" srcId="{6A1E488D-6A1F-466D-9A0E-60441077E3D7}" destId="{618C10A0-FAA0-4420-9648-1DB711AFAFED}" srcOrd="1" destOrd="0" presId="urn:microsoft.com/office/officeart/2005/8/layout/hProcess10"/>
    <dgm:cxn modelId="{DE4F7446-394D-491A-974F-A6F4C7D740D9}" type="presParOf" srcId="{618C10A0-FAA0-4420-9648-1DB711AFAFED}" destId="{6BC74622-0795-47C0-949C-091659C1A4C0}" srcOrd="0" destOrd="0" presId="urn:microsoft.com/office/officeart/2005/8/layout/hProcess10"/>
    <dgm:cxn modelId="{E326A5F4-9A1C-4CF0-88BC-8362ADD1C8A6}" type="presParOf" srcId="{6A1E488D-6A1F-466D-9A0E-60441077E3D7}" destId="{ECB83144-6CDE-494B-8B12-90427FCBBDF6}" srcOrd="2" destOrd="0" presId="urn:microsoft.com/office/officeart/2005/8/layout/hProcess10"/>
    <dgm:cxn modelId="{FBC9F03D-5959-457C-8151-569EF0A960E0}" type="presParOf" srcId="{ECB83144-6CDE-494B-8B12-90427FCBBDF6}" destId="{FF668059-EFA7-45EB-A76F-873935D223AC}" srcOrd="0" destOrd="0" presId="urn:microsoft.com/office/officeart/2005/8/layout/hProcess10"/>
    <dgm:cxn modelId="{D04C3C70-C586-486B-9AC7-708CA5841AFD}" type="presParOf" srcId="{ECB83144-6CDE-494B-8B12-90427FCBBDF6}" destId="{090CA20D-969D-4FC3-AE9C-FF7E085DEFF6}" srcOrd="1" destOrd="0" presId="urn:microsoft.com/office/officeart/2005/8/layout/hProcess10"/>
    <dgm:cxn modelId="{0ADF3522-1EF8-4F1E-8672-7CFFF5E508BB}" type="presParOf" srcId="{6A1E488D-6A1F-466D-9A0E-60441077E3D7}" destId="{5DDFD51B-1C96-424E-B5F9-544998C3492B}" srcOrd="3" destOrd="0" presId="urn:microsoft.com/office/officeart/2005/8/layout/hProcess10"/>
    <dgm:cxn modelId="{AF8B63D1-3013-45DF-B26C-A49513CCDF7E}" type="presParOf" srcId="{5DDFD51B-1C96-424E-B5F9-544998C3492B}" destId="{A3985C4B-6584-4867-81EE-901F4A485904}" srcOrd="0" destOrd="0" presId="urn:microsoft.com/office/officeart/2005/8/layout/hProcess10"/>
    <dgm:cxn modelId="{DEB69D51-790F-46E7-8CFC-C2649A190129}" type="presParOf" srcId="{6A1E488D-6A1F-466D-9A0E-60441077E3D7}" destId="{CEBC76B2-4A2C-4235-911A-A41A2E67216D}" srcOrd="4" destOrd="0" presId="urn:microsoft.com/office/officeart/2005/8/layout/hProcess10"/>
    <dgm:cxn modelId="{B8615882-ED69-45E0-8F46-D51F368D39D0}" type="presParOf" srcId="{CEBC76B2-4A2C-4235-911A-A41A2E67216D}" destId="{8C534DF3-626C-48EF-8B22-D4EFB9FE769B}" srcOrd="0" destOrd="0" presId="urn:microsoft.com/office/officeart/2005/8/layout/hProcess10"/>
    <dgm:cxn modelId="{16C9127F-A003-4CDA-8A63-4E00D353B5D3}" type="presParOf" srcId="{CEBC76B2-4A2C-4235-911A-A41A2E67216D}" destId="{DDF919AF-BE9C-4AE8-81D4-5D4B44F7B9B3}" srcOrd="1" destOrd="0" presId="urn:microsoft.com/office/officeart/2005/8/layout/hProcess10"/>
  </dgm:cxnLst>
  <dgm:bg>
    <a:solidFill>
      <a:schemeClr val="tx2">
        <a:lumMod val="20000"/>
        <a:lumOff val="80000"/>
      </a:schemeClr>
    </a:solidFill>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6A06F20-81EE-4271-AD50-2ECD80131731}" type="doc">
      <dgm:prSet loTypeId="urn:microsoft.com/office/officeart/2005/8/layout/vList6" loCatId="process" qsTypeId="urn:microsoft.com/office/officeart/2005/8/quickstyle/3d2" qsCatId="3D" csTypeId="urn:microsoft.com/office/officeart/2005/8/colors/accent0_3" csCatId="mainScheme" phldr="1"/>
      <dgm:spPr/>
      <dgm:t>
        <a:bodyPr/>
        <a:lstStyle/>
        <a:p>
          <a:endParaRPr lang="fr-FR"/>
        </a:p>
      </dgm:t>
    </dgm:pt>
    <dgm:pt modelId="{D5FA581E-03C8-477B-95A8-E79AC9F76753}">
      <dgm:prSet phldrT="[Texte]"/>
      <dgm:spPr/>
      <dgm:t>
        <a:bodyPr/>
        <a:lstStyle/>
        <a:p>
          <a:r>
            <a:rPr lang="fr-FR" dirty="0" smtClean="0"/>
            <a:t>un acte (fait, geste ou attitude)à caractère sexuel  </a:t>
          </a:r>
          <a:endParaRPr lang="fr-FR" dirty="0"/>
        </a:p>
      </dgm:t>
    </dgm:pt>
    <dgm:pt modelId="{99D114AB-E9D6-40E3-B2F5-0AAE5B31E832}" type="parTrans" cxnId="{6178D27B-7395-413C-BA5F-AE927412454A}">
      <dgm:prSet/>
      <dgm:spPr/>
      <dgm:t>
        <a:bodyPr/>
        <a:lstStyle/>
        <a:p>
          <a:endParaRPr lang="fr-FR"/>
        </a:p>
      </dgm:t>
    </dgm:pt>
    <dgm:pt modelId="{7E4F2069-C900-4C9E-B6E3-45E75238C856}" type="sibTrans" cxnId="{6178D27B-7395-413C-BA5F-AE927412454A}">
      <dgm:prSet/>
      <dgm:spPr/>
      <dgm:t>
        <a:bodyPr/>
        <a:lstStyle/>
        <a:p>
          <a:endParaRPr lang="fr-FR"/>
        </a:p>
      </dgm:t>
    </dgm:pt>
    <dgm:pt modelId="{89CE0967-6C26-4735-B4D7-36050DEEF5E3}">
      <dgm:prSet phldrT="[Texte]" custT="1"/>
      <dgm:spPr>
        <a:solidFill>
          <a:schemeClr val="tx2">
            <a:lumMod val="40000"/>
            <a:lumOff val="60000"/>
            <a:alpha val="90000"/>
          </a:schemeClr>
        </a:solidFill>
      </dgm:spPr>
      <dgm:t>
        <a:bodyPr/>
        <a:lstStyle/>
        <a:p>
          <a:r>
            <a:rPr lang="fr-FR" sz="2800" dirty="0" smtClean="0">
              <a:latin typeface="Times New Roman" pitchFamily="18" charset="0"/>
              <a:cs typeface="Times New Roman" pitchFamily="18" charset="0"/>
            </a:rPr>
            <a:t>accompli en public.</a:t>
          </a:r>
          <a:endParaRPr lang="fr-FR" sz="2800" dirty="0">
            <a:latin typeface="Times New Roman" pitchFamily="18" charset="0"/>
            <a:cs typeface="Times New Roman" pitchFamily="18" charset="0"/>
          </a:endParaRPr>
        </a:p>
      </dgm:t>
    </dgm:pt>
    <dgm:pt modelId="{0144F39D-7E8D-4855-9606-D2158E74C8BF}" type="parTrans" cxnId="{67303A9B-6AF3-4C1A-A60C-2D24F46977A1}">
      <dgm:prSet/>
      <dgm:spPr/>
      <dgm:t>
        <a:bodyPr/>
        <a:lstStyle/>
        <a:p>
          <a:endParaRPr lang="fr-FR"/>
        </a:p>
      </dgm:t>
    </dgm:pt>
    <dgm:pt modelId="{A312DF72-4B02-4D35-ABC7-5FCC8DAA2FBB}" type="sibTrans" cxnId="{67303A9B-6AF3-4C1A-A60C-2D24F46977A1}">
      <dgm:prSet/>
      <dgm:spPr/>
      <dgm:t>
        <a:bodyPr/>
        <a:lstStyle/>
        <a:p>
          <a:endParaRPr lang="fr-FR"/>
        </a:p>
      </dgm:t>
    </dgm:pt>
    <dgm:pt modelId="{19AFA01A-DBC3-4560-A7D0-EAB94C311B25}">
      <dgm:prSet phldrT="[Texte]" custT="1"/>
      <dgm:spPr>
        <a:solidFill>
          <a:schemeClr val="tx2">
            <a:lumMod val="40000"/>
            <a:lumOff val="60000"/>
            <a:alpha val="90000"/>
          </a:schemeClr>
        </a:solidFill>
      </dgm:spPr>
      <dgm:t>
        <a:bodyPr/>
        <a:lstStyle/>
        <a:p>
          <a:r>
            <a:rPr lang="fr-FR" sz="2800" dirty="0" smtClean="0">
              <a:latin typeface="Times New Roman" pitchFamily="18" charset="0"/>
              <a:cs typeface="Times New Roman" pitchFamily="18" charset="0"/>
            </a:rPr>
            <a:t>de nature à offenser la pudeur</a:t>
          </a:r>
          <a:endParaRPr lang="fr-FR" sz="2800" dirty="0">
            <a:latin typeface="Times New Roman" pitchFamily="18" charset="0"/>
            <a:cs typeface="Times New Roman" pitchFamily="18" charset="0"/>
          </a:endParaRPr>
        </a:p>
      </dgm:t>
    </dgm:pt>
    <dgm:pt modelId="{CDCA2B1E-C240-4D2A-BC60-EA6174783FB8}" type="parTrans" cxnId="{7902266B-21CE-457D-B539-B198DF085D73}">
      <dgm:prSet/>
      <dgm:spPr/>
      <dgm:t>
        <a:bodyPr/>
        <a:lstStyle/>
        <a:p>
          <a:endParaRPr lang="fr-FR"/>
        </a:p>
      </dgm:t>
    </dgm:pt>
    <dgm:pt modelId="{CA536A0D-09D0-4C72-B914-C2340701C432}" type="sibTrans" cxnId="{7902266B-21CE-457D-B539-B198DF085D73}">
      <dgm:prSet/>
      <dgm:spPr/>
      <dgm:t>
        <a:bodyPr/>
        <a:lstStyle/>
        <a:p>
          <a:endParaRPr lang="fr-FR"/>
        </a:p>
      </dgm:t>
    </dgm:pt>
    <dgm:pt modelId="{9934490A-2668-4592-9FEE-0B06338F8538}">
      <dgm:prSet phldrT="[Texte]"/>
      <dgm:spPr/>
      <dgm:t>
        <a:bodyPr/>
        <a:lstStyle/>
        <a:p>
          <a:r>
            <a:rPr lang="fr-FR" dirty="0" smtClean="0"/>
            <a:t>Le délit peut être la conséquence </a:t>
          </a:r>
          <a:endParaRPr lang="fr-FR" dirty="0"/>
        </a:p>
      </dgm:t>
    </dgm:pt>
    <dgm:pt modelId="{5B23F142-A3B8-4C34-BE63-4CB64A4BD65A}" type="parTrans" cxnId="{4966A90C-CC53-47CD-B0DB-EC8EC094AA65}">
      <dgm:prSet/>
      <dgm:spPr/>
      <dgm:t>
        <a:bodyPr/>
        <a:lstStyle/>
        <a:p>
          <a:endParaRPr lang="fr-FR"/>
        </a:p>
      </dgm:t>
    </dgm:pt>
    <dgm:pt modelId="{46453CD0-2682-41A0-8108-3B65628190B1}" type="sibTrans" cxnId="{4966A90C-CC53-47CD-B0DB-EC8EC094AA65}">
      <dgm:prSet/>
      <dgm:spPr/>
      <dgm:t>
        <a:bodyPr/>
        <a:lstStyle/>
        <a:p>
          <a:endParaRPr lang="fr-FR"/>
        </a:p>
      </dgm:t>
    </dgm:pt>
    <dgm:pt modelId="{17F31114-506F-4D39-A1E0-1C028702BCDC}">
      <dgm:prSet phldrT="[Texte]" custT="1"/>
      <dgm:spPr>
        <a:solidFill>
          <a:schemeClr val="tx2">
            <a:lumMod val="40000"/>
            <a:lumOff val="60000"/>
            <a:alpha val="90000"/>
          </a:schemeClr>
        </a:solidFill>
      </dgm:spPr>
      <dgm:t>
        <a:bodyPr/>
        <a:lstStyle/>
        <a:p>
          <a:r>
            <a:rPr lang="fr-FR" sz="2400" dirty="0" smtClean="0">
              <a:latin typeface="Times New Roman" pitchFamily="18" charset="0"/>
              <a:cs typeface="Times New Roman" pitchFamily="18" charset="0"/>
            </a:rPr>
            <a:t>d’une négligence (uriner dans la rue) </a:t>
          </a:r>
          <a:endParaRPr lang="fr-FR" sz="2400" dirty="0">
            <a:latin typeface="Times New Roman" pitchFamily="18" charset="0"/>
            <a:cs typeface="Times New Roman" pitchFamily="18" charset="0"/>
          </a:endParaRPr>
        </a:p>
      </dgm:t>
    </dgm:pt>
    <dgm:pt modelId="{2FF47013-16AB-45C2-9A34-EBC57BE1A3C4}" type="parTrans" cxnId="{005B00EF-5C69-4D48-89D5-6A0BA1EB3507}">
      <dgm:prSet/>
      <dgm:spPr/>
      <dgm:t>
        <a:bodyPr/>
        <a:lstStyle/>
        <a:p>
          <a:endParaRPr lang="fr-FR"/>
        </a:p>
      </dgm:t>
    </dgm:pt>
    <dgm:pt modelId="{4A97E7F8-BDF9-4707-B4E9-D6D7EAE8E68D}" type="sibTrans" cxnId="{005B00EF-5C69-4D48-89D5-6A0BA1EB3507}">
      <dgm:prSet/>
      <dgm:spPr/>
      <dgm:t>
        <a:bodyPr/>
        <a:lstStyle/>
        <a:p>
          <a:endParaRPr lang="fr-FR"/>
        </a:p>
      </dgm:t>
    </dgm:pt>
    <dgm:pt modelId="{607384DA-1C48-4485-B2E9-8D34E986F445}">
      <dgm:prSet phldrT="[Texte]" custT="1"/>
      <dgm:spPr>
        <a:solidFill>
          <a:schemeClr val="tx2">
            <a:lumMod val="40000"/>
            <a:lumOff val="60000"/>
            <a:alpha val="90000"/>
          </a:schemeClr>
        </a:solidFill>
      </dgm:spPr>
      <dgm:t>
        <a:bodyPr/>
        <a:lstStyle/>
        <a:p>
          <a:r>
            <a:rPr lang="fr-FR" sz="2400" dirty="0" smtClean="0">
              <a:latin typeface="Times New Roman" pitchFamily="18" charset="0"/>
              <a:cs typeface="Times New Roman" pitchFamily="18" charset="0"/>
            </a:rPr>
            <a:t> le fait d’une intention coupable ou non coupable (exhibitionnisme)</a:t>
          </a:r>
          <a:endParaRPr lang="fr-FR" sz="2400" dirty="0">
            <a:latin typeface="Times New Roman" pitchFamily="18" charset="0"/>
            <a:cs typeface="Times New Roman" pitchFamily="18" charset="0"/>
          </a:endParaRPr>
        </a:p>
      </dgm:t>
    </dgm:pt>
    <dgm:pt modelId="{73DE4EFF-59C6-43A0-A696-F1843D5E8C39}" type="parTrans" cxnId="{8B9E183E-C5B0-456E-8D4E-CF458E9233FB}">
      <dgm:prSet/>
      <dgm:spPr/>
      <dgm:t>
        <a:bodyPr/>
        <a:lstStyle/>
        <a:p>
          <a:endParaRPr lang="fr-FR"/>
        </a:p>
      </dgm:t>
    </dgm:pt>
    <dgm:pt modelId="{DC29DFC4-2568-42CC-83EB-B68CD3D050DC}" type="sibTrans" cxnId="{8B9E183E-C5B0-456E-8D4E-CF458E9233FB}">
      <dgm:prSet/>
      <dgm:spPr/>
      <dgm:t>
        <a:bodyPr/>
        <a:lstStyle/>
        <a:p>
          <a:endParaRPr lang="fr-FR"/>
        </a:p>
      </dgm:t>
    </dgm:pt>
    <dgm:pt modelId="{8FF44EB8-0A09-4831-8B73-621B5E3B0AEB}" type="pres">
      <dgm:prSet presAssocID="{26A06F20-81EE-4271-AD50-2ECD80131731}" presName="Name0" presStyleCnt="0">
        <dgm:presLayoutVars>
          <dgm:dir/>
          <dgm:animLvl val="lvl"/>
          <dgm:resizeHandles/>
        </dgm:presLayoutVars>
      </dgm:prSet>
      <dgm:spPr/>
      <dgm:t>
        <a:bodyPr/>
        <a:lstStyle/>
        <a:p>
          <a:endParaRPr lang="fr-FR"/>
        </a:p>
      </dgm:t>
    </dgm:pt>
    <dgm:pt modelId="{8E057E91-DEFD-432C-927C-FF0BF91E575F}" type="pres">
      <dgm:prSet presAssocID="{D5FA581E-03C8-477B-95A8-E79AC9F76753}" presName="linNode" presStyleCnt="0"/>
      <dgm:spPr/>
    </dgm:pt>
    <dgm:pt modelId="{478860E9-2327-4744-9DE5-EAEF99612C29}" type="pres">
      <dgm:prSet presAssocID="{D5FA581E-03C8-477B-95A8-E79AC9F76753}" presName="parentShp" presStyleLbl="node1" presStyleIdx="0" presStyleCnt="2">
        <dgm:presLayoutVars>
          <dgm:bulletEnabled val="1"/>
        </dgm:presLayoutVars>
      </dgm:prSet>
      <dgm:spPr/>
      <dgm:t>
        <a:bodyPr/>
        <a:lstStyle/>
        <a:p>
          <a:endParaRPr lang="fr-FR"/>
        </a:p>
      </dgm:t>
    </dgm:pt>
    <dgm:pt modelId="{A448515B-F712-459E-8399-02AF23289899}" type="pres">
      <dgm:prSet presAssocID="{D5FA581E-03C8-477B-95A8-E79AC9F76753}" presName="childShp" presStyleLbl="bgAccFollowNode1" presStyleIdx="0" presStyleCnt="2">
        <dgm:presLayoutVars>
          <dgm:bulletEnabled val="1"/>
        </dgm:presLayoutVars>
      </dgm:prSet>
      <dgm:spPr/>
      <dgm:t>
        <a:bodyPr/>
        <a:lstStyle/>
        <a:p>
          <a:endParaRPr lang="fr-FR"/>
        </a:p>
      </dgm:t>
    </dgm:pt>
    <dgm:pt modelId="{1F17F493-9537-4C8D-91C4-429F6B2A7596}" type="pres">
      <dgm:prSet presAssocID="{7E4F2069-C900-4C9E-B6E3-45E75238C856}" presName="spacing" presStyleCnt="0"/>
      <dgm:spPr/>
    </dgm:pt>
    <dgm:pt modelId="{D35A4104-39B2-4780-AF4B-3DDADF2DD753}" type="pres">
      <dgm:prSet presAssocID="{9934490A-2668-4592-9FEE-0B06338F8538}" presName="linNode" presStyleCnt="0"/>
      <dgm:spPr/>
    </dgm:pt>
    <dgm:pt modelId="{7E550141-E31A-4842-9A06-90E22F200CE9}" type="pres">
      <dgm:prSet presAssocID="{9934490A-2668-4592-9FEE-0B06338F8538}" presName="parentShp" presStyleLbl="node1" presStyleIdx="1" presStyleCnt="2">
        <dgm:presLayoutVars>
          <dgm:bulletEnabled val="1"/>
        </dgm:presLayoutVars>
      </dgm:prSet>
      <dgm:spPr/>
      <dgm:t>
        <a:bodyPr/>
        <a:lstStyle/>
        <a:p>
          <a:endParaRPr lang="fr-FR"/>
        </a:p>
      </dgm:t>
    </dgm:pt>
    <dgm:pt modelId="{53E5A8BC-AE52-46F8-9506-66583C53740D}" type="pres">
      <dgm:prSet presAssocID="{9934490A-2668-4592-9FEE-0B06338F8538}" presName="childShp" presStyleLbl="bgAccFollowNode1" presStyleIdx="1" presStyleCnt="2">
        <dgm:presLayoutVars>
          <dgm:bulletEnabled val="1"/>
        </dgm:presLayoutVars>
      </dgm:prSet>
      <dgm:spPr/>
      <dgm:t>
        <a:bodyPr/>
        <a:lstStyle/>
        <a:p>
          <a:endParaRPr lang="fr-FR"/>
        </a:p>
      </dgm:t>
    </dgm:pt>
  </dgm:ptLst>
  <dgm:cxnLst>
    <dgm:cxn modelId="{005B00EF-5C69-4D48-89D5-6A0BA1EB3507}" srcId="{9934490A-2668-4592-9FEE-0B06338F8538}" destId="{17F31114-506F-4D39-A1E0-1C028702BCDC}" srcOrd="0" destOrd="0" parTransId="{2FF47013-16AB-45C2-9A34-EBC57BE1A3C4}" sibTransId="{4A97E7F8-BDF9-4707-B4E9-D6D7EAE8E68D}"/>
    <dgm:cxn modelId="{67303A9B-6AF3-4C1A-A60C-2D24F46977A1}" srcId="{D5FA581E-03C8-477B-95A8-E79AC9F76753}" destId="{89CE0967-6C26-4735-B4D7-36050DEEF5E3}" srcOrd="0" destOrd="0" parTransId="{0144F39D-7E8D-4855-9606-D2158E74C8BF}" sibTransId="{A312DF72-4B02-4D35-ABC7-5FCC8DAA2FBB}"/>
    <dgm:cxn modelId="{6BDC2FEA-0869-43D6-9045-99B9DC9DAD75}" type="presOf" srcId="{D5FA581E-03C8-477B-95A8-E79AC9F76753}" destId="{478860E9-2327-4744-9DE5-EAEF99612C29}" srcOrd="0" destOrd="0" presId="urn:microsoft.com/office/officeart/2005/8/layout/vList6"/>
    <dgm:cxn modelId="{EA407029-3B0A-42AA-A69F-AEF79EB91220}" type="presOf" srcId="{89CE0967-6C26-4735-B4D7-36050DEEF5E3}" destId="{A448515B-F712-459E-8399-02AF23289899}" srcOrd="0" destOrd="0" presId="urn:microsoft.com/office/officeart/2005/8/layout/vList6"/>
    <dgm:cxn modelId="{4966A90C-CC53-47CD-B0DB-EC8EC094AA65}" srcId="{26A06F20-81EE-4271-AD50-2ECD80131731}" destId="{9934490A-2668-4592-9FEE-0B06338F8538}" srcOrd="1" destOrd="0" parTransId="{5B23F142-A3B8-4C34-BE63-4CB64A4BD65A}" sibTransId="{46453CD0-2682-41A0-8108-3B65628190B1}"/>
    <dgm:cxn modelId="{E7F53437-14C7-4A90-AA10-0832912CD8C6}" type="presOf" srcId="{607384DA-1C48-4485-B2E9-8D34E986F445}" destId="{53E5A8BC-AE52-46F8-9506-66583C53740D}" srcOrd="0" destOrd="1" presId="urn:microsoft.com/office/officeart/2005/8/layout/vList6"/>
    <dgm:cxn modelId="{D7A50245-3730-454F-B336-91BF6A510237}" type="presOf" srcId="{19AFA01A-DBC3-4560-A7D0-EAB94C311B25}" destId="{A448515B-F712-459E-8399-02AF23289899}" srcOrd="0" destOrd="1" presId="urn:microsoft.com/office/officeart/2005/8/layout/vList6"/>
    <dgm:cxn modelId="{6AC4161E-3C5E-499D-A306-6F18E08F3DFC}" type="presOf" srcId="{9934490A-2668-4592-9FEE-0B06338F8538}" destId="{7E550141-E31A-4842-9A06-90E22F200CE9}" srcOrd="0" destOrd="0" presId="urn:microsoft.com/office/officeart/2005/8/layout/vList6"/>
    <dgm:cxn modelId="{7902266B-21CE-457D-B539-B198DF085D73}" srcId="{D5FA581E-03C8-477B-95A8-E79AC9F76753}" destId="{19AFA01A-DBC3-4560-A7D0-EAB94C311B25}" srcOrd="1" destOrd="0" parTransId="{CDCA2B1E-C240-4D2A-BC60-EA6174783FB8}" sibTransId="{CA536A0D-09D0-4C72-B914-C2340701C432}"/>
    <dgm:cxn modelId="{6178D27B-7395-413C-BA5F-AE927412454A}" srcId="{26A06F20-81EE-4271-AD50-2ECD80131731}" destId="{D5FA581E-03C8-477B-95A8-E79AC9F76753}" srcOrd="0" destOrd="0" parTransId="{99D114AB-E9D6-40E3-B2F5-0AAE5B31E832}" sibTransId="{7E4F2069-C900-4C9E-B6E3-45E75238C856}"/>
    <dgm:cxn modelId="{F2E27167-0A6B-42F0-BCEC-1F7ACF0CC9AB}" type="presOf" srcId="{17F31114-506F-4D39-A1E0-1C028702BCDC}" destId="{53E5A8BC-AE52-46F8-9506-66583C53740D}" srcOrd="0" destOrd="0" presId="urn:microsoft.com/office/officeart/2005/8/layout/vList6"/>
    <dgm:cxn modelId="{8B9E183E-C5B0-456E-8D4E-CF458E9233FB}" srcId="{9934490A-2668-4592-9FEE-0B06338F8538}" destId="{607384DA-1C48-4485-B2E9-8D34E986F445}" srcOrd="1" destOrd="0" parTransId="{73DE4EFF-59C6-43A0-A696-F1843D5E8C39}" sibTransId="{DC29DFC4-2568-42CC-83EB-B68CD3D050DC}"/>
    <dgm:cxn modelId="{F0B76352-556F-44FB-8169-FC5D4AB44A49}" type="presOf" srcId="{26A06F20-81EE-4271-AD50-2ECD80131731}" destId="{8FF44EB8-0A09-4831-8B73-621B5E3B0AEB}" srcOrd="0" destOrd="0" presId="urn:microsoft.com/office/officeart/2005/8/layout/vList6"/>
    <dgm:cxn modelId="{5232608E-0A53-4E10-8436-F9AA039D7418}" type="presParOf" srcId="{8FF44EB8-0A09-4831-8B73-621B5E3B0AEB}" destId="{8E057E91-DEFD-432C-927C-FF0BF91E575F}" srcOrd="0" destOrd="0" presId="urn:microsoft.com/office/officeart/2005/8/layout/vList6"/>
    <dgm:cxn modelId="{8B0E9FF9-B2D5-4E28-A313-0F0A0DE26889}" type="presParOf" srcId="{8E057E91-DEFD-432C-927C-FF0BF91E575F}" destId="{478860E9-2327-4744-9DE5-EAEF99612C29}" srcOrd="0" destOrd="0" presId="urn:microsoft.com/office/officeart/2005/8/layout/vList6"/>
    <dgm:cxn modelId="{9AFB03EE-B97C-4FC0-AF6F-6E59AC7BDFD0}" type="presParOf" srcId="{8E057E91-DEFD-432C-927C-FF0BF91E575F}" destId="{A448515B-F712-459E-8399-02AF23289899}" srcOrd="1" destOrd="0" presId="urn:microsoft.com/office/officeart/2005/8/layout/vList6"/>
    <dgm:cxn modelId="{6128C44F-D50F-4FEB-9D00-058ACF02255D}" type="presParOf" srcId="{8FF44EB8-0A09-4831-8B73-621B5E3B0AEB}" destId="{1F17F493-9537-4C8D-91C4-429F6B2A7596}" srcOrd="1" destOrd="0" presId="urn:microsoft.com/office/officeart/2005/8/layout/vList6"/>
    <dgm:cxn modelId="{CBACB2CF-6302-49E8-B588-FA090BD20156}" type="presParOf" srcId="{8FF44EB8-0A09-4831-8B73-621B5E3B0AEB}" destId="{D35A4104-39B2-4780-AF4B-3DDADF2DD753}" srcOrd="2" destOrd="0" presId="urn:microsoft.com/office/officeart/2005/8/layout/vList6"/>
    <dgm:cxn modelId="{6E94BA1A-4151-4B51-937E-DE8C4A254CAF}" type="presParOf" srcId="{D35A4104-39B2-4780-AF4B-3DDADF2DD753}" destId="{7E550141-E31A-4842-9A06-90E22F200CE9}" srcOrd="0" destOrd="0" presId="urn:microsoft.com/office/officeart/2005/8/layout/vList6"/>
    <dgm:cxn modelId="{D3788AD5-53DD-4881-BC67-B496BB6C2317}" type="presParOf" srcId="{D35A4104-39B2-4780-AF4B-3DDADF2DD753}" destId="{53E5A8BC-AE52-46F8-9506-66583C53740D}" srcOrd="1" destOrd="0" presId="urn:microsoft.com/office/officeart/2005/8/layout/vList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9141641-B1C0-4FB5-82EB-07D1212E4615}" type="doc">
      <dgm:prSet loTypeId="urn:microsoft.com/office/officeart/2005/8/layout/pyramid2" loCatId="list" qsTypeId="urn:microsoft.com/office/officeart/2005/8/quickstyle/3d2" qsCatId="3D" csTypeId="urn:microsoft.com/office/officeart/2005/8/colors/accent0_3" csCatId="mainScheme" phldr="1"/>
      <dgm:spPr/>
    </dgm:pt>
    <dgm:pt modelId="{7617C003-AA4F-4BAE-B62B-0B2D2C5D820A}">
      <dgm:prSet phldrT="[Texte]"/>
      <dgm:spPr>
        <a:solidFill>
          <a:schemeClr val="tx2">
            <a:lumMod val="20000"/>
            <a:lumOff val="80000"/>
            <a:alpha val="90000"/>
          </a:schemeClr>
        </a:solidFill>
      </dgm:spPr>
      <dgm:t>
        <a:bodyPr/>
        <a:lstStyle/>
        <a:p>
          <a:r>
            <a:rPr lang="fr-FR" dirty="0" smtClean="0">
              <a:latin typeface="Times New Roman" pitchFamily="18" charset="0"/>
              <a:cs typeface="Times New Roman" pitchFamily="18" charset="0"/>
            </a:rPr>
            <a:t>C’est une offense matérielle, d’ordre sexuel, commise intentionnellement sur une personne non consentante, ou mineure de moins de 16 ans.</a:t>
          </a:r>
          <a:endParaRPr lang="fr-FR" dirty="0">
            <a:latin typeface="Times New Roman" pitchFamily="18" charset="0"/>
            <a:cs typeface="Times New Roman" pitchFamily="18" charset="0"/>
          </a:endParaRPr>
        </a:p>
      </dgm:t>
    </dgm:pt>
    <dgm:pt modelId="{D680A7FC-6A8F-456D-9BE8-A262FBA083AC}" type="parTrans" cxnId="{2800A7D0-B931-40B6-B9D0-F85B846286E3}">
      <dgm:prSet/>
      <dgm:spPr/>
      <dgm:t>
        <a:bodyPr/>
        <a:lstStyle/>
        <a:p>
          <a:endParaRPr lang="fr-FR"/>
        </a:p>
      </dgm:t>
    </dgm:pt>
    <dgm:pt modelId="{4D455227-A297-4F9C-8BBF-651FF0F319BE}" type="sibTrans" cxnId="{2800A7D0-B931-40B6-B9D0-F85B846286E3}">
      <dgm:prSet/>
      <dgm:spPr/>
      <dgm:t>
        <a:bodyPr/>
        <a:lstStyle/>
        <a:p>
          <a:endParaRPr lang="fr-FR"/>
        </a:p>
      </dgm:t>
    </dgm:pt>
    <dgm:pt modelId="{C336C971-FCEB-4CDC-8B2A-49F1450F81C0}">
      <dgm:prSet phldrT="[Texte]" custT="1"/>
      <dgm:spPr>
        <a:solidFill>
          <a:schemeClr val="tx2">
            <a:lumMod val="20000"/>
            <a:lumOff val="80000"/>
            <a:alpha val="90000"/>
          </a:schemeClr>
        </a:solidFill>
      </dgm:spPr>
      <dgm:t>
        <a:bodyPr/>
        <a:lstStyle/>
        <a:p>
          <a:r>
            <a:rPr lang="fr-FR" sz="1800" dirty="0" smtClean="0">
              <a:latin typeface="Times New Roman" pitchFamily="18" charset="0"/>
              <a:cs typeface="Times New Roman" pitchFamily="18" charset="0"/>
            </a:rPr>
            <a:t>Un tel attentat consiste dans le fait de commettre un acte impudique sur une personne contre sa volonté physique ou morale.</a:t>
          </a:r>
          <a:endParaRPr lang="fr-FR" sz="1800" dirty="0">
            <a:latin typeface="Times New Roman" pitchFamily="18" charset="0"/>
            <a:cs typeface="Times New Roman" pitchFamily="18" charset="0"/>
          </a:endParaRPr>
        </a:p>
      </dgm:t>
    </dgm:pt>
    <dgm:pt modelId="{7BFD4ECD-4E58-4A99-9A8A-DD18B808986E}" type="parTrans" cxnId="{AA3CD705-78CC-4577-8707-B56F5991713B}">
      <dgm:prSet/>
      <dgm:spPr/>
      <dgm:t>
        <a:bodyPr/>
        <a:lstStyle/>
        <a:p>
          <a:endParaRPr lang="fr-FR"/>
        </a:p>
      </dgm:t>
    </dgm:pt>
    <dgm:pt modelId="{82B50CBB-56DD-41D3-9FB7-0A88AB69CA6E}" type="sibTrans" cxnId="{AA3CD705-78CC-4577-8707-B56F5991713B}">
      <dgm:prSet/>
      <dgm:spPr/>
      <dgm:t>
        <a:bodyPr/>
        <a:lstStyle/>
        <a:p>
          <a:endParaRPr lang="fr-FR"/>
        </a:p>
      </dgm:t>
    </dgm:pt>
    <dgm:pt modelId="{758C4E59-7EB3-447A-AB4D-B2263F01AB0B}">
      <dgm:prSet phldrT="[Texte]" custT="1"/>
      <dgm:spPr>
        <a:solidFill>
          <a:schemeClr val="tx2">
            <a:lumMod val="20000"/>
            <a:lumOff val="80000"/>
            <a:alpha val="90000"/>
          </a:schemeClr>
        </a:solidFill>
      </dgm:spPr>
      <dgm:t>
        <a:bodyPr/>
        <a:lstStyle/>
        <a:p>
          <a:r>
            <a:rPr lang="fr-FR" sz="1800" dirty="0" smtClean="0">
              <a:latin typeface="Times New Roman" pitchFamily="18" charset="0"/>
              <a:cs typeface="Times New Roman" pitchFamily="18" charset="0"/>
            </a:rPr>
            <a:t>L’attentat peut consister en un attouchement sur les parties génitales avec les doigts, la bouche, la verge ou avec un corps étranger.</a:t>
          </a:r>
          <a:endParaRPr lang="fr-FR" sz="1800" dirty="0">
            <a:latin typeface="Times New Roman" pitchFamily="18" charset="0"/>
            <a:cs typeface="Times New Roman" pitchFamily="18" charset="0"/>
          </a:endParaRPr>
        </a:p>
      </dgm:t>
    </dgm:pt>
    <dgm:pt modelId="{EADCA775-B044-401C-874B-C17A3F3A510A}" type="parTrans" cxnId="{317B4D45-2222-4C8A-B148-7605E0C35385}">
      <dgm:prSet/>
      <dgm:spPr/>
      <dgm:t>
        <a:bodyPr/>
        <a:lstStyle/>
        <a:p>
          <a:endParaRPr lang="fr-FR"/>
        </a:p>
      </dgm:t>
    </dgm:pt>
    <dgm:pt modelId="{6627DD39-8991-4DE4-A3C7-2E059D31057E}" type="sibTrans" cxnId="{317B4D45-2222-4C8A-B148-7605E0C35385}">
      <dgm:prSet/>
      <dgm:spPr/>
      <dgm:t>
        <a:bodyPr/>
        <a:lstStyle/>
        <a:p>
          <a:endParaRPr lang="fr-FR"/>
        </a:p>
      </dgm:t>
    </dgm:pt>
    <dgm:pt modelId="{5D917017-AF3B-4B13-8C9E-CEB27F27D5FF}" type="pres">
      <dgm:prSet presAssocID="{69141641-B1C0-4FB5-82EB-07D1212E4615}" presName="compositeShape" presStyleCnt="0">
        <dgm:presLayoutVars>
          <dgm:dir/>
          <dgm:resizeHandles/>
        </dgm:presLayoutVars>
      </dgm:prSet>
      <dgm:spPr/>
    </dgm:pt>
    <dgm:pt modelId="{04C2CCE0-99B4-4EEE-BF06-AC9D91F8D8AB}" type="pres">
      <dgm:prSet presAssocID="{69141641-B1C0-4FB5-82EB-07D1212E4615}" presName="pyramid" presStyleLbl="node1" presStyleIdx="0" presStyleCnt="1"/>
      <dgm:spPr/>
    </dgm:pt>
    <dgm:pt modelId="{39269045-7783-4F2A-93ED-1C52A9BB57A3}" type="pres">
      <dgm:prSet presAssocID="{69141641-B1C0-4FB5-82EB-07D1212E4615}" presName="theList" presStyleCnt="0"/>
      <dgm:spPr/>
    </dgm:pt>
    <dgm:pt modelId="{CB259EC9-8DAC-49DE-BEE3-9F7845DE4782}" type="pres">
      <dgm:prSet presAssocID="{7617C003-AA4F-4BAE-B62B-0B2D2C5D820A}" presName="aNode" presStyleLbl="fgAcc1" presStyleIdx="0" presStyleCnt="3" custScaleX="172741">
        <dgm:presLayoutVars>
          <dgm:bulletEnabled val="1"/>
        </dgm:presLayoutVars>
      </dgm:prSet>
      <dgm:spPr/>
      <dgm:t>
        <a:bodyPr/>
        <a:lstStyle/>
        <a:p>
          <a:endParaRPr lang="fr-FR"/>
        </a:p>
      </dgm:t>
    </dgm:pt>
    <dgm:pt modelId="{0CB90E5F-F687-4468-91A4-FD2C314CD7E6}" type="pres">
      <dgm:prSet presAssocID="{7617C003-AA4F-4BAE-B62B-0B2D2C5D820A}" presName="aSpace" presStyleCnt="0"/>
      <dgm:spPr/>
    </dgm:pt>
    <dgm:pt modelId="{94EA8EEB-E614-4F01-AB6B-523F9FDDAB55}" type="pres">
      <dgm:prSet presAssocID="{C336C971-FCEB-4CDC-8B2A-49F1450F81C0}" presName="aNode" presStyleLbl="fgAcc1" presStyleIdx="1" presStyleCnt="3" custScaleX="174844">
        <dgm:presLayoutVars>
          <dgm:bulletEnabled val="1"/>
        </dgm:presLayoutVars>
      </dgm:prSet>
      <dgm:spPr/>
      <dgm:t>
        <a:bodyPr/>
        <a:lstStyle/>
        <a:p>
          <a:endParaRPr lang="fr-FR"/>
        </a:p>
      </dgm:t>
    </dgm:pt>
    <dgm:pt modelId="{C9EC22AC-084D-4027-9681-F513332B1CA8}" type="pres">
      <dgm:prSet presAssocID="{C336C971-FCEB-4CDC-8B2A-49F1450F81C0}" presName="aSpace" presStyleCnt="0"/>
      <dgm:spPr/>
    </dgm:pt>
    <dgm:pt modelId="{A7993CCC-FA6F-4A36-A353-56D7F5B23774}" type="pres">
      <dgm:prSet presAssocID="{758C4E59-7EB3-447A-AB4D-B2263F01AB0B}" presName="aNode" presStyleLbl="fgAcc1" presStyleIdx="2" presStyleCnt="3" custScaleX="171000">
        <dgm:presLayoutVars>
          <dgm:bulletEnabled val="1"/>
        </dgm:presLayoutVars>
      </dgm:prSet>
      <dgm:spPr/>
      <dgm:t>
        <a:bodyPr/>
        <a:lstStyle/>
        <a:p>
          <a:endParaRPr lang="fr-FR"/>
        </a:p>
      </dgm:t>
    </dgm:pt>
    <dgm:pt modelId="{70672694-F850-4D76-A80A-C117FA089913}" type="pres">
      <dgm:prSet presAssocID="{758C4E59-7EB3-447A-AB4D-B2263F01AB0B}" presName="aSpace" presStyleCnt="0"/>
      <dgm:spPr/>
    </dgm:pt>
  </dgm:ptLst>
  <dgm:cxnLst>
    <dgm:cxn modelId="{C45A4301-1A4F-446D-B259-A80453047189}" type="presOf" srcId="{758C4E59-7EB3-447A-AB4D-B2263F01AB0B}" destId="{A7993CCC-FA6F-4A36-A353-56D7F5B23774}" srcOrd="0" destOrd="0" presId="urn:microsoft.com/office/officeart/2005/8/layout/pyramid2"/>
    <dgm:cxn modelId="{AA3CD705-78CC-4577-8707-B56F5991713B}" srcId="{69141641-B1C0-4FB5-82EB-07D1212E4615}" destId="{C336C971-FCEB-4CDC-8B2A-49F1450F81C0}" srcOrd="1" destOrd="0" parTransId="{7BFD4ECD-4E58-4A99-9A8A-DD18B808986E}" sibTransId="{82B50CBB-56DD-41D3-9FB7-0A88AB69CA6E}"/>
    <dgm:cxn modelId="{E3DADC89-1AE7-485C-95DD-40A109DD7A60}" type="presOf" srcId="{69141641-B1C0-4FB5-82EB-07D1212E4615}" destId="{5D917017-AF3B-4B13-8C9E-CEB27F27D5FF}" srcOrd="0" destOrd="0" presId="urn:microsoft.com/office/officeart/2005/8/layout/pyramid2"/>
    <dgm:cxn modelId="{E41FE628-D900-45AC-839F-44A29CDBE67C}" type="presOf" srcId="{C336C971-FCEB-4CDC-8B2A-49F1450F81C0}" destId="{94EA8EEB-E614-4F01-AB6B-523F9FDDAB55}" srcOrd="0" destOrd="0" presId="urn:microsoft.com/office/officeart/2005/8/layout/pyramid2"/>
    <dgm:cxn modelId="{317B4D45-2222-4C8A-B148-7605E0C35385}" srcId="{69141641-B1C0-4FB5-82EB-07D1212E4615}" destId="{758C4E59-7EB3-447A-AB4D-B2263F01AB0B}" srcOrd="2" destOrd="0" parTransId="{EADCA775-B044-401C-874B-C17A3F3A510A}" sibTransId="{6627DD39-8991-4DE4-A3C7-2E059D31057E}"/>
    <dgm:cxn modelId="{BFB6C200-AA91-45CA-88D9-530170AD606C}" type="presOf" srcId="{7617C003-AA4F-4BAE-B62B-0B2D2C5D820A}" destId="{CB259EC9-8DAC-49DE-BEE3-9F7845DE4782}" srcOrd="0" destOrd="0" presId="urn:microsoft.com/office/officeart/2005/8/layout/pyramid2"/>
    <dgm:cxn modelId="{2800A7D0-B931-40B6-B9D0-F85B846286E3}" srcId="{69141641-B1C0-4FB5-82EB-07D1212E4615}" destId="{7617C003-AA4F-4BAE-B62B-0B2D2C5D820A}" srcOrd="0" destOrd="0" parTransId="{D680A7FC-6A8F-456D-9BE8-A262FBA083AC}" sibTransId="{4D455227-A297-4F9C-8BBF-651FF0F319BE}"/>
    <dgm:cxn modelId="{A28E56A0-C5D9-4132-8719-FF30C0D58A11}" type="presParOf" srcId="{5D917017-AF3B-4B13-8C9E-CEB27F27D5FF}" destId="{04C2CCE0-99B4-4EEE-BF06-AC9D91F8D8AB}" srcOrd="0" destOrd="0" presId="urn:microsoft.com/office/officeart/2005/8/layout/pyramid2"/>
    <dgm:cxn modelId="{036FDD5B-AF21-4296-8C22-90BEAA16C11C}" type="presParOf" srcId="{5D917017-AF3B-4B13-8C9E-CEB27F27D5FF}" destId="{39269045-7783-4F2A-93ED-1C52A9BB57A3}" srcOrd="1" destOrd="0" presId="urn:microsoft.com/office/officeart/2005/8/layout/pyramid2"/>
    <dgm:cxn modelId="{BA7EB687-2871-49E2-BD54-A7F60C30AA89}" type="presParOf" srcId="{39269045-7783-4F2A-93ED-1C52A9BB57A3}" destId="{CB259EC9-8DAC-49DE-BEE3-9F7845DE4782}" srcOrd="0" destOrd="0" presId="urn:microsoft.com/office/officeart/2005/8/layout/pyramid2"/>
    <dgm:cxn modelId="{1D7C2463-15C4-462F-9A5B-446093D04FD4}" type="presParOf" srcId="{39269045-7783-4F2A-93ED-1C52A9BB57A3}" destId="{0CB90E5F-F687-4468-91A4-FD2C314CD7E6}" srcOrd="1" destOrd="0" presId="urn:microsoft.com/office/officeart/2005/8/layout/pyramid2"/>
    <dgm:cxn modelId="{356DDB7F-1DFC-4317-8BE8-CFEF0B666566}" type="presParOf" srcId="{39269045-7783-4F2A-93ED-1C52A9BB57A3}" destId="{94EA8EEB-E614-4F01-AB6B-523F9FDDAB55}" srcOrd="2" destOrd="0" presId="urn:microsoft.com/office/officeart/2005/8/layout/pyramid2"/>
    <dgm:cxn modelId="{49B31F8D-4B5E-4F41-99DF-DDAEB9AAEFF4}" type="presParOf" srcId="{39269045-7783-4F2A-93ED-1C52A9BB57A3}" destId="{C9EC22AC-084D-4027-9681-F513332B1CA8}" srcOrd="3" destOrd="0" presId="urn:microsoft.com/office/officeart/2005/8/layout/pyramid2"/>
    <dgm:cxn modelId="{CB637E51-8993-4EE4-AEBC-45C8867F18F8}" type="presParOf" srcId="{39269045-7783-4F2A-93ED-1C52A9BB57A3}" destId="{A7993CCC-FA6F-4A36-A353-56D7F5B23774}" srcOrd="4" destOrd="0" presId="urn:microsoft.com/office/officeart/2005/8/layout/pyramid2"/>
    <dgm:cxn modelId="{9DF4CB84-648E-4135-93DD-FDF09CBB2839}" type="presParOf" srcId="{39269045-7783-4F2A-93ED-1C52A9BB57A3}" destId="{70672694-F850-4D76-A80A-C117FA089913}" srcOrd="5" destOrd="0" presId="urn:microsoft.com/office/officeart/2005/8/layout/pyramid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AA9D51B-8FC0-42D5-9A95-8E963A5279BB}" type="doc">
      <dgm:prSet loTypeId="urn:microsoft.com/office/officeart/2005/8/layout/hProcess3" loCatId="process" qsTypeId="urn:microsoft.com/office/officeart/2005/8/quickstyle/3d1" qsCatId="3D" csTypeId="urn:microsoft.com/office/officeart/2005/8/colors/accent0_3" csCatId="mainScheme" phldr="1"/>
      <dgm:spPr/>
    </dgm:pt>
    <dgm:pt modelId="{744540E6-D28A-41DB-8583-BB4E87C36082}">
      <dgm:prSet phldrT="[Texte]"/>
      <dgm:spPr/>
      <dgm:t>
        <a:bodyPr/>
        <a:lstStyle/>
        <a:p>
          <a:endParaRPr lang="fr-FR" dirty="0"/>
        </a:p>
      </dgm:t>
    </dgm:pt>
    <dgm:pt modelId="{F258BA1E-D3E8-4FAC-9DFF-D17EE2D1498B}" type="parTrans" cxnId="{87A9314F-52CE-4602-B921-774F3997B060}">
      <dgm:prSet/>
      <dgm:spPr/>
      <dgm:t>
        <a:bodyPr/>
        <a:lstStyle/>
        <a:p>
          <a:endParaRPr lang="fr-FR"/>
        </a:p>
      </dgm:t>
    </dgm:pt>
    <dgm:pt modelId="{63DCF310-317C-456E-A4B2-9A74D9231265}" type="sibTrans" cxnId="{87A9314F-52CE-4602-B921-774F3997B060}">
      <dgm:prSet/>
      <dgm:spPr/>
      <dgm:t>
        <a:bodyPr/>
        <a:lstStyle/>
        <a:p>
          <a:endParaRPr lang="fr-FR"/>
        </a:p>
      </dgm:t>
    </dgm:pt>
    <dgm:pt modelId="{A99A890B-C0C5-402F-BC74-E42FD88C89E3}">
      <dgm:prSet phldrT="[Texte]"/>
      <dgm:spPr/>
      <dgm:t>
        <a:bodyPr/>
        <a:lstStyle/>
        <a:p>
          <a:r>
            <a:rPr lang="fr-FR" dirty="0" smtClean="0">
              <a:solidFill>
                <a:schemeClr val="bg1"/>
              </a:solidFill>
            </a:rPr>
            <a:t>« C ‘est un acte impudique ou contre nature »</a:t>
          </a:r>
          <a:endParaRPr lang="fr-FR" dirty="0">
            <a:solidFill>
              <a:schemeClr val="bg1"/>
            </a:solidFill>
          </a:endParaRPr>
        </a:p>
      </dgm:t>
    </dgm:pt>
    <dgm:pt modelId="{43B1B5C4-B16A-42BD-BDF3-52B902BB8F78}" type="parTrans" cxnId="{74B1A85F-F5FB-4A9C-BF9B-960330D43174}">
      <dgm:prSet/>
      <dgm:spPr/>
      <dgm:t>
        <a:bodyPr/>
        <a:lstStyle/>
        <a:p>
          <a:endParaRPr lang="fr-FR"/>
        </a:p>
      </dgm:t>
    </dgm:pt>
    <dgm:pt modelId="{EF670C9C-A318-4933-9AC8-3D5CD1EAF3BE}" type="sibTrans" cxnId="{74B1A85F-F5FB-4A9C-BF9B-960330D43174}">
      <dgm:prSet/>
      <dgm:spPr/>
      <dgm:t>
        <a:bodyPr/>
        <a:lstStyle/>
        <a:p>
          <a:endParaRPr lang="fr-FR"/>
        </a:p>
      </dgm:t>
    </dgm:pt>
    <dgm:pt modelId="{EF8415E0-1232-4A8D-8A51-959DE00E8A19}" type="pres">
      <dgm:prSet presAssocID="{8AA9D51B-8FC0-42D5-9A95-8E963A5279BB}" presName="Name0" presStyleCnt="0">
        <dgm:presLayoutVars>
          <dgm:dir/>
          <dgm:animLvl val="lvl"/>
          <dgm:resizeHandles val="exact"/>
        </dgm:presLayoutVars>
      </dgm:prSet>
      <dgm:spPr/>
    </dgm:pt>
    <dgm:pt modelId="{DBE2B8F0-1CAA-47DC-BC80-05173C94A6ED}" type="pres">
      <dgm:prSet presAssocID="{8AA9D51B-8FC0-42D5-9A95-8E963A5279BB}" presName="dummy" presStyleCnt="0"/>
      <dgm:spPr/>
    </dgm:pt>
    <dgm:pt modelId="{F837C773-4697-4D2F-AEE6-67BED9EDFC45}" type="pres">
      <dgm:prSet presAssocID="{8AA9D51B-8FC0-42D5-9A95-8E963A5279BB}" presName="linH" presStyleCnt="0"/>
      <dgm:spPr/>
    </dgm:pt>
    <dgm:pt modelId="{DAE9239A-EBC9-4EB0-97B7-E22BD0546F8D}" type="pres">
      <dgm:prSet presAssocID="{8AA9D51B-8FC0-42D5-9A95-8E963A5279BB}" presName="padding1" presStyleCnt="0"/>
      <dgm:spPr/>
    </dgm:pt>
    <dgm:pt modelId="{8BAF7662-70CC-472E-9282-6345B5CBF8D8}" type="pres">
      <dgm:prSet presAssocID="{744540E6-D28A-41DB-8583-BB4E87C36082}" presName="linV" presStyleCnt="0"/>
      <dgm:spPr/>
    </dgm:pt>
    <dgm:pt modelId="{952D0140-01B3-410F-9E6E-ED5DE82B80F2}" type="pres">
      <dgm:prSet presAssocID="{744540E6-D28A-41DB-8583-BB4E87C36082}" presName="spVertical1" presStyleCnt="0"/>
      <dgm:spPr/>
    </dgm:pt>
    <dgm:pt modelId="{84FACC52-AE58-4368-8003-1065F563CB7C}" type="pres">
      <dgm:prSet presAssocID="{744540E6-D28A-41DB-8583-BB4E87C36082}" presName="parTx" presStyleLbl="revTx" presStyleIdx="0" presStyleCnt="2">
        <dgm:presLayoutVars>
          <dgm:chMax val="0"/>
          <dgm:chPref val="0"/>
          <dgm:bulletEnabled val="1"/>
        </dgm:presLayoutVars>
      </dgm:prSet>
      <dgm:spPr/>
      <dgm:t>
        <a:bodyPr/>
        <a:lstStyle/>
        <a:p>
          <a:endParaRPr lang="fr-FR"/>
        </a:p>
      </dgm:t>
    </dgm:pt>
    <dgm:pt modelId="{F0D9ECD4-83A7-4D21-9B82-29097880E9F8}" type="pres">
      <dgm:prSet presAssocID="{744540E6-D28A-41DB-8583-BB4E87C36082}" presName="spVertical2" presStyleCnt="0"/>
      <dgm:spPr/>
    </dgm:pt>
    <dgm:pt modelId="{BFAC8993-4813-4C31-9729-DE95D263A852}" type="pres">
      <dgm:prSet presAssocID="{744540E6-D28A-41DB-8583-BB4E87C36082}" presName="spVertical3" presStyleCnt="0"/>
      <dgm:spPr/>
    </dgm:pt>
    <dgm:pt modelId="{6484335D-B378-44EC-AFE0-169BD00C19D1}" type="pres">
      <dgm:prSet presAssocID="{63DCF310-317C-456E-A4B2-9A74D9231265}" presName="space" presStyleCnt="0"/>
      <dgm:spPr/>
    </dgm:pt>
    <dgm:pt modelId="{69FB5138-7DBF-4C4B-8968-08A4F6543147}" type="pres">
      <dgm:prSet presAssocID="{A99A890B-C0C5-402F-BC74-E42FD88C89E3}" presName="linV" presStyleCnt="0"/>
      <dgm:spPr/>
    </dgm:pt>
    <dgm:pt modelId="{AB11334A-9455-4D25-9A53-1BB4C77986EC}" type="pres">
      <dgm:prSet presAssocID="{A99A890B-C0C5-402F-BC74-E42FD88C89E3}" presName="spVertical1" presStyleCnt="0"/>
      <dgm:spPr/>
    </dgm:pt>
    <dgm:pt modelId="{BE80F000-1A08-4C0D-9FBC-BB00104EBDF8}" type="pres">
      <dgm:prSet presAssocID="{A99A890B-C0C5-402F-BC74-E42FD88C89E3}" presName="parTx" presStyleLbl="revTx" presStyleIdx="1" presStyleCnt="2" custScaleX="241555" custLinFactNeighborX="-93339" custLinFactNeighborY="7010">
        <dgm:presLayoutVars>
          <dgm:chMax val="0"/>
          <dgm:chPref val="0"/>
          <dgm:bulletEnabled val="1"/>
        </dgm:presLayoutVars>
      </dgm:prSet>
      <dgm:spPr/>
      <dgm:t>
        <a:bodyPr/>
        <a:lstStyle/>
        <a:p>
          <a:endParaRPr lang="fr-FR"/>
        </a:p>
      </dgm:t>
    </dgm:pt>
    <dgm:pt modelId="{ABC7540D-961F-402A-864E-CE034DE13FB6}" type="pres">
      <dgm:prSet presAssocID="{A99A890B-C0C5-402F-BC74-E42FD88C89E3}" presName="spVertical2" presStyleCnt="0"/>
      <dgm:spPr/>
    </dgm:pt>
    <dgm:pt modelId="{9B812A2A-0B8C-4FF5-8A62-9E4D244F4F90}" type="pres">
      <dgm:prSet presAssocID="{A99A890B-C0C5-402F-BC74-E42FD88C89E3}" presName="spVertical3" presStyleCnt="0"/>
      <dgm:spPr/>
    </dgm:pt>
    <dgm:pt modelId="{9DEFAEB7-943A-4371-9D4F-F062CC0B7E93}" type="pres">
      <dgm:prSet presAssocID="{8AA9D51B-8FC0-42D5-9A95-8E963A5279BB}" presName="padding2" presStyleCnt="0"/>
      <dgm:spPr/>
    </dgm:pt>
    <dgm:pt modelId="{BF226C89-6292-4AFF-BB24-58B470A0E402}" type="pres">
      <dgm:prSet presAssocID="{8AA9D51B-8FC0-42D5-9A95-8E963A5279BB}" presName="negArrow" presStyleCnt="0"/>
      <dgm:spPr/>
    </dgm:pt>
    <dgm:pt modelId="{9A741833-4B2B-438F-9C6D-DC3FCBB5E5C5}" type="pres">
      <dgm:prSet presAssocID="{8AA9D51B-8FC0-42D5-9A95-8E963A5279BB}" presName="backgroundArrow" presStyleLbl="node1" presStyleIdx="0" presStyleCnt="1"/>
      <dgm:spPr/>
    </dgm:pt>
  </dgm:ptLst>
  <dgm:cxnLst>
    <dgm:cxn modelId="{30AF7D5F-743B-4555-92BC-E84E877E6644}" type="presOf" srcId="{A99A890B-C0C5-402F-BC74-E42FD88C89E3}" destId="{BE80F000-1A08-4C0D-9FBC-BB00104EBDF8}" srcOrd="0" destOrd="0" presId="urn:microsoft.com/office/officeart/2005/8/layout/hProcess3"/>
    <dgm:cxn modelId="{D6F29EF8-7D96-4593-9847-041B7B5D8AC9}" type="presOf" srcId="{8AA9D51B-8FC0-42D5-9A95-8E963A5279BB}" destId="{EF8415E0-1232-4A8D-8A51-959DE00E8A19}" srcOrd="0" destOrd="0" presId="urn:microsoft.com/office/officeart/2005/8/layout/hProcess3"/>
    <dgm:cxn modelId="{87A9314F-52CE-4602-B921-774F3997B060}" srcId="{8AA9D51B-8FC0-42D5-9A95-8E963A5279BB}" destId="{744540E6-D28A-41DB-8583-BB4E87C36082}" srcOrd="0" destOrd="0" parTransId="{F258BA1E-D3E8-4FAC-9DFF-D17EE2D1498B}" sibTransId="{63DCF310-317C-456E-A4B2-9A74D9231265}"/>
    <dgm:cxn modelId="{74B1A85F-F5FB-4A9C-BF9B-960330D43174}" srcId="{8AA9D51B-8FC0-42D5-9A95-8E963A5279BB}" destId="{A99A890B-C0C5-402F-BC74-E42FD88C89E3}" srcOrd="1" destOrd="0" parTransId="{43B1B5C4-B16A-42BD-BDF3-52B902BB8F78}" sibTransId="{EF670C9C-A318-4933-9AC8-3D5CD1EAF3BE}"/>
    <dgm:cxn modelId="{2DAF820B-983E-45A8-85F1-26DD60F31CBE}" type="presOf" srcId="{744540E6-D28A-41DB-8583-BB4E87C36082}" destId="{84FACC52-AE58-4368-8003-1065F563CB7C}" srcOrd="0" destOrd="0" presId="urn:microsoft.com/office/officeart/2005/8/layout/hProcess3"/>
    <dgm:cxn modelId="{72F5CD3F-D387-4670-A206-2D62A666D091}" type="presParOf" srcId="{EF8415E0-1232-4A8D-8A51-959DE00E8A19}" destId="{DBE2B8F0-1CAA-47DC-BC80-05173C94A6ED}" srcOrd="0" destOrd="0" presId="urn:microsoft.com/office/officeart/2005/8/layout/hProcess3"/>
    <dgm:cxn modelId="{26819EBC-A93E-4D2B-9597-AF1A5A1B3161}" type="presParOf" srcId="{EF8415E0-1232-4A8D-8A51-959DE00E8A19}" destId="{F837C773-4697-4D2F-AEE6-67BED9EDFC45}" srcOrd="1" destOrd="0" presId="urn:microsoft.com/office/officeart/2005/8/layout/hProcess3"/>
    <dgm:cxn modelId="{C6272847-5C47-4EEB-9821-67CB1F33F8EA}" type="presParOf" srcId="{F837C773-4697-4D2F-AEE6-67BED9EDFC45}" destId="{DAE9239A-EBC9-4EB0-97B7-E22BD0546F8D}" srcOrd="0" destOrd="0" presId="urn:microsoft.com/office/officeart/2005/8/layout/hProcess3"/>
    <dgm:cxn modelId="{9C44A9F9-383E-4B7E-8473-B3418582BA10}" type="presParOf" srcId="{F837C773-4697-4D2F-AEE6-67BED9EDFC45}" destId="{8BAF7662-70CC-472E-9282-6345B5CBF8D8}" srcOrd="1" destOrd="0" presId="urn:microsoft.com/office/officeart/2005/8/layout/hProcess3"/>
    <dgm:cxn modelId="{D5308103-1ED3-4DE3-95B3-BF983F8417DA}" type="presParOf" srcId="{8BAF7662-70CC-472E-9282-6345B5CBF8D8}" destId="{952D0140-01B3-410F-9E6E-ED5DE82B80F2}" srcOrd="0" destOrd="0" presId="urn:microsoft.com/office/officeart/2005/8/layout/hProcess3"/>
    <dgm:cxn modelId="{309F7CFD-7160-4513-8DC7-DD25C3F72DF5}" type="presParOf" srcId="{8BAF7662-70CC-472E-9282-6345B5CBF8D8}" destId="{84FACC52-AE58-4368-8003-1065F563CB7C}" srcOrd="1" destOrd="0" presId="urn:microsoft.com/office/officeart/2005/8/layout/hProcess3"/>
    <dgm:cxn modelId="{20CCC721-025D-4CF0-B4E2-A8FCFE96E307}" type="presParOf" srcId="{8BAF7662-70CC-472E-9282-6345B5CBF8D8}" destId="{F0D9ECD4-83A7-4D21-9B82-29097880E9F8}" srcOrd="2" destOrd="0" presId="urn:microsoft.com/office/officeart/2005/8/layout/hProcess3"/>
    <dgm:cxn modelId="{3CE3C7DB-D8F9-4C7B-8622-F163D38FF750}" type="presParOf" srcId="{8BAF7662-70CC-472E-9282-6345B5CBF8D8}" destId="{BFAC8993-4813-4C31-9729-DE95D263A852}" srcOrd="3" destOrd="0" presId="urn:microsoft.com/office/officeart/2005/8/layout/hProcess3"/>
    <dgm:cxn modelId="{965EAD93-5FB9-468B-B2B4-76F041BE23C5}" type="presParOf" srcId="{F837C773-4697-4D2F-AEE6-67BED9EDFC45}" destId="{6484335D-B378-44EC-AFE0-169BD00C19D1}" srcOrd="2" destOrd="0" presId="urn:microsoft.com/office/officeart/2005/8/layout/hProcess3"/>
    <dgm:cxn modelId="{E2FB5F06-4A1E-4601-91AA-ED84341F117A}" type="presParOf" srcId="{F837C773-4697-4D2F-AEE6-67BED9EDFC45}" destId="{69FB5138-7DBF-4C4B-8968-08A4F6543147}" srcOrd="3" destOrd="0" presId="urn:microsoft.com/office/officeart/2005/8/layout/hProcess3"/>
    <dgm:cxn modelId="{6F7B154C-5C04-4712-AE0B-21F157439083}" type="presParOf" srcId="{69FB5138-7DBF-4C4B-8968-08A4F6543147}" destId="{AB11334A-9455-4D25-9A53-1BB4C77986EC}" srcOrd="0" destOrd="0" presId="urn:microsoft.com/office/officeart/2005/8/layout/hProcess3"/>
    <dgm:cxn modelId="{179B8E94-8DB3-4F46-B4D3-8021C6B7D685}" type="presParOf" srcId="{69FB5138-7DBF-4C4B-8968-08A4F6543147}" destId="{BE80F000-1A08-4C0D-9FBC-BB00104EBDF8}" srcOrd="1" destOrd="0" presId="urn:microsoft.com/office/officeart/2005/8/layout/hProcess3"/>
    <dgm:cxn modelId="{6729FEA7-3C39-4F73-B262-5FB2BECA845A}" type="presParOf" srcId="{69FB5138-7DBF-4C4B-8968-08A4F6543147}" destId="{ABC7540D-961F-402A-864E-CE034DE13FB6}" srcOrd="2" destOrd="0" presId="urn:microsoft.com/office/officeart/2005/8/layout/hProcess3"/>
    <dgm:cxn modelId="{50B64181-7D16-42AA-B020-5C4C9973F035}" type="presParOf" srcId="{69FB5138-7DBF-4C4B-8968-08A4F6543147}" destId="{9B812A2A-0B8C-4FF5-8A62-9E4D244F4F90}" srcOrd="3" destOrd="0" presId="urn:microsoft.com/office/officeart/2005/8/layout/hProcess3"/>
    <dgm:cxn modelId="{A33F4168-049E-4C0F-95C5-D24620A6CF2E}" type="presParOf" srcId="{F837C773-4697-4D2F-AEE6-67BED9EDFC45}" destId="{9DEFAEB7-943A-4371-9D4F-F062CC0B7E93}" srcOrd="4" destOrd="0" presId="urn:microsoft.com/office/officeart/2005/8/layout/hProcess3"/>
    <dgm:cxn modelId="{E64E33A6-E65B-495B-92B6-2A3AB4311594}" type="presParOf" srcId="{F837C773-4697-4D2F-AEE6-67BED9EDFC45}" destId="{BF226C89-6292-4AFF-BB24-58B470A0E402}" srcOrd="5" destOrd="0" presId="urn:microsoft.com/office/officeart/2005/8/layout/hProcess3"/>
    <dgm:cxn modelId="{F19C662A-F2AA-494D-9911-CD92075553E3}" type="presParOf" srcId="{F837C773-4697-4D2F-AEE6-67BED9EDFC45}" destId="{9A741833-4B2B-438F-9C6D-DC3FCBB5E5C5}" srcOrd="6" destOrd="0" presId="urn:microsoft.com/office/officeart/2005/8/layout/hProcess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741354E-FB20-48AF-8C73-83CEDEF469A1}" type="doc">
      <dgm:prSet loTypeId="urn:microsoft.com/office/officeart/2005/8/layout/hList3" loCatId="list" qsTypeId="urn:microsoft.com/office/officeart/2005/8/quickstyle/3d2" qsCatId="3D" csTypeId="urn:microsoft.com/office/officeart/2005/8/colors/accent0_3" csCatId="mainScheme" phldr="1"/>
      <dgm:spPr/>
      <dgm:t>
        <a:bodyPr/>
        <a:lstStyle/>
        <a:p>
          <a:endParaRPr lang="fr-FR"/>
        </a:p>
      </dgm:t>
    </dgm:pt>
    <dgm:pt modelId="{701F414E-64FC-4BA4-8C5D-8D866D57BA54}">
      <dgm:prSet phldrT="[Texte]" custT="1"/>
      <dgm:spPr>
        <a:solidFill>
          <a:schemeClr val="accent2">
            <a:lumMod val="75000"/>
          </a:schemeClr>
        </a:solidFill>
      </dgm:spPr>
      <dgm:t>
        <a:bodyPr/>
        <a:lstStyle/>
        <a:p>
          <a:r>
            <a:rPr lang="fr-FR" sz="3600" b="0" u="none" dirty="0" smtClean="0">
              <a:latin typeface="Times New Roman" pitchFamily="18" charset="0"/>
              <a:cs typeface="Times New Roman" pitchFamily="18" charset="0"/>
            </a:rPr>
            <a:t>1- LA PEDERASTIE  AIGUE  </a:t>
          </a:r>
        </a:p>
        <a:p>
          <a:r>
            <a:rPr lang="fr-FR" sz="3600" b="0" u="none" dirty="0" smtClean="0">
              <a:latin typeface="Times New Roman" pitchFamily="18" charset="0"/>
              <a:cs typeface="Times New Roman" pitchFamily="18" charset="0"/>
            </a:rPr>
            <a:t>OU  ACTE CONTRE NATURE :</a:t>
          </a:r>
          <a:endParaRPr lang="fr-FR" sz="3600" b="0" u="none" dirty="0">
            <a:latin typeface="Times New Roman" pitchFamily="18" charset="0"/>
            <a:cs typeface="Times New Roman" pitchFamily="18" charset="0"/>
          </a:endParaRPr>
        </a:p>
      </dgm:t>
    </dgm:pt>
    <dgm:pt modelId="{2AC5657C-4F08-406C-B816-B081AFE982E0}" type="parTrans" cxnId="{C0B53284-AB0D-44DC-BA73-74B61DD52E96}">
      <dgm:prSet/>
      <dgm:spPr/>
      <dgm:t>
        <a:bodyPr/>
        <a:lstStyle/>
        <a:p>
          <a:endParaRPr lang="fr-FR"/>
        </a:p>
      </dgm:t>
    </dgm:pt>
    <dgm:pt modelId="{1F129BD2-F765-4A6B-B042-E90DD9A8F999}" type="sibTrans" cxnId="{C0B53284-AB0D-44DC-BA73-74B61DD52E96}">
      <dgm:prSet/>
      <dgm:spPr/>
      <dgm:t>
        <a:bodyPr/>
        <a:lstStyle/>
        <a:p>
          <a:endParaRPr lang="fr-FR"/>
        </a:p>
      </dgm:t>
    </dgm:pt>
    <dgm:pt modelId="{62CF9278-403C-42F5-913A-7214879A3F8F}">
      <dgm:prSet phldrT="[Texte]"/>
      <dgm:spPr/>
      <dgm:t>
        <a:bodyPr/>
        <a:lstStyle/>
        <a:p>
          <a:r>
            <a:rPr lang="fr-FR" dirty="0" smtClean="0">
              <a:latin typeface="Times New Roman" pitchFamily="18" charset="0"/>
              <a:cs typeface="Times New Roman" pitchFamily="18" charset="0"/>
            </a:rPr>
            <a:t>Il correspond à une effraction anale récente à la suite d’un acte contre nature.</a:t>
          </a:r>
          <a:endParaRPr lang="fr-FR" dirty="0">
            <a:latin typeface="Times New Roman" pitchFamily="18" charset="0"/>
            <a:cs typeface="Times New Roman" pitchFamily="18" charset="0"/>
          </a:endParaRPr>
        </a:p>
      </dgm:t>
    </dgm:pt>
    <dgm:pt modelId="{E526981F-2C82-40DA-97C8-5C72FE6AF01C}" type="parTrans" cxnId="{75913E47-6178-4677-8B83-E457D359B032}">
      <dgm:prSet/>
      <dgm:spPr/>
      <dgm:t>
        <a:bodyPr/>
        <a:lstStyle/>
        <a:p>
          <a:endParaRPr lang="fr-FR"/>
        </a:p>
      </dgm:t>
    </dgm:pt>
    <dgm:pt modelId="{A8B7067D-DFD8-4DED-8A4E-70AA4FA39C19}" type="sibTrans" cxnId="{75913E47-6178-4677-8B83-E457D359B032}">
      <dgm:prSet/>
      <dgm:spPr/>
      <dgm:t>
        <a:bodyPr/>
        <a:lstStyle/>
        <a:p>
          <a:endParaRPr lang="fr-FR"/>
        </a:p>
      </dgm:t>
    </dgm:pt>
    <dgm:pt modelId="{3829367B-C3F7-440C-8461-563ADDD79E50}">
      <dgm:prSet phldrT="[Texte]"/>
      <dgm:spPr/>
      <dgm:t>
        <a:bodyPr/>
        <a:lstStyle/>
        <a:p>
          <a:r>
            <a:rPr lang="fr-FR" dirty="0" smtClean="0">
              <a:latin typeface="Times New Roman" pitchFamily="18" charset="0"/>
              <a:cs typeface="Times New Roman" pitchFamily="18" charset="0"/>
            </a:rPr>
            <a:t>Le franchissement forcé du sphincter en contracture défensive réalise un véritable traumatisme qui provoque souvent des lésions significatives.</a:t>
          </a:r>
        </a:p>
        <a:p>
          <a:endParaRPr lang="fr-FR" dirty="0"/>
        </a:p>
      </dgm:t>
    </dgm:pt>
    <dgm:pt modelId="{F04B80DE-03F3-46F7-909D-33A3193E2144}" type="parTrans" cxnId="{F0DE189E-E058-4DBB-9ADA-E4EF79C83A41}">
      <dgm:prSet/>
      <dgm:spPr/>
      <dgm:t>
        <a:bodyPr/>
        <a:lstStyle/>
        <a:p>
          <a:endParaRPr lang="fr-FR"/>
        </a:p>
      </dgm:t>
    </dgm:pt>
    <dgm:pt modelId="{EA5B5668-3B32-4D95-AF1B-D12791279590}" type="sibTrans" cxnId="{F0DE189E-E058-4DBB-9ADA-E4EF79C83A41}">
      <dgm:prSet/>
      <dgm:spPr/>
      <dgm:t>
        <a:bodyPr/>
        <a:lstStyle/>
        <a:p>
          <a:endParaRPr lang="fr-FR"/>
        </a:p>
      </dgm:t>
    </dgm:pt>
    <dgm:pt modelId="{4ADCAC87-D8A2-44D3-9118-32137A4564B2}" type="pres">
      <dgm:prSet presAssocID="{C741354E-FB20-48AF-8C73-83CEDEF469A1}" presName="composite" presStyleCnt="0">
        <dgm:presLayoutVars>
          <dgm:chMax val="1"/>
          <dgm:dir/>
          <dgm:resizeHandles val="exact"/>
        </dgm:presLayoutVars>
      </dgm:prSet>
      <dgm:spPr/>
      <dgm:t>
        <a:bodyPr/>
        <a:lstStyle/>
        <a:p>
          <a:endParaRPr lang="fr-FR"/>
        </a:p>
      </dgm:t>
    </dgm:pt>
    <dgm:pt modelId="{4BE28A89-D56F-45AC-BBCE-4E9E14CC400C}" type="pres">
      <dgm:prSet presAssocID="{701F414E-64FC-4BA4-8C5D-8D866D57BA54}" presName="roof" presStyleLbl="dkBgShp" presStyleIdx="0" presStyleCnt="2"/>
      <dgm:spPr/>
      <dgm:t>
        <a:bodyPr/>
        <a:lstStyle/>
        <a:p>
          <a:endParaRPr lang="fr-FR"/>
        </a:p>
      </dgm:t>
    </dgm:pt>
    <dgm:pt modelId="{9C014887-6D82-4804-A4B7-E370EB49A4EF}" type="pres">
      <dgm:prSet presAssocID="{701F414E-64FC-4BA4-8C5D-8D866D57BA54}" presName="pillars" presStyleCnt="0"/>
      <dgm:spPr/>
    </dgm:pt>
    <dgm:pt modelId="{62DB8E95-4222-42FD-8A85-DE37F1D78158}" type="pres">
      <dgm:prSet presAssocID="{701F414E-64FC-4BA4-8C5D-8D866D57BA54}" presName="pillar1" presStyleLbl="node1" presStyleIdx="0" presStyleCnt="2">
        <dgm:presLayoutVars>
          <dgm:bulletEnabled val="1"/>
        </dgm:presLayoutVars>
      </dgm:prSet>
      <dgm:spPr/>
      <dgm:t>
        <a:bodyPr/>
        <a:lstStyle/>
        <a:p>
          <a:endParaRPr lang="fr-FR"/>
        </a:p>
      </dgm:t>
    </dgm:pt>
    <dgm:pt modelId="{90B82B4F-0836-4087-AFE4-B6D076D84F9D}" type="pres">
      <dgm:prSet presAssocID="{3829367B-C3F7-440C-8461-563ADDD79E50}" presName="pillarX" presStyleLbl="node1" presStyleIdx="1" presStyleCnt="2">
        <dgm:presLayoutVars>
          <dgm:bulletEnabled val="1"/>
        </dgm:presLayoutVars>
      </dgm:prSet>
      <dgm:spPr/>
      <dgm:t>
        <a:bodyPr/>
        <a:lstStyle/>
        <a:p>
          <a:endParaRPr lang="fr-FR"/>
        </a:p>
      </dgm:t>
    </dgm:pt>
    <dgm:pt modelId="{1D19C04D-62D9-482D-8683-6396B690B912}" type="pres">
      <dgm:prSet presAssocID="{701F414E-64FC-4BA4-8C5D-8D866D57BA54}" presName="base" presStyleLbl="dkBgShp" presStyleIdx="1" presStyleCnt="2"/>
      <dgm:spPr/>
    </dgm:pt>
  </dgm:ptLst>
  <dgm:cxnLst>
    <dgm:cxn modelId="{DA48C351-5EDE-4738-BBE3-9F195562BABE}" type="presOf" srcId="{3829367B-C3F7-440C-8461-563ADDD79E50}" destId="{90B82B4F-0836-4087-AFE4-B6D076D84F9D}" srcOrd="0" destOrd="0" presId="urn:microsoft.com/office/officeart/2005/8/layout/hList3"/>
    <dgm:cxn modelId="{8489CB32-7F41-4281-A1CE-8D3AA344127F}" type="presOf" srcId="{C741354E-FB20-48AF-8C73-83CEDEF469A1}" destId="{4ADCAC87-D8A2-44D3-9118-32137A4564B2}" srcOrd="0" destOrd="0" presId="urn:microsoft.com/office/officeart/2005/8/layout/hList3"/>
    <dgm:cxn modelId="{75913E47-6178-4677-8B83-E457D359B032}" srcId="{701F414E-64FC-4BA4-8C5D-8D866D57BA54}" destId="{62CF9278-403C-42F5-913A-7214879A3F8F}" srcOrd="0" destOrd="0" parTransId="{E526981F-2C82-40DA-97C8-5C72FE6AF01C}" sibTransId="{A8B7067D-DFD8-4DED-8A4E-70AA4FA39C19}"/>
    <dgm:cxn modelId="{10D25B0B-63AD-4733-9982-68E95DD9A3AC}" type="presOf" srcId="{701F414E-64FC-4BA4-8C5D-8D866D57BA54}" destId="{4BE28A89-D56F-45AC-BBCE-4E9E14CC400C}" srcOrd="0" destOrd="0" presId="urn:microsoft.com/office/officeart/2005/8/layout/hList3"/>
    <dgm:cxn modelId="{C0B53284-AB0D-44DC-BA73-74B61DD52E96}" srcId="{C741354E-FB20-48AF-8C73-83CEDEF469A1}" destId="{701F414E-64FC-4BA4-8C5D-8D866D57BA54}" srcOrd="0" destOrd="0" parTransId="{2AC5657C-4F08-406C-B816-B081AFE982E0}" sibTransId="{1F129BD2-F765-4A6B-B042-E90DD9A8F999}"/>
    <dgm:cxn modelId="{F0DE189E-E058-4DBB-9ADA-E4EF79C83A41}" srcId="{701F414E-64FC-4BA4-8C5D-8D866D57BA54}" destId="{3829367B-C3F7-440C-8461-563ADDD79E50}" srcOrd="1" destOrd="0" parTransId="{F04B80DE-03F3-46F7-909D-33A3193E2144}" sibTransId="{EA5B5668-3B32-4D95-AF1B-D12791279590}"/>
    <dgm:cxn modelId="{ED53DC3B-387C-4789-8D0C-4F7F59D504A0}" type="presOf" srcId="{62CF9278-403C-42F5-913A-7214879A3F8F}" destId="{62DB8E95-4222-42FD-8A85-DE37F1D78158}" srcOrd="0" destOrd="0" presId="urn:microsoft.com/office/officeart/2005/8/layout/hList3"/>
    <dgm:cxn modelId="{84A83A50-101D-43DC-8B54-82AC32005A6D}" type="presParOf" srcId="{4ADCAC87-D8A2-44D3-9118-32137A4564B2}" destId="{4BE28A89-D56F-45AC-BBCE-4E9E14CC400C}" srcOrd="0" destOrd="0" presId="urn:microsoft.com/office/officeart/2005/8/layout/hList3"/>
    <dgm:cxn modelId="{11E2C2C2-19E0-4BF3-8591-76DCBDA4B716}" type="presParOf" srcId="{4ADCAC87-D8A2-44D3-9118-32137A4564B2}" destId="{9C014887-6D82-4804-A4B7-E370EB49A4EF}" srcOrd="1" destOrd="0" presId="urn:microsoft.com/office/officeart/2005/8/layout/hList3"/>
    <dgm:cxn modelId="{7CA06D8E-38C0-44B2-B4AE-925225FD5755}" type="presParOf" srcId="{9C014887-6D82-4804-A4B7-E370EB49A4EF}" destId="{62DB8E95-4222-42FD-8A85-DE37F1D78158}" srcOrd="0" destOrd="0" presId="urn:microsoft.com/office/officeart/2005/8/layout/hList3"/>
    <dgm:cxn modelId="{9B17BEEE-682A-4464-8137-F878A4A2343E}" type="presParOf" srcId="{9C014887-6D82-4804-A4B7-E370EB49A4EF}" destId="{90B82B4F-0836-4087-AFE4-B6D076D84F9D}" srcOrd="1" destOrd="0" presId="urn:microsoft.com/office/officeart/2005/8/layout/hList3"/>
    <dgm:cxn modelId="{2C57F328-CB40-4EA3-824E-C0B5973445F5}" type="presParOf" srcId="{4ADCAC87-D8A2-44D3-9118-32137A4564B2}" destId="{1D19C04D-62D9-482D-8683-6396B690B912}" srcOrd="2" destOrd="0" presId="urn:microsoft.com/office/officeart/2005/8/layout/hLis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FEE4579-47B1-434F-92BE-A1D070C911A1}" type="doc">
      <dgm:prSet loTypeId="urn:microsoft.com/office/officeart/2005/8/layout/process4" loCatId="list" qsTypeId="urn:microsoft.com/office/officeart/2005/8/quickstyle/3d2" qsCatId="3D" csTypeId="urn:microsoft.com/office/officeart/2005/8/colors/accent2_2" csCatId="accent2" phldr="1"/>
      <dgm:spPr/>
      <dgm:t>
        <a:bodyPr/>
        <a:lstStyle/>
        <a:p>
          <a:endParaRPr lang="fr-FR"/>
        </a:p>
      </dgm:t>
    </dgm:pt>
    <dgm:pt modelId="{A8D781B5-0532-49F2-98E6-7E8EB2BB568A}">
      <dgm:prSet phldrT="[Texte]" custT="1"/>
      <dgm:spPr>
        <a:solidFill>
          <a:srgbClr val="C00000"/>
        </a:solidFill>
      </dgm:spPr>
      <dgm:t>
        <a:bodyPr/>
        <a:lstStyle/>
        <a:p>
          <a:r>
            <a:rPr lang="fr-FR" sz="2400" dirty="0" smtClean="0">
              <a:latin typeface="Times New Roman" pitchFamily="18" charset="0"/>
              <a:cs typeface="Times New Roman" pitchFamily="18" charset="0"/>
            </a:rPr>
            <a:t>Erosions en coup d’ongle, sanguinolentes, suintantes longues de</a:t>
          </a:r>
          <a:r>
            <a:rPr lang="fr-FR" sz="2400" b="1" dirty="0" smtClean="0">
              <a:latin typeface="Times New Roman" pitchFamily="18" charset="0"/>
              <a:cs typeface="Times New Roman" pitchFamily="18" charset="0"/>
            </a:rPr>
            <a:t> </a:t>
          </a:r>
          <a:r>
            <a:rPr lang="fr-FR" sz="2400" dirty="0" smtClean="0">
              <a:latin typeface="Times New Roman" pitchFamily="18" charset="0"/>
              <a:cs typeface="Times New Roman" pitchFamily="18" charset="0"/>
            </a:rPr>
            <a:t>quelques mm, </a:t>
          </a:r>
          <a:endParaRPr lang="fr-FR" sz="2400" dirty="0">
            <a:latin typeface="Times New Roman" pitchFamily="18" charset="0"/>
            <a:cs typeface="Times New Roman" pitchFamily="18" charset="0"/>
          </a:endParaRPr>
        </a:p>
      </dgm:t>
    </dgm:pt>
    <dgm:pt modelId="{EC6A32ED-3671-4C33-B3A1-3FBAE9FAF3B8}" type="parTrans" cxnId="{49F0B507-F8FF-4FAD-BA2B-FDA2BB7BFFC0}">
      <dgm:prSet/>
      <dgm:spPr/>
      <dgm:t>
        <a:bodyPr/>
        <a:lstStyle/>
        <a:p>
          <a:endParaRPr lang="fr-FR"/>
        </a:p>
      </dgm:t>
    </dgm:pt>
    <dgm:pt modelId="{20AA8F23-561F-48DF-A0C7-F39F3D53BE15}" type="sibTrans" cxnId="{49F0B507-F8FF-4FAD-BA2B-FDA2BB7BFFC0}">
      <dgm:prSet/>
      <dgm:spPr/>
      <dgm:t>
        <a:bodyPr/>
        <a:lstStyle/>
        <a:p>
          <a:endParaRPr lang="fr-FR"/>
        </a:p>
      </dgm:t>
    </dgm:pt>
    <dgm:pt modelId="{3BF0DB22-BACF-43C7-B943-7E27912EE007}">
      <dgm:prSet phldrT="[Texte]" custT="1"/>
      <dgm:spPr/>
      <dgm:t>
        <a:bodyPr/>
        <a:lstStyle/>
        <a:p>
          <a:r>
            <a:rPr lang="fr-FR" sz="2000" dirty="0" smtClean="0">
              <a:latin typeface="Times New Roman" pitchFamily="18" charset="0"/>
              <a:cs typeface="Times New Roman" pitchFamily="18" charset="0"/>
            </a:rPr>
            <a:t>parallèles aux plis radiés sur le pourtour de la muqueuse, </a:t>
          </a:r>
          <a:endParaRPr lang="fr-FR" sz="2000" dirty="0">
            <a:latin typeface="Times New Roman" pitchFamily="18" charset="0"/>
            <a:cs typeface="Times New Roman" pitchFamily="18" charset="0"/>
          </a:endParaRPr>
        </a:p>
      </dgm:t>
    </dgm:pt>
    <dgm:pt modelId="{DDB70157-FAAC-4DE4-A4B3-9505C359185D}" type="parTrans" cxnId="{74476831-0231-497A-A9BA-5494FB4590C4}">
      <dgm:prSet/>
      <dgm:spPr/>
      <dgm:t>
        <a:bodyPr/>
        <a:lstStyle/>
        <a:p>
          <a:endParaRPr lang="fr-FR"/>
        </a:p>
      </dgm:t>
    </dgm:pt>
    <dgm:pt modelId="{315AFD7E-B931-4839-8B62-B631888D1E13}" type="sibTrans" cxnId="{74476831-0231-497A-A9BA-5494FB4590C4}">
      <dgm:prSet/>
      <dgm:spPr/>
      <dgm:t>
        <a:bodyPr/>
        <a:lstStyle/>
        <a:p>
          <a:endParaRPr lang="fr-FR"/>
        </a:p>
      </dgm:t>
    </dgm:pt>
    <dgm:pt modelId="{86AC47BD-94D7-494B-98A2-5EE779217FAB}">
      <dgm:prSet phldrT="[Texte]" custT="1"/>
      <dgm:spPr/>
      <dgm:t>
        <a:bodyPr/>
        <a:lstStyle/>
        <a:p>
          <a:r>
            <a:rPr lang="fr-FR" sz="2000" dirty="0" smtClean="0">
              <a:latin typeface="Times New Roman" pitchFamily="18" charset="0"/>
              <a:cs typeface="Times New Roman" pitchFamily="18" charset="0"/>
            </a:rPr>
            <a:t>un peu en arrière de la marge anale</a:t>
          </a:r>
          <a:endParaRPr lang="fr-FR" sz="2000" dirty="0">
            <a:latin typeface="Times New Roman" pitchFamily="18" charset="0"/>
            <a:cs typeface="Times New Roman" pitchFamily="18" charset="0"/>
          </a:endParaRPr>
        </a:p>
      </dgm:t>
    </dgm:pt>
    <dgm:pt modelId="{A297D727-04C1-4067-B34A-E91064AFB334}" type="parTrans" cxnId="{6C3E5D5C-D821-4D89-98B2-64A33DB04F14}">
      <dgm:prSet/>
      <dgm:spPr/>
      <dgm:t>
        <a:bodyPr/>
        <a:lstStyle/>
        <a:p>
          <a:endParaRPr lang="fr-FR"/>
        </a:p>
      </dgm:t>
    </dgm:pt>
    <dgm:pt modelId="{2C5E9586-83BC-4595-8FBB-A7027676B54A}" type="sibTrans" cxnId="{6C3E5D5C-D821-4D89-98B2-64A33DB04F14}">
      <dgm:prSet/>
      <dgm:spPr/>
      <dgm:t>
        <a:bodyPr/>
        <a:lstStyle/>
        <a:p>
          <a:endParaRPr lang="fr-FR"/>
        </a:p>
      </dgm:t>
    </dgm:pt>
    <dgm:pt modelId="{745D6B97-2DF8-4F96-B848-8F9FB47DF6C1}">
      <dgm:prSet phldrT="[Texte]" custT="1"/>
      <dgm:spPr>
        <a:solidFill>
          <a:srgbClr val="C00000"/>
        </a:solidFill>
      </dgm:spPr>
      <dgm:t>
        <a:bodyPr/>
        <a:lstStyle/>
        <a:p>
          <a:r>
            <a:rPr lang="fr-FR" sz="2200" dirty="0" smtClean="0"/>
            <a:t> </a:t>
          </a:r>
          <a:r>
            <a:rPr lang="fr-FR" sz="2400" dirty="0" smtClean="0">
              <a:latin typeface="Times New Roman" pitchFamily="18" charset="0"/>
              <a:cs typeface="Times New Roman" pitchFamily="18" charset="0"/>
            </a:rPr>
            <a:t>La région anale est souvent déprimée </a:t>
          </a:r>
          <a:endParaRPr lang="fr-FR" sz="2400" dirty="0">
            <a:latin typeface="Times New Roman" pitchFamily="18" charset="0"/>
            <a:cs typeface="Times New Roman" pitchFamily="18" charset="0"/>
          </a:endParaRPr>
        </a:p>
      </dgm:t>
    </dgm:pt>
    <dgm:pt modelId="{24504629-A070-4029-89A3-397F1399D190}" type="parTrans" cxnId="{C0436C2E-B3D3-4027-94FF-4A6CAD7E3098}">
      <dgm:prSet/>
      <dgm:spPr/>
      <dgm:t>
        <a:bodyPr/>
        <a:lstStyle/>
        <a:p>
          <a:endParaRPr lang="fr-FR"/>
        </a:p>
      </dgm:t>
    </dgm:pt>
    <dgm:pt modelId="{EE8895A9-AE6C-4686-A36C-2B004FE097CE}" type="sibTrans" cxnId="{C0436C2E-B3D3-4027-94FF-4A6CAD7E3098}">
      <dgm:prSet/>
      <dgm:spPr/>
      <dgm:t>
        <a:bodyPr/>
        <a:lstStyle/>
        <a:p>
          <a:endParaRPr lang="fr-FR"/>
        </a:p>
      </dgm:t>
    </dgm:pt>
    <dgm:pt modelId="{A53321DB-771A-42E5-BF85-93669A9472F0}">
      <dgm:prSet phldrT="[Texte]" custT="1"/>
      <dgm:spPr/>
      <dgm:t>
        <a:bodyPr/>
        <a:lstStyle/>
        <a:p>
          <a:r>
            <a:rPr lang="fr-FR" sz="2000" dirty="0" smtClean="0">
              <a:latin typeface="Times New Roman" pitchFamily="18" charset="0"/>
              <a:cs typeface="Times New Roman" pitchFamily="18" charset="0"/>
            </a:rPr>
            <a:t>en infundibulum (entonnoir) </a:t>
          </a:r>
          <a:endParaRPr lang="fr-FR" sz="2000" dirty="0">
            <a:latin typeface="Times New Roman" pitchFamily="18" charset="0"/>
            <a:cs typeface="Times New Roman" pitchFamily="18" charset="0"/>
          </a:endParaRPr>
        </a:p>
      </dgm:t>
    </dgm:pt>
    <dgm:pt modelId="{B782C2F1-0312-4B52-999F-9D38DA51A6CC}" type="parTrans" cxnId="{80691110-6AD6-486F-A60C-61C9BF9F4BAD}">
      <dgm:prSet/>
      <dgm:spPr/>
      <dgm:t>
        <a:bodyPr/>
        <a:lstStyle/>
        <a:p>
          <a:endParaRPr lang="fr-FR"/>
        </a:p>
      </dgm:t>
    </dgm:pt>
    <dgm:pt modelId="{F17BA465-0185-4CD1-B29B-3AF0247307A3}" type="sibTrans" cxnId="{80691110-6AD6-486F-A60C-61C9BF9F4BAD}">
      <dgm:prSet/>
      <dgm:spPr/>
      <dgm:t>
        <a:bodyPr/>
        <a:lstStyle/>
        <a:p>
          <a:endParaRPr lang="fr-FR"/>
        </a:p>
      </dgm:t>
    </dgm:pt>
    <dgm:pt modelId="{B459D3CD-6775-4C37-94CA-70CF641CA7DE}">
      <dgm:prSet phldrT="[Texte]" custT="1"/>
      <dgm:spPr/>
      <dgm:t>
        <a:bodyPr/>
        <a:lstStyle/>
        <a:p>
          <a:r>
            <a:rPr lang="fr-FR" sz="2000" dirty="0" smtClean="0">
              <a:latin typeface="Times New Roman" pitchFamily="18" charset="0"/>
              <a:cs typeface="Times New Roman" pitchFamily="18" charset="0"/>
            </a:rPr>
            <a:t>suite à la contracture réflexe du releveur de l’anus </a:t>
          </a:r>
          <a:endParaRPr lang="fr-FR" sz="2000" dirty="0">
            <a:latin typeface="Times New Roman" pitchFamily="18" charset="0"/>
            <a:cs typeface="Times New Roman" pitchFamily="18" charset="0"/>
          </a:endParaRPr>
        </a:p>
      </dgm:t>
    </dgm:pt>
    <dgm:pt modelId="{F80267D6-F083-427E-840A-53C598925F47}" type="parTrans" cxnId="{DEB87D9A-7928-4737-A634-278B66551EC9}">
      <dgm:prSet/>
      <dgm:spPr/>
      <dgm:t>
        <a:bodyPr/>
        <a:lstStyle/>
        <a:p>
          <a:endParaRPr lang="fr-FR"/>
        </a:p>
      </dgm:t>
    </dgm:pt>
    <dgm:pt modelId="{78176602-A05E-4243-9215-8D295818981A}" type="sibTrans" cxnId="{DEB87D9A-7928-4737-A634-278B66551EC9}">
      <dgm:prSet/>
      <dgm:spPr/>
      <dgm:t>
        <a:bodyPr/>
        <a:lstStyle/>
        <a:p>
          <a:endParaRPr lang="fr-FR"/>
        </a:p>
      </dgm:t>
    </dgm:pt>
    <dgm:pt modelId="{DACE1753-0868-4D35-8CB4-052448646D79}">
      <dgm:prSet phldrT="[Texte]" custT="1"/>
      <dgm:spPr>
        <a:solidFill>
          <a:srgbClr val="C00000"/>
        </a:solidFill>
      </dgm:spPr>
      <dgm:t>
        <a:bodyPr/>
        <a:lstStyle/>
        <a:p>
          <a:r>
            <a:rPr lang="fr-FR" sz="2400" dirty="0" smtClean="0">
              <a:latin typeface="Times New Roman" pitchFamily="18" charset="0"/>
              <a:cs typeface="Times New Roman" pitchFamily="18" charset="0"/>
            </a:rPr>
            <a:t>Parfois, un coït brutal </a:t>
          </a:r>
          <a:endParaRPr lang="fr-FR" sz="2400" dirty="0">
            <a:latin typeface="Times New Roman" pitchFamily="18" charset="0"/>
            <a:cs typeface="Times New Roman" pitchFamily="18" charset="0"/>
          </a:endParaRPr>
        </a:p>
      </dgm:t>
    </dgm:pt>
    <dgm:pt modelId="{D1E0FC1A-5A6A-4CA5-B954-9096B6137AA0}" type="parTrans" cxnId="{3200E850-34AA-4A94-8A94-1A23EAFE881B}">
      <dgm:prSet/>
      <dgm:spPr/>
      <dgm:t>
        <a:bodyPr/>
        <a:lstStyle/>
        <a:p>
          <a:endParaRPr lang="fr-FR"/>
        </a:p>
      </dgm:t>
    </dgm:pt>
    <dgm:pt modelId="{032102A4-C63E-4B7F-9620-9B133EC53604}" type="sibTrans" cxnId="{3200E850-34AA-4A94-8A94-1A23EAFE881B}">
      <dgm:prSet/>
      <dgm:spPr/>
      <dgm:t>
        <a:bodyPr/>
        <a:lstStyle/>
        <a:p>
          <a:endParaRPr lang="fr-FR"/>
        </a:p>
      </dgm:t>
    </dgm:pt>
    <dgm:pt modelId="{5BDD969C-2069-4406-BF4F-9B47AE0CA9FA}">
      <dgm:prSet phldrT="[Texte]" custT="1"/>
      <dgm:spPr/>
      <dgm:t>
        <a:bodyPr/>
        <a:lstStyle/>
        <a:p>
          <a:r>
            <a:rPr lang="fr-FR" sz="2000" dirty="0" smtClean="0">
              <a:latin typeface="Times New Roman" pitchFamily="18" charset="0"/>
              <a:cs typeface="Times New Roman" pitchFamily="18" charset="0"/>
            </a:rPr>
            <a:t>provoque un éclatement de l’orifice anal </a:t>
          </a:r>
          <a:endParaRPr lang="fr-FR" sz="2000" dirty="0">
            <a:latin typeface="Times New Roman" pitchFamily="18" charset="0"/>
            <a:cs typeface="Times New Roman" pitchFamily="18" charset="0"/>
          </a:endParaRPr>
        </a:p>
      </dgm:t>
    </dgm:pt>
    <dgm:pt modelId="{906C1489-E365-4314-98EE-E134BBD7C364}" type="parTrans" cxnId="{87D1CF50-A51C-47DD-8630-1F84F25A0A41}">
      <dgm:prSet/>
      <dgm:spPr/>
      <dgm:t>
        <a:bodyPr/>
        <a:lstStyle/>
        <a:p>
          <a:endParaRPr lang="fr-FR"/>
        </a:p>
      </dgm:t>
    </dgm:pt>
    <dgm:pt modelId="{7592C2C3-0FB2-414E-90FE-BA7B72CA6651}" type="sibTrans" cxnId="{87D1CF50-A51C-47DD-8630-1F84F25A0A41}">
      <dgm:prSet/>
      <dgm:spPr/>
      <dgm:t>
        <a:bodyPr/>
        <a:lstStyle/>
        <a:p>
          <a:endParaRPr lang="fr-FR"/>
        </a:p>
      </dgm:t>
    </dgm:pt>
    <dgm:pt modelId="{7775814D-D5F2-430D-96B9-5D42975D09A7}">
      <dgm:prSet phldrT="[Texte]" custT="1"/>
      <dgm:spPr/>
      <dgm:t>
        <a:bodyPr/>
        <a:lstStyle/>
        <a:p>
          <a:r>
            <a:rPr lang="fr-FR" sz="2000" dirty="0" smtClean="0">
              <a:latin typeface="Times New Roman" pitchFamily="18" charset="0"/>
              <a:cs typeface="Times New Roman" pitchFamily="18" charset="0"/>
            </a:rPr>
            <a:t>avec déchirure plus au moins profondes</a:t>
          </a:r>
          <a:r>
            <a:rPr lang="fr-FR" sz="1800" dirty="0" smtClean="0"/>
            <a:t>.</a:t>
          </a:r>
          <a:endParaRPr lang="fr-FR" sz="1800" dirty="0"/>
        </a:p>
      </dgm:t>
    </dgm:pt>
    <dgm:pt modelId="{B35FBE8D-3D84-45DF-9C56-8A9470B24D43}" type="parTrans" cxnId="{C6F8857E-67F5-462C-9633-DE80B8EEEBF7}">
      <dgm:prSet/>
      <dgm:spPr/>
      <dgm:t>
        <a:bodyPr/>
        <a:lstStyle/>
        <a:p>
          <a:endParaRPr lang="fr-FR"/>
        </a:p>
      </dgm:t>
    </dgm:pt>
    <dgm:pt modelId="{EF788AA5-734C-4FA6-B96E-53AA7C8A2336}" type="sibTrans" cxnId="{C6F8857E-67F5-462C-9633-DE80B8EEEBF7}">
      <dgm:prSet/>
      <dgm:spPr/>
      <dgm:t>
        <a:bodyPr/>
        <a:lstStyle/>
        <a:p>
          <a:endParaRPr lang="fr-FR"/>
        </a:p>
      </dgm:t>
    </dgm:pt>
    <dgm:pt modelId="{05A27123-2F40-4495-A6FE-B0F6D3EC3559}" type="pres">
      <dgm:prSet presAssocID="{FFEE4579-47B1-434F-92BE-A1D070C911A1}" presName="Name0" presStyleCnt="0">
        <dgm:presLayoutVars>
          <dgm:dir/>
          <dgm:animLvl val="lvl"/>
          <dgm:resizeHandles val="exact"/>
        </dgm:presLayoutVars>
      </dgm:prSet>
      <dgm:spPr/>
      <dgm:t>
        <a:bodyPr/>
        <a:lstStyle/>
        <a:p>
          <a:endParaRPr lang="fr-FR"/>
        </a:p>
      </dgm:t>
    </dgm:pt>
    <dgm:pt modelId="{E4DEC040-2E79-4D5C-8BBC-FF607E5057EA}" type="pres">
      <dgm:prSet presAssocID="{DACE1753-0868-4D35-8CB4-052448646D79}" presName="boxAndChildren" presStyleCnt="0"/>
      <dgm:spPr/>
    </dgm:pt>
    <dgm:pt modelId="{4B1BDB96-2F54-439C-80E6-C6260E7D84A7}" type="pres">
      <dgm:prSet presAssocID="{DACE1753-0868-4D35-8CB4-052448646D79}" presName="parentTextBox" presStyleLbl="node1" presStyleIdx="0" presStyleCnt="3"/>
      <dgm:spPr/>
      <dgm:t>
        <a:bodyPr/>
        <a:lstStyle/>
        <a:p>
          <a:endParaRPr lang="fr-FR"/>
        </a:p>
      </dgm:t>
    </dgm:pt>
    <dgm:pt modelId="{33E52C9B-2277-4DF9-880D-EEE9466C3535}" type="pres">
      <dgm:prSet presAssocID="{DACE1753-0868-4D35-8CB4-052448646D79}" presName="entireBox" presStyleLbl="node1" presStyleIdx="0" presStyleCnt="3"/>
      <dgm:spPr/>
      <dgm:t>
        <a:bodyPr/>
        <a:lstStyle/>
        <a:p>
          <a:endParaRPr lang="fr-FR"/>
        </a:p>
      </dgm:t>
    </dgm:pt>
    <dgm:pt modelId="{B09864F5-C433-4CD2-8298-5CAD344C2F2C}" type="pres">
      <dgm:prSet presAssocID="{DACE1753-0868-4D35-8CB4-052448646D79}" presName="descendantBox" presStyleCnt="0"/>
      <dgm:spPr/>
    </dgm:pt>
    <dgm:pt modelId="{04DF9860-2BBC-4D65-8AAC-592C0A081CF6}" type="pres">
      <dgm:prSet presAssocID="{5BDD969C-2069-4406-BF4F-9B47AE0CA9FA}" presName="childTextBox" presStyleLbl="fgAccFollowNode1" presStyleIdx="0" presStyleCnt="6">
        <dgm:presLayoutVars>
          <dgm:bulletEnabled val="1"/>
        </dgm:presLayoutVars>
      </dgm:prSet>
      <dgm:spPr/>
      <dgm:t>
        <a:bodyPr/>
        <a:lstStyle/>
        <a:p>
          <a:endParaRPr lang="fr-FR"/>
        </a:p>
      </dgm:t>
    </dgm:pt>
    <dgm:pt modelId="{E2DE4BCF-5CE6-4C65-83B4-36050C0C7702}" type="pres">
      <dgm:prSet presAssocID="{7775814D-D5F2-430D-96B9-5D42975D09A7}" presName="childTextBox" presStyleLbl="fgAccFollowNode1" presStyleIdx="1" presStyleCnt="6">
        <dgm:presLayoutVars>
          <dgm:bulletEnabled val="1"/>
        </dgm:presLayoutVars>
      </dgm:prSet>
      <dgm:spPr/>
      <dgm:t>
        <a:bodyPr/>
        <a:lstStyle/>
        <a:p>
          <a:endParaRPr lang="fr-FR"/>
        </a:p>
      </dgm:t>
    </dgm:pt>
    <dgm:pt modelId="{2623D2BC-A6EE-4518-9235-89AB2ED1A784}" type="pres">
      <dgm:prSet presAssocID="{EE8895A9-AE6C-4686-A36C-2B004FE097CE}" presName="sp" presStyleCnt="0"/>
      <dgm:spPr/>
    </dgm:pt>
    <dgm:pt modelId="{D0147108-1E7E-42E7-9856-36C8139D4BA8}" type="pres">
      <dgm:prSet presAssocID="{745D6B97-2DF8-4F96-B848-8F9FB47DF6C1}" presName="arrowAndChildren" presStyleCnt="0"/>
      <dgm:spPr/>
    </dgm:pt>
    <dgm:pt modelId="{34168D94-2215-4E42-A0CD-A7E73E305E8E}" type="pres">
      <dgm:prSet presAssocID="{745D6B97-2DF8-4F96-B848-8F9FB47DF6C1}" presName="parentTextArrow" presStyleLbl="node1" presStyleIdx="0" presStyleCnt="3"/>
      <dgm:spPr/>
      <dgm:t>
        <a:bodyPr/>
        <a:lstStyle/>
        <a:p>
          <a:endParaRPr lang="fr-FR"/>
        </a:p>
      </dgm:t>
    </dgm:pt>
    <dgm:pt modelId="{6726D0C6-4C04-4B78-9505-2766D85316FF}" type="pres">
      <dgm:prSet presAssocID="{745D6B97-2DF8-4F96-B848-8F9FB47DF6C1}" presName="arrow" presStyleLbl="node1" presStyleIdx="1" presStyleCnt="3"/>
      <dgm:spPr/>
      <dgm:t>
        <a:bodyPr/>
        <a:lstStyle/>
        <a:p>
          <a:endParaRPr lang="fr-FR"/>
        </a:p>
      </dgm:t>
    </dgm:pt>
    <dgm:pt modelId="{E5CCBAA0-4F01-4D33-AD10-F211300462BD}" type="pres">
      <dgm:prSet presAssocID="{745D6B97-2DF8-4F96-B848-8F9FB47DF6C1}" presName="descendantArrow" presStyleCnt="0"/>
      <dgm:spPr/>
    </dgm:pt>
    <dgm:pt modelId="{8FFC69AF-1813-4A67-9E34-CE66C91438AD}" type="pres">
      <dgm:prSet presAssocID="{A53321DB-771A-42E5-BF85-93669A9472F0}" presName="childTextArrow" presStyleLbl="fgAccFollowNode1" presStyleIdx="2" presStyleCnt="6">
        <dgm:presLayoutVars>
          <dgm:bulletEnabled val="1"/>
        </dgm:presLayoutVars>
      </dgm:prSet>
      <dgm:spPr/>
      <dgm:t>
        <a:bodyPr/>
        <a:lstStyle/>
        <a:p>
          <a:endParaRPr lang="fr-FR"/>
        </a:p>
      </dgm:t>
    </dgm:pt>
    <dgm:pt modelId="{3AA533CD-4B2B-460E-ADBF-09EFA6D2DF63}" type="pres">
      <dgm:prSet presAssocID="{B459D3CD-6775-4C37-94CA-70CF641CA7DE}" presName="childTextArrow" presStyleLbl="fgAccFollowNode1" presStyleIdx="3" presStyleCnt="6">
        <dgm:presLayoutVars>
          <dgm:bulletEnabled val="1"/>
        </dgm:presLayoutVars>
      </dgm:prSet>
      <dgm:spPr/>
      <dgm:t>
        <a:bodyPr/>
        <a:lstStyle/>
        <a:p>
          <a:endParaRPr lang="fr-FR"/>
        </a:p>
      </dgm:t>
    </dgm:pt>
    <dgm:pt modelId="{7A372065-203E-4A3D-B44C-D705657FA986}" type="pres">
      <dgm:prSet presAssocID="{20AA8F23-561F-48DF-A0C7-F39F3D53BE15}" presName="sp" presStyleCnt="0"/>
      <dgm:spPr/>
    </dgm:pt>
    <dgm:pt modelId="{4D737736-A76E-4F90-AC0C-46101370A601}" type="pres">
      <dgm:prSet presAssocID="{A8D781B5-0532-49F2-98E6-7E8EB2BB568A}" presName="arrowAndChildren" presStyleCnt="0"/>
      <dgm:spPr/>
    </dgm:pt>
    <dgm:pt modelId="{1FDE98F6-0CF9-4DC3-A8EA-96E16C88D43F}" type="pres">
      <dgm:prSet presAssocID="{A8D781B5-0532-49F2-98E6-7E8EB2BB568A}" presName="parentTextArrow" presStyleLbl="node1" presStyleIdx="1" presStyleCnt="3"/>
      <dgm:spPr/>
      <dgm:t>
        <a:bodyPr/>
        <a:lstStyle/>
        <a:p>
          <a:endParaRPr lang="fr-FR"/>
        </a:p>
      </dgm:t>
    </dgm:pt>
    <dgm:pt modelId="{25EAF179-4E7A-4F8C-B6F8-0E7DBAD8BFC4}" type="pres">
      <dgm:prSet presAssocID="{A8D781B5-0532-49F2-98E6-7E8EB2BB568A}" presName="arrow" presStyleLbl="node1" presStyleIdx="2" presStyleCnt="3"/>
      <dgm:spPr/>
      <dgm:t>
        <a:bodyPr/>
        <a:lstStyle/>
        <a:p>
          <a:endParaRPr lang="fr-FR"/>
        </a:p>
      </dgm:t>
    </dgm:pt>
    <dgm:pt modelId="{A4DDC8D2-C6C3-4B67-9212-F5C6E920F463}" type="pres">
      <dgm:prSet presAssocID="{A8D781B5-0532-49F2-98E6-7E8EB2BB568A}" presName="descendantArrow" presStyleCnt="0"/>
      <dgm:spPr/>
    </dgm:pt>
    <dgm:pt modelId="{92AEBF69-D30F-446E-9054-1B6C3182606A}" type="pres">
      <dgm:prSet presAssocID="{3BF0DB22-BACF-43C7-B943-7E27912EE007}" presName="childTextArrow" presStyleLbl="fgAccFollowNode1" presStyleIdx="4" presStyleCnt="6">
        <dgm:presLayoutVars>
          <dgm:bulletEnabled val="1"/>
        </dgm:presLayoutVars>
      </dgm:prSet>
      <dgm:spPr/>
      <dgm:t>
        <a:bodyPr/>
        <a:lstStyle/>
        <a:p>
          <a:endParaRPr lang="fr-FR"/>
        </a:p>
      </dgm:t>
    </dgm:pt>
    <dgm:pt modelId="{03A85666-9B35-40F1-B928-8E05555F3649}" type="pres">
      <dgm:prSet presAssocID="{86AC47BD-94D7-494B-98A2-5EE779217FAB}" presName="childTextArrow" presStyleLbl="fgAccFollowNode1" presStyleIdx="5" presStyleCnt="6">
        <dgm:presLayoutVars>
          <dgm:bulletEnabled val="1"/>
        </dgm:presLayoutVars>
      </dgm:prSet>
      <dgm:spPr/>
      <dgm:t>
        <a:bodyPr/>
        <a:lstStyle/>
        <a:p>
          <a:endParaRPr lang="fr-FR"/>
        </a:p>
      </dgm:t>
    </dgm:pt>
  </dgm:ptLst>
  <dgm:cxnLst>
    <dgm:cxn modelId="{AC6B3D34-6B77-483F-A1FC-3A8361A691BF}" type="presOf" srcId="{B459D3CD-6775-4C37-94CA-70CF641CA7DE}" destId="{3AA533CD-4B2B-460E-ADBF-09EFA6D2DF63}" srcOrd="0" destOrd="0" presId="urn:microsoft.com/office/officeart/2005/8/layout/process4"/>
    <dgm:cxn modelId="{DA84DF82-A233-4509-B291-5202EFD97AFF}" type="presOf" srcId="{7775814D-D5F2-430D-96B9-5D42975D09A7}" destId="{E2DE4BCF-5CE6-4C65-83B4-36050C0C7702}" srcOrd="0" destOrd="0" presId="urn:microsoft.com/office/officeart/2005/8/layout/process4"/>
    <dgm:cxn modelId="{C6F8857E-67F5-462C-9633-DE80B8EEEBF7}" srcId="{DACE1753-0868-4D35-8CB4-052448646D79}" destId="{7775814D-D5F2-430D-96B9-5D42975D09A7}" srcOrd="1" destOrd="0" parTransId="{B35FBE8D-3D84-45DF-9C56-8A9470B24D43}" sibTransId="{EF788AA5-734C-4FA6-B96E-53AA7C8A2336}"/>
    <dgm:cxn modelId="{E5CBCB0B-1B5A-48E6-9709-A4A1C688D529}" type="presOf" srcId="{DACE1753-0868-4D35-8CB4-052448646D79}" destId="{33E52C9B-2277-4DF9-880D-EEE9466C3535}" srcOrd="1" destOrd="0" presId="urn:microsoft.com/office/officeart/2005/8/layout/process4"/>
    <dgm:cxn modelId="{1757B6EA-9852-40E4-892D-6D40C75DE2B0}" type="presOf" srcId="{3BF0DB22-BACF-43C7-B943-7E27912EE007}" destId="{92AEBF69-D30F-446E-9054-1B6C3182606A}" srcOrd="0" destOrd="0" presId="urn:microsoft.com/office/officeart/2005/8/layout/process4"/>
    <dgm:cxn modelId="{DEB87D9A-7928-4737-A634-278B66551EC9}" srcId="{745D6B97-2DF8-4F96-B848-8F9FB47DF6C1}" destId="{B459D3CD-6775-4C37-94CA-70CF641CA7DE}" srcOrd="1" destOrd="0" parTransId="{F80267D6-F083-427E-840A-53C598925F47}" sibTransId="{78176602-A05E-4243-9215-8D295818981A}"/>
    <dgm:cxn modelId="{C2A5D9A9-34D6-4A7A-BCA8-B45C0FD65DB8}" type="presOf" srcId="{DACE1753-0868-4D35-8CB4-052448646D79}" destId="{4B1BDB96-2F54-439C-80E6-C6260E7D84A7}" srcOrd="0" destOrd="0" presId="urn:microsoft.com/office/officeart/2005/8/layout/process4"/>
    <dgm:cxn modelId="{9E57F135-10BD-4198-9FF1-D686525154B4}" type="presOf" srcId="{5BDD969C-2069-4406-BF4F-9B47AE0CA9FA}" destId="{04DF9860-2BBC-4D65-8AAC-592C0A081CF6}" srcOrd="0" destOrd="0" presId="urn:microsoft.com/office/officeart/2005/8/layout/process4"/>
    <dgm:cxn modelId="{1D364CF4-78D7-4619-A0DB-3CF0D6B32A29}" type="presOf" srcId="{745D6B97-2DF8-4F96-B848-8F9FB47DF6C1}" destId="{6726D0C6-4C04-4B78-9505-2766D85316FF}" srcOrd="1" destOrd="0" presId="urn:microsoft.com/office/officeart/2005/8/layout/process4"/>
    <dgm:cxn modelId="{40C717FF-DC89-4872-AF95-FD5386190CF0}" type="presOf" srcId="{FFEE4579-47B1-434F-92BE-A1D070C911A1}" destId="{05A27123-2F40-4495-A6FE-B0F6D3EC3559}" srcOrd="0" destOrd="0" presId="urn:microsoft.com/office/officeart/2005/8/layout/process4"/>
    <dgm:cxn modelId="{74476831-0231-497A-A9BA-5494FB4590C4}" srcId="{A8D781B5-0532-49F2-98E6-7E8EB2BB568A}" destId="{3BF0DB22-BACF-43C7-B943-7E27912EE007}" srcOrd="0" destOrd="0" parTransId="{DDB70157-FAAC-4DE4-A4B3-9505C359185D}" sibTransId="{315AFD7E-B931-4839-8B62-B631888D1E13}"/>
    <dgm:cxn modelId="{2E9CF8CA-D0F3-450D-8381-E6827DB4BEC7}" type="presOf" srcId="{86AC47BD-94D7-494B-98A2-5EE779217FAB}" destId="{03A85666-9B35-40F1-B928-8E05555F3649}" srcOrd="0" destOrd="0" presId="urn:microsoft.com/office/officeart/2005/8/layout/process4"/>
    <dgm:cxn modelId="{6C3E5D5C-D821-4D89-98B2-64A33DB04F14}" srcId="{A8D781B5-0532-49F2-98E6-7E8EB2BB568A}" destId="{86AC47BD-94D7-494B-98A2-5EE779217FAB}" srcOrd="1" destOrd="0" parTransId="{A297D727-04C1-4067-B34A-E91064AFB334}" sibTransId="{2C5E9586-83BC-4595-8FBB-A7027676B54A}"/>
    <dgm:cxn modelId="{B9A026BA-4968-4DCE-AC09-89E0E4730F4E}" type="presOf" srcId="{A8D781B5-0532-49F2-98E6-7E8EB2BB568A}" destId="{25EAF179-4E7A-4F8C-B6F8-0E7DBAD8BFC4}" srcOrd="1" destOrd="0" presId="urn:microsoft.com/office/officeart/2005/8/layout/process4"/>
    <dgm:cxn modelId="{C0436C2E-B3D3-4027-94FF-4A6CAD7E3098}" srcId="{FFEE4579-47B1-434F-92BE-A1D070C911A1}" destId="{745D6B97-2DF8-4F96-B848-8F9FB47DF6C1}" srcOrd="1" destOrd="0" parTransId="{24504629-A070-4029-89A3-397F1399D190}" sibTransId="{EE8895A9-AE6C-4686-A36C-2B004FE097CE}"/>
    <dgm:cxn modelId="{87D1CF50-A51C-47DD-8630-1F84F25A0A41}" srcId="{DACE1753-0868-4D35-8CB4-052448646D79}" destId="{5BDD969C-2069-4406-BF4F-9B47AE0CA9FA}" srcOrd="0" destOrd="0" parTransId="{906C1489-E365-4314-98EE-E134BBD7C364}" sibTransId="{7592C2C3-0FB2-414E-90FE-BA7B72CA6651}"/>
    <dgm:cxn modelId="{3200E850-34AA-4A94-8A94-1A23EAFE881B}" srcId="{FFEE4579-47B1-434F-92BE-A1D070C911A1}" destId="{DACE1753-0868-4D35-8CB4-052448646D79}" srcOrd="2" destOrd="0" parTransId="{D1E0FC1A-5A6A-4CA5-B954-9096B6137AA0}" sibTransId="{032102A4-C63E-4B7F-9620-9B133EC53604}"/>
    <dgm:cxn modelId="{D3B1B809-818C-4BBF-B27E-EE09F8F54EAC}" type="presOf" srcId="{A8D781B5-0532-49F2-98E6-7E8EB2BB568A}" destId="{1FDE98F6-0CF9-4DC3-A8EA-96E16C88D43F}" srcOrd="0" destOrd="0" presId="urn:microsoft.com/office/officeart/2005/8/layout/process4"/>
    <dgm:cxn modelId="{80691110-6AD6-486F-A60C-61C9BF9F4BAD}" srcId="{745D6B97-2DF8-4F96-B848-8F9FB47DF6C1}" destId="{A53321DB-771A-42E5-BF85-93669A9472F0}" srcOrd="0" destOrd="0" parTransId="{B782C2F1-0312-4B52-999F-9D38DA51A6CC}" sibTransId="{F17BA465-0185-4CD1-B29B-3AF0247307A3}"/>
    <dgm:cxn modelId="{860D4A80-380E-49BC-9FD0-975796794ECB}" type="presOf" srcId="{745D6B97-2DF8-4F96-B848-8F9FB47DF6C1}" destId="{34168D94-2215-4E42-A0CD-A7E73E305E8E}" srcOrd="0" destOrd="0" presId="urn:microsoft.com/office/officeart/2005/8/layout/process4"/>
    <dgm:cxn modelId="{E0A56F2B-EF80-489B-AC6B-F161D10E6FC1}" type="presOf" srcId="{A53321DB-771A-42E5-BF85-93669A9472F0}" destId="{8FFC69AF-1813-4A67-9E34-CE66C91438AD}" srcOrd="0" destOrd="0" presId="urn:microsoft.com/office/officeart/2005/8/layout/process4"/>
    <dgm:cxn modelId="{49F0B507-F8FF-4FAD-BA2B-FDA2BB7BFFC0}" srcId="{FFEE4579-47B1-434F-92BE-A1D070C911A1}" destId="{A8D781B5-0532-49F2-98E6-7E8EB2BB568A}" srcOrd="0" destOrd="0" parTransId="{EC6A32ED-3671-4C33-B3A1-3FBAE9FAF3B8}" sibTransId="{20AA8F23-561F-48DF-A0C7-F39F3D53BE15}"/>
    <dgm:cxn modelId="{142C8664-B377-40A8-A0A6-A0F0E8666AC4}" type="presParOf" srcId="{05A27123-2F40-4495-A6FE-B0F6D3EC3559}" destId="{E4DEC040-2E79-4D5C-8BBC-FF607E5057EA}" srcOrd="0" destOrd="0" presId="urn:microsoft.com/office/officeart/2005/8/layout/process4"/>
    <dgm:cxn modelId="{A43B6350-3C51-4D37-B417-FFBE79B80225}" type="presParOf" srcId="{E4DEC040-2E79-4D5C-8BBC-FF607E5057EA}" destId="{4B1BDB96-2F54-439C-80E6-C6260E7D84A7}" srcOrd="0" destOrd="0" presId="urn:microsoft.com/office/officeart/2005/8/layout/process4"/>
    <dgm:cxn modelId="{B7197385-33F3-4D40-992B-E8C856DD2711}" type="presParOf" srcId="{E4DEC040-2E79-4D5C-8BBC-FF607E5057EA}" destId="{33E52C9B-2277-4DF9-880D-EEE9466C3535}" srcOrd="1" destOrd="0" presId="urn:microsoft.com/office/officeart/2005/8/layout/process4"/>
    <dgm:cxn modelId="{DA6136FD-1851-4488-91D4-97A12BC64217}" type="presParOf" srcId="{E4DEC040-2E79-4D5C-8BBC-FF607E5057EA}" destId="{B09864F5-C433-4CD2-8298-5CAD344C2F2C}" srcOrd="2" destOrd="0" presId="urn:microsoft.com/office/officeart/2005/8/layout/process4"/>
    <dgm:cxn modelId="{6CE5376A-A6C3-4F60-BBE5-5337D03FA84B}" type="presParOf" srcId="{B09864F5-C433-4CD2-8298-5CAD344C2F2C}" destId="{04DF9860-2BBC-4D65-8AAC-592C0A081CF6}" srcOrd="0" destOrd="0" presId="urn:microsoft.com/office/officeart/2005/8/layout/process4"/>
    <dgm:cxn modelId="{F1606586-5917-4203-9EA5-F5E50FDFC7E7}" type="presParOf" srcId="{B09864F5-C433-4CD2-8298-5CAD344C2F2C}" destId="{E2DE4BCF-5CE6-4C65-83B4-36050C0C7702}" srcOrd="1" destOrd="0" presId="urn:microsoft.com/office/officeart/2005/8/layout/process4"/>
    <dgm:cxn modelId="{22C6B924-9A8B-4D33-AAA2-A52AF6E48C5E}" type="presParOf" srcId="{05A27123-2F40-4495-A6FE-B0F6D3EC3559}" destId="{2623D2BC-A6EE-4518-9235-89AB2ED1A784}" srcOrd="1" destOrd="0" presId="urn:microsoft.com/office/officeart/2005/8/layout/process4"/>
    <dgm:cxn modelId="{DD361723-97F2-47EA-B380-DD16DBCD3BE0}" type="presParOf" srcId="{05A27123-2F40-4495-A6FE-B0F6D3EC3559}" destId="{D0147108-1E7E-42E7-9856-36C8139D4BA8}" srcOrd="2" destOrd="0" presId="urn:microsoft.com/office/officeart/2005/8/layout/process4"/>
    <dgm:cxn modelId="{1BEC40BE-7679-456A-8AF1-054395351809}" type="presParOf" srcId="{D0147108-1E7E-42E7-9856-36C8139D4BA8}" destId="{34168D94-2215-4E42-A0CD-A7E73E305E8E}" srcOrd="0" destOrd="0" presId="urn:microsoft.com/office/officeart/2005/8/layout/process4"/>
    <dgm:cxn modelId="{30BB7417-6821-46A7-A9AE-ADC64C9C1FC1}" type="presParOf" srcId="{D0147108-1E7E-42E7-9856-36C8139D4BA8}" destId="{6726D0C6-4C04-4B78-9505-2766D85316FF}" srcOrd="1" destOrd="0" presId="urn:microsoft.com/office/officeart/2005/8/layout/process4"/>
    <dgm:cxn modelId="{DEFBA06F-709A-4973-8532-CC76EE6571D5}" type="presParOf" srcId="{D0147108-1E7E-42E7-9856-36C8139D4BA8}" destId="{E5CCBAA0-4F01-4D33-AD10-F211300462BD}" srcOrd="2" destOrd="0" presId="urn:microsoft.com/office/officeart/2005/8/layout/process4"/>
    <dgm:cxn modelId="{065518F8-C546-4EC3-8D11-55FD1CD24F95}" type="presParOf" srcId="{E5CCBAA0-4F01-4D33-AD10-F211300462BD}" destId="{8FFC69AF-1813-4A67-9E34-CE66C91438AD}" srcOrd="0" destOrd="0" presId="urn:microsoft.com/office/officeart/2005/8/layout/process4"/>
    <dgm:cxn modelId="{EE1204C4-80D3-4D3F-A534-6AD7AC187220}" type="presParOf" srcId="{E5CCBAA0-4F01-4D33-AD10-F211300462BD}" destId="{3AA533CD-4B2B-460E-ADBF-09EFA6D2DF63}" srcOrd="1" destOrd="0" presId="urn:microsoft.com/office/officeart/2005/8/layout/process4"/>
    <dgm:cxn modelId="{6C984B83-39FC-4C0D-BEDE-5DB2D16E095B}" type="presParOf" srcId="{05A27123-2F40-4495-A6FE-B0F6D3EC3559}" destId="{7A372065-203E-4A3D-B44C-D705657FA986}" srcOrd="3" destOrd="0" presId="urn:microsoft.com/office/officeart/2005/8/layout/process4"/>
    <dgm:cxn modelId="{8F3E0C14-0268-42BA-9A12-42F8846A0D0A}" type="presParOf" srcId="{05A27123-2F40-4495-A6FE-B0F6D3EC3559}" destId="{4D737736-A76E-4F90-AC0C-46101370A601}" srcOrd="4" destOrd="0" presId="urn:microsoft.com/office/officeart/2005/8/layout/process4"/>
    <dgm:cxn modelId="{99C053DA-BF5C-40DE-BEB4-CA8B697BACFD}" type="presParOf" srcId="{4D737736-A76E-4F90-AC0C-46101370A601}" destId="{1FDE98F6-0CF9-4DC3-A8EA-96E16C88D43F}" srcOrd="0" destOrd="0" presId="urn:microsoft.com/office/officeart/2005/8/layout/process4"/>
    <dgm:cxn modelId="{1F786A99-522D-4DF8-9625-4FB63B61EE64}" type="presParOf" srcId="{4D737736-A76E-4F90-AC0C-46101370A601}" destId="{25EAF179-4E7A-4F8C-B6F8-0E7DBAD8BFC4}" srcOrd="1" destOrd="0" presId="urn:microsoft.com/office/officeart/2005/8/layout/process4"/>
    <dgm:cxn modelId="{1A522A83-229C-4B91-B7F0-624A845F566F}" type="presParOf" srcId="{4D737736-A76E-4F90-AC0C-46101370A601}" destId="{A4DDC8D2-C6C3-4B67-9212-F5C6E920F463}" srcOrd="2" destOrd="0" presId="urn:microsoft.com/office/officeart/2005/8/layout/process4"/>
    <dgm:cxn modelId="{7F48CB28-204D-4A55-A72A-3A14BC3D8FDD}" type="presParOf" srcId="{A4DDC8D2-C6C3-4B67-9212-F5C6E920F463}" destId="{92AEBF69-D30F-446E-9054-1B6C3182606A}" srcOrd="0" destOrd="0" presId="urn:microsoft.com/office/officeart/2005/8/layout/process4"/>
    <dgm:cxn modelId="{E641F4F7-F2A3-4293-915C-2A87CD846083}" type="presParOf" srcId="{A4DDC8D2-C6C3-4B67-9212-F5C6E920F463}" destId="{03A85666-9B35-40F1-B928-8E05555F3649}" srcOrd="1" destOrd="0" presId="urn:microsoft.com/office/officeart/2005/8/layout/process4"/>
  </dgm:cxnLst>
  <dgm:bg>
    <a:solidFill>
      <a:schemeClr val="tx1"/>
    </a:solidFill>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604B945-9B7A-4199-99D7-4C8E2388FDAE}" type="doc">
      <dgm:prSet loTypeId="urn:microsoft.com/office/officeart/2005/8/layout/hierarchy4" loCatId="list" qsTypeId="urn:microsoft.com/office/officeart/2005/8/quickstyle/3d2" qsCatId="3D" csTypeId="urn:microsoft.com/office/officeart/2005/8/colors/colorful3" csCatId="colorful" phldr="1"/>
      <dgm:spPr/>
      <dgm:t>
        <a:bodyPr/>
        <a:lstStyle/>
        <a:p>
          <a:endParaRPr lang="fr-FR"/>
        </a:p>
      </dgm:t>
    </dgm:pt>
    <dgm:pt modelId="{B03FA29C-2395-40FD-BF9F-4DE937F10E0D}">
      <dgm:prSet phldrT="[Texte]" custT="1"/>
      <dgm:spPr>
        <a:solidFill>
          <a:srgbClr val="C00000"/>
        </a:solidFill>
      </dgm:spPr>
      <dgm:t>
        <a:bodyPr/>
        <a:lstStyle/>
        <a:p>
          <a:r>
            <a:rPr lang="fr-FR" sz="4000" b="0" dirty="0" smtClean="0">
              <a:latin typeface="Times New Roman" pitchFamily="18" charset="0"/>
              <a:cs typeface="Times New Roman" pitchFamily="18" charset="0"/>
            </a:rPr>
            <a:t>2- PEDERASTIE CHRONIQUE :</a:t>
          </a:r>
          <a:endParaRPr lang="fr-FR" sz="4000" b="0" dirty="0">
            <a:latin typeface="Times New Roman" pitchFamily="18" charset="0"/>
            <a:cs typeface="Times New Roman" pitchFamily="18" charset="0"/>
          </a:endParaRPr>
        </a:p>
      </dgm:t>
    </dgm:pt>
    <dgm:pt modelId="{7299F110-6A9E-414F-90A5-057EC122C9FD}" type="parTrans" cxnId="{A05F553B-495B-4698-B89D-CF4676E7E1C4}">
      <dgm:prSet/>
      <dgm:spPr/>
      <dgm:t>
        <a:bodyPr/>
        <a:lstStyle/>
        <a:p>
          <a:endParaRPr lang="fr-FR"/>
        </a:p>
      </dgm:t>
    </dgm:pt>
    <dgm:pt modelId="{C5A9C30E-F826-4146-9C1A-BE70F2F7ABBC}" type="sibTrans" cxnId="{A05F553B-495B-4698-B89D-CF4676E7E1C4}">
      <dgm:prSet/>
      <dgm:spPr/>
      <dgm:t>
        <a:bodyPr/>
        <a:lstStyle/>
        <a:p>
          <a:endParaRPr lang="fr-FR"/>
        </a:p>
      </dgm:t>
    </dgm:pt>
    <dgm:pt modelId="{48052F7E-365B-4997-82D4-5518E2E06A9F}">
      <dgm:prSet phldrT="[Texte]"/>
      <dgm:spPr>
        <a:solidFill>
          <a:srgbClr val="6600FF"/>
        </a:solidFill>
      </dgm:spPr>
      <dgm:t>
        <a:bodyPr/>
        <a:lstStyle/>
        <a:p>
          <a:r>
            <a:rPr lang="fr-FR" dirty="0" smtClean="0">
              <a:latin typeface="Times New Roman" pitchFamily="18" charset="0"/>
              <a:cs typeface="Times New Roman" pitchFamily="18" charset="0"/>
            </a:rPr>
            <a:t>la pratique habituelle de la pédérastie passive fait subir à la région anale des déformations </a:t>
          </a:r>
          <a:endParaRPr lang="fr-FR" dirty="0">
            <a:latin typeface="Times New Roman" pitchFamily="18" charset="0"/>
            <a:cs typeface="Times New Roman" pitchFamily="18" charset="0"/>
          </a:endParaRPr>
        </a:p>
      </dgm:t>
    </dgm:pt>
    <dgm:pt modelId="{7B46BE9D-D979-4115-8F5A-DCB5F12CDC6C}" type="parTrans" cxnId="{998E0141-0B58-4B45-8A58-782C48603CFB}">
      <dgm:prSet/>
      <dgm:spPr/>
      <dgm:t>
        <a:bodyPr/>
        <a:lstStyle/>
        <a:p>
          <a:endParaRPr lang="fr-FR"/>
        </a:p>
      </dgm:t>
    </dgm:pt>
    <dgm:pt modelId="{23FED06C-05C6-44D3-807C-D9159940D218}" type="sibTrans" cxnId="{998E0141-0B58-4B45-8A58-782C48603CFB}">
      <dgm:prSet/>
      <dgm:spPr/>
      <dgm:t>
        <a:bodyPr/>
        <a:lstStyle/>
        <a:p>
          <a:endParaRPr lang="fr-FR"/>
        </a:p>
      </dgm:t>
    </dgm:pt>
    <dgm:pt modelId="{ED30EAF4-82CD-4F62-9667-4007CC8EC79E}">
      <dgm:prSet phldrT="[Texte]" custT="1"/>
      <dgm:spPr>
        <a:solidFill>
          <a:srgbClr val="002060"/>
        </a:solidFill>
      </dgm:spPr>
      <dgm:t>
        <a:bodyPr/>
        <a:lstStyle/>
        <a:p>
          <a:r>
            <a:rPr lang="fr-FR" sz="2400" dirty="0" smtClean="0">
              <a:latin typeface="Times New Roman" pitchFamily="18" charset="0"/>
              <a:cs typeface="Times New Roman" pitchFamily="18" charset="0"/>
            </a:rPr>
            <a:t>L’anus s’enfonce dans le périnée</a:t>
          </a:r>
          <a:endParaRPr lang="fr-FR" sz="2400" dirty="0">
            <a:latin typeface="Times New Roman" pitchFamily="18" charset="0"/>
            <a:cs typeface="Times New Roman" pitchFamily="18" charset="0"/>
          </a:endParaRPr>
        </a:p>
      </dgm:t>
    </dgm:pt>
    <dgm:pt modelId="{E67C8F55-765B-458F-9A2F-34E54296E6A5}" type="parTrans" cxnId="{47FA5CEB-3AD0-48ED-8006-727C6F699F2E}">
      <dgm:prSet/>
      <dgm:spPr/>
      <dgm:t>
        <a:bodyPr/>
        <a:lstStyle/>
        <a:p>
          <a:endParaRPr lang="fr-FR"/>
        </a:p>
      </dgm:t>
    </dgm:pt>
    <dgm:pt modelId="{798BE716-1BF4-4AAA-9917-4DC19DF4CDFA}" type="sibTrans" cxnId="{47FA5CEB-3AD0-48ED-8006-727C6F699F2E}">
      <dgm:prSet/>
      <dgm:spPr/>
      <dgm:t>
        <a:bodyPr/>
        <a:lstStyle/>
        <a:p>
          <a:endParaRPr lang="fr-FR"/>
        </a:p>
      </dgm:t>
    </dgm:pt>
    <dgm:pt modelId="{E5049181-499F-4055-BAAF-8EA4C0E9B2DE}">
      <dgm:prSet phldrT="[Texte]" custT="1"/>
      <dgm:spPr>
        <a:solidFill>
          <a:srgbClr val="002060"/>
        </a:solidFill>
      </dgm:spPr>
      <dgm:t>
        <a:bodyPr/>
        <a:lstStyle/>
        <a:p>
          <a:r>
            <a:rPr lang="fr-FR" sz="2400" dirty="0" smtClean="0">
              <a:latin typeface="Times New Roman" pitchFamily="18" charset="0"/>
              <a:cs typeface="Times New Roman" pitchFamily="18" charset="0"/>
            </a:rPr>
            <a:t> sphincter se relâche et devient facilement dilatable</a:t>
          </a:r>
          <a:r>
            <a:rPr lang="fr-FR" sz="2200" dirty="0" smtClean="0"/>
            <a:t>.</a:t>
          </a:r>
          <a:endParaRPr lang="fr-FR" sz="2200" dirty="0"/>
        </a:p>
      </dgm:t>
    </dgm:pt>
    <dgm:pt modelId="{867B1551-BE76-4E06-8A25-592266AC7532}" type="parTrans" cxnId="{FC8DD184-67C9-435C-96F3-88D43BB0BE5B}">
      <dgm:prSet/>
      <dgm:spPr/>
      <dgm:t>
        <a:bodyPr/>
        <a:lstStyle/>
        <a:p>
          <a:endParaRPr lang="fr-FR"/>
        </a:p>
      </dgm:t>
    </dgm:pt>
    <dgm:pt modelId="{61ABBE73-9D36-4EC0-9146-7F71C1482E62}" type="sibTrans" cxnId="{FC8DD184-67C9-435C-96F3-88D43BB0BE5B}">
      <dgm:prSet/>
      <dgm:spPr/>
      <dgm:t>
        <a:bodyPr/>
        <a:lstStyle/>
        <a:p>
          <a:endParaRPr lang="fr-FR"/>
        </a:p>
      </dgm:t>
    </dgm:pt>
    <dgm:pt modelId="{33A65277-1E71-4E5D-AA08-88C96CBB78DE}">
      <dgm:prSet phldrT="[Texte]"/>
      <dgm:spPr>
        <a:solidFill>
          <a:srgbClr val="6600FF"/>
        </a:solidFill>
      </dgm:spPr>
      <dgm:t>
        <a:bodyPr/>
        <a:lstStyle/>
        <a:p>
          <a:r>
            <a:rPr lang="fr-FR" dirty="0" smtClean="0">
              <a:latin typeface="Times New Roman" pitchFamily="18" charset="0"/>
              <a:cs typeface="Times New Roman" pitchFamily="18" charset="0"/>
            </a:rPr>
            <a:t>Déformation de l’anus en entonnoir</a:t>
          </a:r>
          <a:endParaRPr lang="fr-FR" dirty="0">
            <a:latin typeface="Times New Roman" pitchFamily="18" charset="0"/>
            <a:cs typeface="Times New Roman" pitchFamily="18" charset="0"/>
          </a:endParaRPr>
        </a:p>
      </dgm:t>
    </dgm:pt>
    <dgm:pt modelId="{EDC2B5DB-306C-4D5B-BA0A-60E16B575189}" type="parTrans" cxnId="{5B7B27B9-6FB8-4877-A366-E6A1CFF6C7ED}">
      <dgm:prSet/>
      <dgm:spPr/>
      <dgm:t>
        <a:bodyPr/>
        <a:lstStyle/>
        <a:p>
          <a:endParaRPr lang="fr-FR"/>
        </a:p>
      </dgm:t>
    </dgm:pt>
    <dgm:pt modelId="{D0E0F01C-63B2-4982-BB33-0B93BAC3ABD8}" type="sibTrans" cxnId="{5B7B27B9-6FB8-4877-A366-E6A1CFF6C7ED}">
      <dgm:prSet/>
      <dgm:spPr/>
      <dgm:t>
        <a:bodyPr/>
        <a:lstStyle/>
        <a:p>
          <a:endParaRPr lang="fr-FR"/>
        </a:p>
      </dgm:t>
    </dgm:pt>
    <dgm:pt modelId="{E08C417B-EF00-4829-9BF4-997CD0D24387}">
      <dgm:prSet phldrT="[Texte]"/>
      <dgm:spPr>
        <a:solidFill>
          <a:srgbClr val="002060"/>
        </a:solidFill>
      </dgm:spPr>
      <dgm:t>
        <a:bodyPr/>
        <a:lstStyle/>
        <a:p>
          <a:r>
            <a:rPr lang="fr-FR" dirty="0" smtClean="0">
              <a:latin typeface="Times New Roman" pitchFamily="18" charset="0"/>
              <a:cs typeface="Times New Roman" pitchFamily="18" charset="0"/>
            </a:rPr>
            <a:t>Effacement des plis radiés de l’anus.</a:t>
          </a:r>
          <a:endParaRPr lang="fr-FR" dirty="0">
            <a:latin typeface="Times New Roman" pitchFamily="18" charset="0"/>
            <a:cs typeface="Times New Roman" pitchFamily="18" charset="0"/>
          </a:endParaRPr>
        </a:p>
      </dgm:t>
    </dgm:pt>
    <dgm:pt modelId="{BDBD640E-C521-4F8F-84CB-BBFA7C33BCA5}" type="parTrans" cxnId="{EBDB2D3D-0A0D-47BB-BD3D-60A0F94AAFC2}">
      <dgm:prSet/>
      <dgm:spPr/>
      <dgm:t>
        <a:bodyPr/>
        <a:lstStyle/>
        <a:p>
          <a:endParaRPr lang="fr-FR"/>
        </a:p>
      </dgm:t>
    </dgm:pt>
    <dgm:pt modelId="{D0B452F6-0BCA-4F02-89A8-2AD5BEB5A3E1}" type="sibTrans" cxnId="{EBDB2D3D-0A0D-47BB-BD3D-60A0F94AAFC2}">
      <dgm:prSet/>
      <dgm:spPr/>
      <dgm:t>
        <a:bodyPr/>
        <a:lstStyle/>
        <a:p>
          <a:endParaRPr lang="fr-FR"/>
        </a:p>
      </dgm:t>
    </dgm:pt>
    <dgm:pt modelId="{0299F29F-18C4-46DD-B8AD-C4E595DB929D}" type="pres">
      <dgm:prSet presAssocID="{4604B945-9B7A-4199-99D7-4C8E2388FDAE}" presName="Name0" presStyleCnt="0">
        <dgm:presLayoutVars>
          <dgm:chPref val="1"/>
          <dgm:dir/>
          <dgm:animOne val="branch"/>
          <dgm:animLvl val="lvl"/>
          <dgm:resizeHandles/>
        </dgm:presLayoutVars>
      </dgm:prSet>
      <dgm:spPr/>
      <dgm:t>
        <a:bodyPr/>
        <a:lstStyle/>
        <a:p>
          <a:endParaRPr lang="fr-FR"/>
        </a:p>
      </dgm:t>
    </dgm:pt>
    <dgm:pt modelId="{33536716-AA2F-4D1E-8AFF-3B03C0CC51B6}" type="pres">
      <dgm:prSet presAssocID="{B03FA29C-2395-40FD-BF9F-4DE937F10E0D}" presName="vertOne" presStyleCnt="0"/>
      <dgm:spPr/>
    </dgm:pt>
    <dgm:pt modelId="{0E325764-22A8-4E63-90BE-DF5FF87941EB}" type="pres">
      <dgm:prSet presAssocID="{B03FA29C-2395-40FD-BF9F-4DE937F10E0D}" presName="txOne" presStyleLbl="node0" presStyleIdx="0" presStyleCnt="1">
        <dgm:presLayoutVars>
          <dgm:chPref val="3"/>
        </dgm:presLayoutVars>
      </dgm:prSet>
      <dgm:spPr/>
      <dgm:t>
        <a:bodyPr/>
        <a:lstStyle/>
        <a:p>
          <a:endParaRPr lang="fr-FR"/>
        </a:p>
      </dgm:t>
    </dgm:pt>
    <dgm:pt modelId="{2DEAB724-A707-46B1-BE6F-3C610D97E2DD}" type="pres">
      <dgm:prSet presAssocID="{B03FA29C-2395-40FD-BF9F-4DE937F10E0D}" presName="parTransOne" presStyleCnt="0"/>
      <dgm:spPr/>
    </dgm:pt>
    <dgm:pt modelId="{C3334BD9-4C77-4348-A25E-4E442102FDD6}" type="pres">
      <dgm:prSet presAssocID="{B03FA29C-2395-40FD-BF9F-4DE937F10E0D}" presName="horzOne" presStyleCnt="0"/>
      <dgm:spPr/>
    </dgm:pt>
    <dgm:pt modelId="{505C0096-E03F-46CF-8087-6896E18C35E7}" type="pres">
      <dgm:prSet presAssocID="{48052F7E-365B-4997-82D4-5518E2E06A9F}" presName="vertTwo" presStyleCnt="0"/>
      <dgm:spPr/>
    </dgm:pt>
    <dgm:pt modelId="{9B347C98-BC18-46B7-87BB-A769A9EF7EA5}" type="pres">
      <dgm:prSet presAssocID="{48052F7E-365B-4997-82D4-5518E2E06A9F}" presName="txTwo" presStyleLbl="node2" presStyleIdx="0" presStyleCnt="2" custLinFactNeighborX="1515" custLinFactNeighborY="-11222">
        <dgm:presLayoutVars>
          <dgm:chPref val="3"/>
        </dgm:presLayoutVars>
      </dgm:prSet>
      <dgm:spPr/>
      <dgm:t>
        <a:bodyPr/>
        <a:lstStyle/>
        <a:p>
          <a:endParaRPr lang="fr-FR"/>
        </a:p>
      </dgm:t>
    </dgm:pt>
    <dgm:pt modelId="{60A9697A-88A7-4D26-863B-6C0F938F9F48}" type="pres">
      <dgm:prSet presAssocID="{48052F7E-365B-4997-82D4-5518E2E06A9F}" presName="parTransTwo" presStyleCnt="0"/>
      <dgm:spPr/>
    </dgm:pt>
    <dgm:pt modelId="{5F6E5FEE-FA1B-48F5-AE2A-DF6C5CA7B6E7}" type="pres">
      <dgm:prSet presAssocID="{48052F7E-365B-4997-82D4-5518E2E06A9F}" presName="horzTwo" presStyleCnt="0"/>
      <dgm:spPr/>
    </dgm:pt>
    <dgm:pt modelId="{C9368B41-D957-483E-B5B2-9D49E4173C3E}" type="pres">
      <dgm:prSet presAssocID="{ED30EAF4-82CD-4F62-9667-4007CC8EC79E}" presName="vertThree" presStyleCnt="0"/>
      <dgm:spPr/>
    </dgm:pt>
    <dgm:pt modelId="{E18EF653-EDD2-473B-A40C-A36B97DF1238}" type="pres">
      <dgm:prSet presAssocID="{ED30EAF4-82CD-4F62-9667-4007CC8EC79E}" presName="txThree" presStyleLbl="node3" presStyleIdx="0" presStyleCnt="3">
        <dgm:presLayoutVars>
          <dgm:chPref val="3"/>
        </dgm:presLayoutVars>
      </dgm:prSet>
      <dgm:spPr/>
      <dgm:t>
        <a:bodyPr/>
        <a:lstStyle/>
        <a:p>
          <a:endParaRPr lang="fr-FR"/>
        </a:p>
      </dgm:t>
    </dgm:pt>
    <dgm:pt modelId="{93656338-8DF0-4CA0-A7B3-FA29A3480967}" type="pres">
      <dgm:prSet presAssocID="{ED30EAF4-82CD-4F62-9667-4007CC8EC79E}" presName="horzThree" presStyleCnt="0"/>
      <dgm:spPr/>
    </dgm:pt>
    <dgm:pt modelId="{3A23E3E4-CE6A-406C-9ED9-CFD9F52F24AC}" type="pres">
      <dgm:prSet presAssocID="{798BE716-1BF4-4AAA-9917-4DC19DF4CDFA}" presName="sibSpaceThree" presStyleCnt="0"/>
      <dgm:spPr/>
    </dgm:pt>
    <dgm:pt modelId="{FDC3D3CB-B226-4775-8639-9EAB496EAEC5}" type="pres">
      <dgm:prSet presAssocID="{E5049181-499F-4055-BAAF-8EA4C0E9B2DE}" presName="vertThree" presStyleCnt="0"/>
      <dgm:spPr/>
    </dgm:pt>
    <dgm:pt modelId="{55B5A154-30BB-417D-92C6-EF5855B9FD0B}" type="pres">
      <dgm:prSet presAssocID="{E5049181-499F-4055-BAAF-8EA4C0E9B2DE}" presName="txThree" presStyleLbl="node3" presStyleIdx="1" presStyleCnt="3">
        <dgm:presLayoutVars>
          <dgm:chPref val="3"/>
        </dgm:presLayoutVars>
      </dgm:prSet>
      <dgm:spPr/>
      <dgm:t>
        <a:bodyPr/>
        <a:lstStyle/>
        <a:p>
          <a:endParaRPr lang="fr-FR"/>
        </a:p>
      </dgm:t>
    </dgm:pt>
    <dgm:pt modelId="{468D67A1-943B-4531-AF60-1F502CAAF2D4}" type="pres">
      <dgm:prSet presAssocID="{E5049181-499F-4055-BAAF-8EA4C0E9B2DE}" presName="horzThree" presStyleCnt="0"/>
      <dgm:spPr/>
    </dgm:pt>
    <dgm:pt modelId="{D056E940-1B9A-4860-8DBF-39375A2D5FA6}" type="pres">
      <dgm:prSet presAssocID="{23FED06C-05C6-44D3-807C-D9159940D218}" presName="sibSpaceTwo" presStyleCnt="0"/>
      <dgm:spPr/>
    </dgm:pt>
    <dgm:pt modelId="{B11C46A2-AB4E-427C-8AB5-C0D5ECBD8AA4}" type="pres">
      <dgm:prSet presAssocID="{33A65277-1E71-4E5D-AA08-88C96CBB78DE}" presName="vertTwo" presStyleCnt="0"/>
      <dgm:spPr/>
    </dgm:pt>
    <dgm:pt modelId="{72779CCA-9E58-4C8D-957A-36ADA268AC16}" type="pres">
      <dgm:prSet presAssocID="{33A65277-1E71-4E5D-AA08-88C96CBB78DE}" presName="txTwo" presStyleLbl="node2" presStyleIdx="1" presStyleCnt="2">
        <dgm:presLayoutVars>
          <dgm:chPref val="3"/>
        </dgm:presLayoutVars>
      </dgm:prSet>
      <dgm:spPr/>
      <dgm:t>
        <a:bodyPr/>
        <a:lstStyle/>
        <a:p>
          <a:endParaRPr lang="fr-FR"/>
        </a:p>
      </dgm:t>
    </dgm:pt>
    <dgm:pt modelId="{E12DDF71-3242-403A-A42B-D9E0BA5E3AE1}" type="pres">
      <dgm:prSet presAssocID="{33A65277-1E71-4E5D-AA08-88C96CBB78DE}" presName="parTransTwo" presStyleCnt="0"/>
      <dgm:spPr/>
    </dgm:pt>
    <dgm:pt modelId="{EDA7464A-6124-487A-9670-F6170A86610B}" type="pres">
      <dgm:prSet presAssocID="{33A65277-1E71-4E5D-AA08-88C96CBB78DE}" presName="horzTwo" presStyleCnt="0"/>
      <dgm:spPr/>
    </dgm:pt>
    <dgm:pt modelId="{F1B64D31-3E43-4F74-8DA7-37BD1EFA4A3D}" type="pres">
      <dgm:prSet presAssocID="{E08C417B-EF00-4829-9BF4-997CD0D24387}" presName="vertThree" presStyleCnt="0"/>
      <dgm:spPr/>
    </dgm:pt>
    <dgm:pt modelId="{BEA882C2-941D-4BC1-999A-441AE814E616}" type="pres">
      <dgm:prSet presAssocID="{E08C417B-EF00-4829-9BF4-997CD0D24387}" presName="txThree" presStyleLbl="node3" presStyleIdx="2" presStyleCnt="3">
        <dgm:presLayoutVars>
          <dgm:chPref val="3"/>
        </dgm:presLayoutVars>
      </dgm:prSet>
      <dgm:spPr/>
      <dgm:t>
        <a:bodyPr/>
        <a:lstStyle/>
        <a:p>
          <a:endParaRPr lang="fr-FR"/>
        </a:p>
      </dgm:t>
    </dgm:pt>
    <dgm:pt modelId="{157454CF-C1DE-4D70-967B-3CBBC617667F}" type="pres">
      <dgm:prSet presAssocID="{E08C417B-EF00-4829-9BF4-997CD0D24387}" presName="horzThree" presStyleCnt="0"/>
      <dgm:spPr/>
    </dgm:pt>
  </dgm:ptLst>
  <dgm:cxnLst>
    <dgm:cxn modelId="{C5D03E99-15AA-4554-B194-86945A01F383}" type="presOf" srcId="{33A65277-1E71-4E5D-AA08-88C96CBB78DE}" destId="{72779CCA-9E58-4C8D-957A-36ADA268AC16}" srcOrd="0" destOrd="0" presId="urn:microsoft.com/office/officeart/2005/8/layout/hierarchy4"/>
    <dgm:cxn modelId="{A3DD6174-39CC-4F6C-9446-8C96AC901E04}" type="presOf" srcId="{B03FA29C-2395-40FD-BF9F-4DE937F10E0D}" destId="{0E325764-22A8-4E63-90BE-DF5FF87941EB}" srcOrd="0" destOrd="0" presId="urn:microsoft.com/office/officeart/2005/8/layout/hierarchy4"/>
    <dgm:cxn modelId="{8E664FE9-C1B3-4AA6-B2F4-DB112027FF74}" type="presOf" srcId="{4604B945-9B7A-4199-99D7-4C8E2388FDAE}" destId="{0299F29F-18C4-46DD-B8AD-C4E595DB929D}" srcOrd="0" destOrd="0" presId="urn:microsoft.com/office/officeart/2005/8/layout/hierarchy4"/>
    <dgm:cxn modelId="{6D467F53-C34A-4A8B-B558-338E484A5BEE}" type="presOf" srcId="{ED30EAF4-82CD-4F62-9667-4007CC8EC79E}" destId="{E18EF653-EDD2-473B-A40C-A36B97DF1238}" srcOrd="0" destOrd="0" presId="urn:microsoft.com/office/officeart/2005/8/layout/hierarchy4"/>
    <dgm:cxn modelId="{EBDB2D3D-0A0D-47BB-BD3D-60A0F94AAFC2}" srcId="{33A65277-1E71-4E5D-AA08-88C96CBB78DE}" destId="{E08C417B-EF00-4829-9BF4-997CD0D24387}" srcOrd="0" destOrd="0" parTransId="{BDBD640E-C521-4F8F-84CB-BBFA7C33BCA5}" sibTransId="{D0B452F6-0BCA-4F02-89A8-2AD5BEB5A3E1}"/>
    <dgm:cxn modelId="{A05F553B-495B-4698-B89D-CF4676E7E1C4}" srcId="{4604B945-9B7A-4199-99D7-4C8E2388FDAE}" destId="{B03FA29C-2395-40FD-BF9F-4DE937F10E0D}" srcOrd="0" destOrd="0" parTransId="{7299F110-6A9E-414F-90A5-057EC122C9FD}" sibTransId="{C5A9C30E-F826-4146-9C1A-BE70F2F7ABBC}"/>
    <dgm:cxn modelId="{6183BCD5-8648-40BE-895B-68E99F08A778}" type="presOf" srcId="{E5049181-499F-4055-BAAF-8EA4C0E9B2DE}" destId="{55B5A154-30BB-417D-92C6-EF5855B9FD0B}" srcOrd="0" destOrd="0" presId="urn:microsoft.com/office/officeart/2005/8/layout/hierarchy4"/>
    <dgm:cxn modelId="{4BBA5C2B-2329-4489-BF91-9D23196B264C}" type="presOf" srcId="{48052F7E-365B-4997-82D4-5518E2E06A9F}" destId="{9B347C98-BC18-46B7-87BB-A769A9EF7EA5}" srcOrd="0" destOrd="0" presId="urn:microsoft.com/office/officeart/2005/8/layout/hierarchy4"/>
    <dgm:cxn modelId="{FC8DD184-67C9-435C-96F3-88D43BB0BE5B}" srcId="{48052F7E-365B-4997-82D4-5518E2E06A9F}" destId="{E5049181-499F-4055-BAAF-8EA4C0E9B2DE}" srcOrd="1" destOrd="0" parTransId="{867B1551-BE76-4E06-8A25-592266AC7532}" sibTransId="{61ABBE73-9D36-4EC0-9146-7F71C1482E62}"/>
    <dgm:cxn modelId="{5B7B27B9-6FB8-4877-A366-E6A1CFF6C7ED}" srcId="{B03FA29C-2395-40FD-BF9F-4DE937F10E0D}" destId="{33A65277-1E71-4E5D-AA08-88C96CBB78DE}" srcOrd="1" destOrd="0" parTransId="{EDC2B5DB-306C-4D5B-BA0A-60E16B575189}" sibTransId="{D0E0F01C-63B2-4982-BB33-0B93BAC3ABD8}"/>
    <dgm:cxn modelId="{47FA5CEB-3AD0-48ED-8006-727C6F699F2E}" srcId="{48052F7E-365B-4997-82D4-5518E2E06A9F}" destId="{ED30EAF4-82CD-4F62-9667-4007CC8EC79E}" srcOrd="0" destOrd="0" parTransId="{E67C8F55-765B-458F-9A2F-34E54296E6A5}" sibTransId="{798BE716-1BF4-4AAA-9917-4DC19DF4CDFA}"/>
    <dgm:cxn modelId="{998E0141-0B58-4B45-8A58-782C48603CFB}" srcId="{B03FA29C-2395-40FD-BF9F-4DE937F10E0D}" destId="{48052F7E-365B-4997-82D4-5518E2E06A9F}" srcOrd="0" destOrd="0" parTransId="{7B46BE9D-D979-4115-8F5A-DCB5F12CDC6C}" sibTransId="{23FED06C-05C6-44D3-807C-D9159940D218}"/>
    <dgm:cxn modelId="{29E5298D-E375-4C4F-BC2B-1F565D74385C}" type="presOf" srcId="{E08C417B-EF00-4829-9BF4-997CD0D24387}" destId="{BEA882C2-941D-4BC1-999A-441AE814E616}" srcOrd="0" destOrd="0" presId="urn:microsoft.com/office/officeart/2005/8/layout/hierarchy4"/>
    <dgm:cxn modelId="{1E64AD1C-49C2-4EA3-95C1-C9B1453B9621}" type="presParOf" srcId="{0299F29F-18C4-46DD-B8AD-C4E595DB929D}" destId="{33536716-AA2F-4D1E-8AFF-3B03C0CC51B6}" srcOrd="0" destOrd="0" presId="urn:microsoft.com/office/officeart/2005/8/layout/hierarchy4"/>
    <dgm:cxn modelId="{08A17FC8-0B4A-4457-ABA5-9B62B042C76E}" type="presParOf" srcId="{33536716-AA2F-4D1E-8AFF-3B03C0CC51B6}" destId="{0E325764-22A8-4E63-90BE-DF5FF87941EB}" srcOrd="0" destOrd="0" presId="urn:microsoft.com/office/officeart/2005/8/layout/hierarchy4"/>
    <dgm:cxn modelId="{CAC4344D-96C1-46E4-AC22-CA4C846DC389}" type="presParOf" srcId="{33536716-AA2F-4D1E-8AFF-3B03C0CC51B6}" destId="{2DEAB724-A707-46B1-BE6F-3C610D97E2DD}" srcOrd="1" destOrd="0" presId="urn:microsoft.com/office/officeart/2005/8/layout/hierarchy4"/>
    <dgm:cxn modelId="{208A0576-A31B-4305-AB73-DB93EF132D1B}" type="presParOf" srcId="{33536716-AA2F-4D1E-8AFF-3B03C0CC51B6}" destId="{C3334BD9-4C77-4348-A25E-4E442102FDD6}" srcOrd="2" destOrd="0" presId="urn:microsoft.com/office/officeart/2005/8/layout/hierarchy4"/>
    <dgm:cxn modelId="{121F115C-FC8D-4101-94AE-BFB488AB54A3}" type="presParOf" srcId="{C3334BD9-4C77-4348-A25E-4E442102FDD6}" destId="{505C0096-E03F-46CF-8087-6896E18C35E7}" srcOrd="0" destOrd="0" presId="urn:microsoft.com/office/officeart/2005/8/layout/hierarchy4"/>
    <dgm:cxn modelId="{4971EE0B-0171-455B-A1CA-95B294BB18D1}" type="presParOf" srcId="{505C0096-E03F-46CF-8087-6896E18C35E7}" destId="{9B347C98-BC18-46B7-87BB-A769A9EF7EA5}" srcOrd="0" destOrd="0" presId="urn:microsoft.com/office/officeart/2005/8/layout/hierarchy4"/>
    <dgm:cxn modelId="{1DB2AE18-AFE8-4229-91E3-D2D671875E15}" type="presParOf" srcId="{505C0096-E03F-46CF-8087-6896E18C35E7}" destId="{60A9697A-88A7-4D26-863B-6C0F938F9F48}" srcOrd="1" destOrd="0" presId="urn:microsoft.com/office/officeart/2005/8/layout/hierarchy4"/>
    <dgm:cxn modelId="{F4B64C85-5A6F-448E-B6C3-7433DDF042EF}" type="presParOf" srcId="{505C0096-E03F-46CF-8087-6896E18C35E7}" destId="{5F6E5FEE-FA1B-48F5-AE2A-DF6C5CA7B6E7}" srcOrd="2" destOrd="0" presId="urn:microsoft.com/office/officeart/2005/8/layout/hierarchy4"/>
    <dgm:cxn modelId="{BF73C8D4-4966-46CE-B9EF-707330E43FA2}" type="presParOf" srcId="{5F6E5FEE-FA1B-48F5-AE2A-DF6C5CA7B6E7}" destId="{C9368B41-D957-483E-B5B2-9D49E4173C3E}" srcOrd="0" destOrd="0" presId="urn:microsoft.com/office/officeart/2005/8/layout/hierarchy4"/>
    <dgm:cxn modelId="{140088E5-D601-4A00-A697-0F36F23752A2}" type="presParOf" srcId="{C9368B41-D957-483E-B5B2-9D49E4173C3E}" destId="{E18EF653-EDD2-473B-A40C-A36B97DF1238}" srcOrd="0" destOrd="0" presId="urn:microsoft.com/office/officeart/2005/8/layout/hierarchy4"/>
    <dgm:cxn modelId="{41CE98F5-6DD8-4A1A-A16C-E9973A452842}" type="presParOf" srcId="{C9368B41-D957-483E-B5B2-9D49E4173C3E}" destId="{93656338-8DF0-4CA0-A7B3-FA29A3480967}" srcOrd="1" destOrd="0" presId="urn:microsoft.com/office/officeart/2005/8/layout/hierarchy4"/>
    <dgm:cxn modelId="{AE16A6AA-E1AC-4805-BFBE-CA20EB408E22}" type="presParOf" srcId="{5F6E5FEE-FA1B-48F5-AE2A-DF6C5CA7B6E7}" destId="{3A23E3E4-CE6A-406C-9ED9-CFD9F52F24AC}" srcOrd="1" destOrd="0" presId="urn:microsoft.com/office/officeart/2005/8/layout/hierarchy4"/>
    <dgm:cxn modelId="{46DE9901-3352-4F3C-A894-ADA014609FB8}" type="presParOf" srcId="{5F6E5FEE-FA1B-48F5-AE2A-DF6C5CA7B6E7}" destId="{FDC3D3CB-B226-4775-8639-9EAB496EAEC5}" srcOrd="2" destOrd="0" presId="urn:microsoft.com/office/officeart/2005/8/layout/hierarchy4"/>
    <dgm:cxn modelId="{682FFB59-A14A-48A4-A4F1-60E51F46AB05}" type="presParOf" srcId="{FDC3D3CB-B226-4775-8639-9EAB496EAEC5}" destId="{55B5A154-30BB-417D-92C6-EF5855B9FD0B}" srcOrd="0" destOrd="0" presId="urn:microsoft.com/office/officeart/2005/8/layout/hierarchy4"/>
    <dgm:cxn modelId="{43EF00B7-398F-448E-9750-B7A1C2B54B7D}" type="presParOf" srcId="{FDC3D3CB-B226-4775-8639-9EAB496EAEC5}" destId="{468D67A1-943B-4531-AF60-1F502CAAF2D4}" srcOrd="1" destOrd="0" presId="urn:microsoft.com/office/officeart/2005/8/layout/hierarchy4"/>
    <dgm:cxn modelId="{9259345A-69D7-4BFC-A52F-FFF5E8045BFA}" type="presParOf" srcId="{C3334BD9-4C77-4348-A25E-4E442102FDD6}" destId="{D056E940-1B9A-4860-8DBF-39375A2D5FA6}" srcOrd="1" destOrd="0" presId="urn:microsoft.com/office/officeart/2005/8/layout/hierarchy4"/>
    <dgm:cxn modelId="{8BDE0F43-DA10-4695-B056-B268087B5DC3}" type="presParOf" srcId="{C3334BD9-4C77-4348-A25E-4E442102FDD6}" destId="{B11C46A2-AB4E-427C-8AB5-C0D5ECBD8AA4}" srcOrd="2" destOrd="0" presId="urn:microsoft.com/office/officeart/2005/8/layout/hierarchy4"/>
    <dgm:cxn modelId="{40E996C7-16E5-480F-ACDF-DBD119AEE42F}" type="presParOf" srcId="{B11C46A2-AB4E-427C-8AB5-C0D5ECBD8AA4}" destId="{72779CCA-9E58-4C8D-957A-36ADA268AC16}" srcOrd="0" destOrd="0" presId="urn:microsoft.com/office/officeart/2005/8/layout/hierarchy4"/>
    <dgm:cxn modelId="{2408AA8E-0B88-438F-AD55-9EA0DEC37E87}" type="presParOf" srcId="{B11C46A2-AB4E-427C-8AB5-C0D5ECBD8AA4}" destId="{E12DDF71-3242-403A-A42B-D9E0BA5E3AE1}" srcOrd="1" destOrd="0" presId="urn:microsoft.com/office/officeart/2005/8/layout/hierarchy4"/>
    <dgm:cxn modelId="{DB7683DD-2B78-4DA7-B729-EDB9EE8D6CDE}" type="presParOf" srcId="{B11C46A2-AB4E-427C-8AB5-C0D5ECBD8AA4}" destId="{EDA7464A-6124-487A-9670-F6170A86610B}" srcOrd="2" destOrd="0" presId="urn:microsoft.com/office/officeart/2005/8/layout/hierarchy4"/>
    <dgm:cxn modelId="{968FFE5E-A8D6-4720-9476-E9998FAC3C1D}" type="presParOf" srcId="{EDA7464A-6124-487A-9670-F6170A86610B}" destId="{F1B64D31-3E43-4F74-8DA7-37BD1EFA4A3D}" srcOrd="0" destOrd="0" presId="urn:microsoft.com/office/officeart/2005/8/layout/hierarchy4"/>
    <dgm:cxn modelId="{EC55FB15-3DD7-4830-A88F-6C9033E16E12}" type="presParOf" srcId="{F1B64D31-3E43-4F74-8DA7-37BD1EFA4A3D}" destId="{BEA882C2-941D-4BC1-999A-441AE814E616}" srcOrd="0" destOrd="0" presId="urn:microsoft.com/office/officeart/2005/8/layout/hierarchy4"/>
    <dgm:cxn modelId="{D6C4DB72-9B16-4743-8F2B-A4EE1E6FAA1E}" type="presParOf" srcId="{F1B64D31-3E43-4F74-8DA7-37BD1EFA4A3D}" destId="{157454CF-C1DE-4D70-967B-3CBBC617667F}"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736D44B1-6DC9-4981-9C33-2FCEC9ABD66A}" type="doc">
      <dgm:prSet loTypeId="urn:microsoft.com/office/officeart/2005/8/layout/vProcess5" loCatId="process" qsTypeId="urn:microsoft.com/office/officeart/2005/8/quickstyle/3d2" qsCatId="3D" csTypeId="urn:microsoft.com/office/officeart/2005/8/colors/colorful1" csCatId="colorful" phldr="1"/>
      <dgm:spPr/>
      <dgm:t>
        <a:bodyPr/>
        <a:lstStyle/>
        <a:p>
          <a:endParaRPr lang="fr-FR"/>
        </a:p>
      </dgm:t>
    </dgm:pt>
    <dgm:pt modelId="{5CCD0231-476E-4CD4-A118-7BB8F6D75988}">
      <dgm:prSet phldrT="[Texte]" custT="1"/>
      <dgm:spPr>
        <a:solidFill>
          <a:srgbClr val="C00000"/>
        </a:solidFill>
      </dgm:spPr>
      <dgm:t>
        <a:bodyPr/>
        <a:lstStyle/>
        <a:p>
          <a:r>
            <a:rPr lang="fr-FR" sz="4000" dirty="0" smtClean="0">
              <a:latin typeface="Times New Roman" pitchFamily="18" charset="0"/>
              <a:cs typeface="Times New Roman" pitchFamily="18" charset="0"/>
            </a:rPr>
            <a:t>Conséquences :</a:t>
          </a:r>
          <a:endParaRPr lang="fr-FR" sz="4000" dirty="0">
            <a:latin typeface="Times New Roman" pitchFamily="18" charset="0"/>
            <a:cs typeface="Times New Roman" pitchFamily="18" charset="0"/>
          </a:endParaRPr>
        </a:p>
      </dgm:t>
    </dgm:pt>
    <dgm:pt modelId="{12633F07-0976-4ADB-A320-13831690CC20}" type="parTrans" cxnId="{617D8723-1B9E-428E-9375-E977D7E1C13A}">
      <dgm:prSet/>
      <dgm:spPr/>
      <dgm:t>
        <a:bodyPr/>
        <a:lstStyle/>
        <a:p>
          <a:endParaRPr lang="fr-FR"/>
        </a:p>
      </dgm:t>
    </dgm:pt>
    <dgm:pt modelId="{89108854-BB62-4F5F-A466-789E5F08F7D8}" type="sibTrans" cxnId="{617D8723-1B9E-428E-9375-E977D7E1C13A}">
      <dgm:prSet/>
      <dgm:spPr/>
      <dgm:t>
        <a:bodyPr/>
        <a:lstStyle/>
        <a:p>
          <a:endParaRPr lang="fr-FR"/>
        </a:p>
      </dgm:t>
    </dgm:pt>
    <dgm:pt modelId="{1B2F18E5-F336-4B3F-A933-C07944AFD17C}">
      <dgm:prSet phldrT="[Texte]"/>
      <dgm:spPr>
        <a:solidFill>
          <a:schemeClr val="accent3">
            <a:lumMod val="50000"/>
          </a:schemeClr>
        </a:solidFill>
      </dgm:spPr>
      <dgm:t>
        <a:bodyPr/>
        <a:lstStyle/>
        <a:p>
          <a:r>
            <a:rPr lang="fr-FR" dirty="0" smtClean="0"/>
            <a:t>incontinence plus au moins complète des matières fécales.</a:t>
          </a:r>
          <a:endParaRPr lang="fr-FR" dirty="0"/>
        </a:p>
      </dgm:t>
    </dgm:pt>
    <dgm:pt modelId="{7C3C4B6C-CCA9-40D7-810A-4BB50FA4EF2F}" type="parTrans" cxnId="{B401A55F-2664-4EFE-BBF4-22A883539058}">
      <dgm:prSet/>
      <dgm:spPr/>
      <dgm:t>
        <a:bodyPr/>
        <a:lstStyle/>
        <a:p>
          <a:endParaRPr lang="fr-FR"/>
        </a:p>
      </dgm:t>
    </dgm:pt>
    <dgm:pt modelId="{2932379B-682E-4DC4-8F72-C984757AE5B6}" type="sibTrans" cxnId="{B401A55F-2664-4EFE-BBF4-22A883539058}">
      <dgm:prSet/>
      <dgm:spPr/>
      <dgm:t>
        <a:bodyPr/>
        <a:lstStyle/>
        <a:p>
          <a:endParaRPr lang="fr-FR"/>
        </a:p>
      </dgm:t>
    </dgm:pt>
    <dgm:pt modelId="{F1CF7A6F-4811-4D43-9DCF-7B618BC4FF78}">
      <dgm:prSet phldrT="[Texte]"/>
      <dgm:spPr>
        <a:solidFill>
          <a:srgbClr val="6600FF"/>
        </a:solidFill>
      </dgm:spPr>
      <dgm:t>
        <a:bodyPr/>
        <a:lstStyle/>
        <a:p>
          <a:r>
            <a:rPr lang="fr-FR" dirty="0" smtClean="0"/>
            <a:t>développement de marisques et de condylomes.</a:t>
          </a:r>
          <a:endParaRPr lang="fr-FR" dirty="0"/>
        </a:p>
      </dgm:t>
    </dgm:pt>
    <dgm:pt modelId="{41AEEB8B-496C-4BAB-9096-06F4565BA3C2}" type="parTrans" cxnId="{10865212-19AD-4502-BDDD-47E60BE58C32}">
      <dgm:prSet/>
      <dgm:spPr/>
      <dgm:t>
        <a:bodyPr/>
        <a:lstStyle/>
        <a:p>
          <a:endParaRPr lang="fr-FR"/>
        </a:p>
      </dgm:t>
    </dgm:pt>
    <dgm:pt modelId="{E06A67BA-D969-4654-9D67-F4F85CD04BA5}" type="sibTrans" cxnId="{10865212-19AD-4502-BDDD-47E60BE58C32}">
      <dgm:prSet/>
      <dgm:spPr/>
      <dgm:t>
        <a:bodyPr/>
        <a:lstStyle/>
        <a:p>
          <a:endParaRPr lang="fr-FR"/>
        </a:p>
      </dgm:t>
    </dgm:pt>
    <dgm:pt modelId="{05224DB3-3F21-4FA8-97AF-652091A2A671}" type="pres">
      <dgm:prSet presAssocID="{736D44B1-6DC9-4981-9C33-2FCEC9ABD66A}" presName="outerComposite" presStyleCnt="0">
        <dgm:presLayoutVars>
          <dgm:chMax val="5"/>
          <dgm:dir/>
          <dgm:resizeHandles val="exact"/>
        </dgm:presLayoutVars>
      </dgm:prSet>
      <dgm:spPr/>
      <dgm:t>
        <a:bodyPr/>
        <a:lstStyle/>
        <a:p>
          <a:endParaRPr lang="fr-FR"/>
        </a:p>
      </dgm:t>
    </dgm:pt>
    <dgm:pt modelId="{A58C2B0D-E09C-471F-A2D3-49CAEC6AB5B7}" type="pres">
      <dgm:prSet presAssocID="{736D44B1-6DC9-4981-9C33-2FCEC9ABD66A}" presName="dummyMaxCanvas" presStyleCnt="0">
        <dgm:presLayoutVars/>
      </dgm:prSet>
      <dgm:spPr/>
    </dgm:pt>
    <dgm:pt modelId="{BDFC060E-0EBC-4EAB-9541-64F35F7514B5}" type="pres">
      <dgm:prSet presAssocID="{736D44B1-6DC9-4981-9C33-2FCEC9ABD66A}" presName="ThreeNodes_1" presStyleLbl="node1" presStyleIdx="0" presStyleCnt="3">
        <dgm:presLayoutVars>
          <dgm:bulletEnabled val="1"/>
        </dgm:presLayoutVars>
      </dgm:prSet>
      <dgm:spPr/>
      <dgm:t>
        <a:bodyPr/>
        <a:lstStyle/>
        <a:p>
          <a:endParaRPr lang="fr-FR"/>
        </a:p>
      </dgm:t>
    </dgm:pt>
    <dgm:pt modelId="{2FB302CB-AD0E-41D8-85E2-24832B9CD31F}" type="pres">
      <dgm:prSet presAssocID="{736D44B1-6DC9-4981-9C33-2FCEC9ABD66A}" presName="ThreeNodes_2" presStyleLbl="node1" presStyleIdx="1" presStyleCnt="3">
        <dgm:presLayoutVars>
          <dgm:bulletEnabled val="1"/>
        </dgm:presLayoutVars>
      </dgm:prSet>
      <dgm:spPr/>
      <dgm:t>
        <a:bodyPr/>
        <a:lstStyle/>
        <a:p>
          <a:endParaRPr lang="fr-FR"/>
        </a:p>
      </dgm:t>
    </dgm:pt>
    <dgm:pt modelId="{D6002480-B3CE-43BC-A15D-90547EA4C4E2}" type="pres">
      <dgm:prSet presAssocID="{736D44B1-6DC9-4981-9C33-2FCEC9ABD66A}" presName="ThreeNodes_3" presStyleLbl="node1" presStyleIdx="2" presStyleCnt="3">
        <dgm:presLayoutVars>
          <dgm:bulletEnabled val="1"/>
        </dgm:presLayoutVars>
      </dgm:prSet>
      <dgm:spPr/>
      <dgm:t>
        <a:bodyPr/>
        <a:lstStyle/>
        <a:p>
          <a:endParaRPr lang="fr-FR"/>
        </a:p>
      </dgm:t>
    </dgm:pt>
    <dgm:pt modelId="{15ABA90D-BC00-4F41-A5FF-84D8D8DCD3FA}" type="pres">
      <dgm:prSet presAssocID="{736D44B1-6DC9-4981-9C33-2FCEC9ABD66A}" presName="ThreeConn_1-2" presStyleLbl="fgAccFollowNode1" presStyleIdx="0" presStyleCnt="2">
        <dgm:presLayoutVars>
          <dgm:bulletEnabled val="1"/>
        </dgm:presLayoutVars>
      </dgm:prSet>
      <dgm:spPr/>
      <dgm:t>
        <a:bodyPr/>
        <a:lstStyle/>
        <a:p>
          <a:endParaRPr lang="fr-FR"/>
        </a:p>
      </dgm:t>
    </dgm:pt>
    <dgm:pt modelId="{0BC6D012-D90B-4B45-ACC7-D5F09AF50A2A}" type="pres">
      <dgm:prSet presAssocID="{736D44B1-6DC9-4981-9C33-2FCEC9ABD66A}" presName="ThreeConn_2-3" presStyleLbl="fgAccFollowNode1" presStyleIdx="1" presStyleCnt="2">
        <dgm:presLayoutVars>
          <dgm:bulletEnabled val="1"/>
        </dgm:presLayoutVars>
      </dgm:prSet>
      <dgm:spPr/>
      <dgm:t>
        <a:bodyPr/>
        <a:lstStyle/>
        <a:p>
          <a:endParaRPr lang="fr-FR"/>
        </a:p>
      </dgm:t>
    </dgm:pt>
    <dgm:pt modelId="{DC348F48-E388-4BD2-AFA4-E085708F8AB3}" type="pres">
      <dgm:prSet presAssocID="{736D44B1-6DC9-4981-9C33-2FCEC9ABD66A}" presName="ThreeNodes_1_text" presStyleLbl="node1" presStyleIdx="2" presStyleCnt="3">
        <dgm:presLayoutVars>
          <dgm:bulletEnabled val="1"/>
        </dgm:presLayoutVars>
      </dgm:prSet>
      <dgm:spPr/>
      <dgm:t>
        <a:bodyPr/>
        <a:lstStyle/>
        <a:p>
          <a:endParaRPr lang="fr-FR"/>
        </a:p>
      </dgm:t>
    </dgm:pt>
    <dgm:pt modelId="{03F9FE62-F9FC-496E-9556-7DFAFF007D63}" type="pres">
      <dgm:prSet presAssocID="{736D44B1-6DC9-4981-9C33-2FCEC9ABD66A}" presName="ThreeNodes_2_text" presStyleLbl="node1" presStyleIdx="2" presStyleCnt="3">
        <dgm:presLayoutVars>
          <dgm:bulletEnabled val="1"/>
        </dgm:presLayoutVars>
      </dgm:prSet>
      <dgm:spPr/>
      <dgm:t>
        <a:bodyPr/>
        <a:lstStyle/>
        <a:p>
          <a:endParaRPr lang="fr-FR"/>
        </a:p>
      </dgm:t>
    </dgm:pt>
    <dgm:pt modelId="{CAF5C7AC-B353-4A57-A8C2-F26E20E4D1CD}" type="pres">
      <dgm:prSet presAssocID="{736D44B1-6DC9-4981-9C33-2FCEC9ABD66A}" presName="ThreeNodes_3_text" presStyleLbl="node1" presStyleIdx="2" presStyleCnt="3">
        <dgm:presLayoutVars>
          <dgm:bulletEnabled val="1"/>
        </dgm:presLayoutVars>
      </dgm:prSet>
      <dgm:spPr/>
      <dgm:t>
        <a:bodyPr/>
        <a:lstStyle/>
        <a:p>
          <a:endParaRPr lang="fr-FR"/>
        </a:p>
      </dgm:t>
    </dgm:pt>
  </dgm:ptLst>
  <dgm:cxnLst>
    <dgm:cxn modelId="{AB786928-5E56-4EA7-B44F-E9C8D7B84144}" type="presOf" srcId="{1B2F18E5-F336-4B3F-A933-C07944AFD17C}" destId="{2FB302CB-AD0E-41D8-85E2-24832B9CD31F}" srcOrd="0" destOrd="0" presId="urn:microsoft.com/office/officeart/2005/8/layout/vProcess5"/>
    <dgm:cxn modelId="{C0F71DA8-E778-493E-B053-4B68BFDAEBC6}" type="presOf" srcId="{1B2F18E5-F336-4B3F-A933-C07944AFD17C}" destId="{03F9FE62-F9FC-496E-9556-7DFAFF007D63}" srcOrd="1" destOrd="0" presId="urn:microsoft.com/office/officeart/2005/8/layout/vProcess5"/>
    <dgm:cxn modelId="{CE0E6D10-F848-4CD5-B94E-6BD8BAACC7D5}" type="presOf" srcId="{5CCD0231-476E-4CD4-A118-7BB8F6D75988}" destId="{DC348F48-E388-4BD2-AFA4-E085708F8AB3}" srcOrd="1" destOrd="0" presId="urn:microsoft.com/office/officeart/2005/8/layout/vProcess5"/>
    <dgm:cxn modelId="{37406EEE-A276-4C59-A359-DB8A4F26C468}" type="presOf" srcId="{F1CF7A6F-4811-4D43-9DCF-7B618BC4FF78}" destId="{D6002480-B3CE-43BC-A15D-90547EA4C4E2}" srcOrd="0" destOrd="0" presId="urn:microsoft.com/office/officeart/2005/8/layout/vProcess5"/>
    <dgm:cxn modelId="{B401A55F-2664-4EFE-BBF4-22A883539058}" srcId="{736D44B1-6DC9-4981-9C33-2FCEC9ABD66A}" destId="{1B2F18E5-F336-4B3F-A933-C07944AFD17C}" srcOrd="1" destOrd="0" parTransId="{7C3C4B6C-CCA9-40D7-810A-4BB50FA4EF2F}" sibTransId="{2932379B-682E-4DC4-8F72-C984757AE5B6}"/>
    <dgm:cxn modelId="{88CFF17D-9069-4B0C-BD80-0EC75461DEF3}" type="presOf" srcId="{89108854-BB62-4F5F-A466-789E5F08F7D8}" destId="{15ABA90D-BC00-4F41-A5FF-84D8D8DCD3FA}" srcOrd="0" destOrd="0" presId="urn:microsoft.com/office/officeart/2005/8/layout/vProcess5"/>
    <dgm:cxn modelId="{E7F9B96E-0AA5-403D-A73D-CB6A7AD813F4}" type="presOf" srcId="{2932379B-682E-4DC4-8F72-C984757AE5B6}" destId="{0BC6D012-D90B-4B45-ACC7-D5F09AF50A2A}" srcOrd="0" destOrd="0" presId="urn:microsoft.com/office/officeart/2005/8/layout/vProcess5"/>
    <dgm:cxn modelId="{A7F57FA2-D153-40AE-B025-747FFE5E1732}" type="presOf" srcId="{5CCD0231-476E-4CD4-A118-7BB8F6D75988}" destId="{BDFC060E-0EBC-4EAB-9541-64F35F7514B5}" srcOrd="0" destOrd="0" presId="urn:microsoft.com/office/officeart/2005/8/layout/vProcess5"/>
    <dgm:cxn modelId="{F6ECFE93-AFA3-42CF-8482-E08ED3ECE9CE}" type="presOf" srcId="{736D44B1-6DC9-4981-9C33-2FCEC9ABD66A}" destId="{05224DB3-3F21-4FA8-97AF-652091A2A671}" srcOrd="0" destOrd="0" presId="urn:microsoft.com/office/officeart/2005/8/layout/vProcess5"/>
    <dgm:cxn modelId="{10865212-19AD-4502-BDDD-47E60BE58C32}" srcId="{736D44B1-6DC9-4981-9C33-2FCEC9ABD66A}" destId="{F1CF7A6F-4811-4D43-9DCF-7B618BC4FF78}" srcOrd="2" destOrd="0" parTransId="{41AEEB8B-496C-4BAB-9096-06F4565BA3C2}" sibTransId="{E06A67BA-D969-4654-9D67-F4F85CD04BA5}"/>
    <dgm:cxn modelId="{430D9834-8B55-4C17-8698-2DFB817925D8}" type="presOf" srcId="{F1CF7A6F-4811-4D43-9DCF-7B618BC4FF78}" destId="{CAF5C7AC-B353-4A57-A8C2-F26E20E4D1CD}" srcOrd="1" destOrd="0" presId="urn:microsoft.com/office/officeart/2005/8/layout/vProcess5"/>
    <dgm:cxn modelId="{617D8723-1B9E-428E-9375-E977D7E1C13A}" srcId="{736D44B1-6DC9-4981-9C33-2FCEC9ABD66A}" destId="{5CCD0231-476E-4CD4-A118-7BB8F6D75988}" srcOrd="0" destOrd="0" parTransId="{12633F07-0976-4ADB-A320-13831690CC20}" sibTransId="{89108854-BB62-4F5F-A466-789E5F08F7D8}"/>
    <dgm:cxn modelId="{60BC31EC-2B59-4AE3-8E90-0C53D2657F8A}" type="presParOf" srcId="{05224DB3-3F21-4FA8-97AF-652091A2A671}" destId="{A58C2B0D-E09C-471F-A2D3-49CAEC6AB5B7}" srcOrd="0" destOrd="0" presId="urn:microsoft.com/office/officeart/2005/8/layout/vProcess5"/>
    <dgm:cxn modelId="{59C5E061-F6C1-47E8-BE80-D44DAD056614}" type="presParOf" srcId="{05224DB3-3F21-4FA8-97AF-652091A2A671}" destId="{BDFC060E-0EBC-4EAB-9541-64F35F7514B5}" srcOrd="1" destOrd="0" presId="urn:microsoft.com/office/officeart/2005/8/layout/vProcess5"/>
    <dgm:cxn modelId="{17067ED8-4E37-484F-BE9E-F47236E3E41B}" type="presParOf" srcId="{05224DB3-3F21-4FA8-97AF-652091A2A671}" destId="{2FB302CB-AD0E-41D8-85E2-24832B9CD31F}" srcOrd="2" destOrd="0" presId="urn:microsoft.com/office/officeart/2005/8/layout/vProcess5"/>
    <dgm:cxn modelId="{067D0CBC-563E-44AF-918B-C3017E2ACCA3}" type="presParOf" srcId="{05224DB3-3F21-4FA8-97AF-652091A2A671}" destId="{D6002480-B3CE-43BC-A15D-90547EA4C4E2}" srcOrd="3" destOrd="0" presId="urn:microsoft.com/office/officeart/2005/8/layout/vProcess5"/>
    <dgm:cxn modelId="{CCEA0CEC-84DB-47C0-A277-79EA8E20B775}" type="presParOf" srcId="{05224DB3-3F21-4FA8-97AF-652091A2A671}" destId="{15ABA90D-BC00-4F41-A5FF-84D8D8DCD3FA}" srcOrd="4" destOrd="0" presId="urn:microsoft.com/office/officeart/2005/8/layout/vProcess5"/>
    <dgm:cxn modelId="{0B28A02E-D381-47E7-B400-88BCF07A07B4}" type="presParOf" srcId="{05224DB3-3F21-4FA8-97AF-652091A2A671}" destId="{0BC6D012-D90B-4B45-ACC7-D5F09AF50A2A}" srcOrd="5" destOrd="0" presId="urn:microsoft.com/office/officeart/2005/8/layout/vProcess5"/>
    <dgm:cxn modelId="{957694D5-5423-4589-ACA1-1F7A5CA0634C}" type="presParOf" srcId="{05224DB3-3F21-4FA8-97AF-652091A2A671}" destId="{DC348F48-E388-4BD2-AFA4-E085708F8AB3}" srcOrd="6" destOrd="0" presId="urn:microsoft.com/office/officeart/2005/8/layout/vProcess5"/>
    <dgm:cxn modelId="{FBF9BA8D-9F5E-413D-B3E9-3BC2D9115293}" type="presParOf" srcId="{05224DB3-3F21-4FA8-97AF-652091A2A671}" destId="{03F9FE62-F9FC-496E-9556-7DFAFF007D63}" srcOrd="7" destOrd="0" presId="urn:microsoft.com/office/officeart/2005/8/layout/vProcess5"/>
    <dgm:cxn modelId="{6EC05011-1939-4E6C-9A23-B840AE0968D6}" type="presParOf" srcId="{05224DB3-3F21-4FA8-97AF-652091A2A671}" destId="{CAF5C7AC-B353-4A57-A8C2-F26E20E4D1CD}" srcOrd="8" destOrd="0" presId="urn:microsoft.com/office/officeart/2005/8/layout/vProcess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42CCFE92-DE28-44DA-BC58-0D3F3723F877}" type="doc">
      <dgm:prSet loTypeId="urn:microsoft.com/office/officeart/2005/8/layout/hierarchy4" loCatId="list" qsTypeId="urn:microsoft.com/office/officeart/2005/8/quickstyle/3d2" qsCatId="3D" csTypeId="urn:microsoft.com/office/officeart/2005/8/colors/colorful1" csCatId="colorful" phldr="1"/>
      <dgm:spPr/>
      <dgm:t>
        <a:bodyPr/>
        <a:lstStyle/>
        <a:p>
          <a:endParaRPr lang="fr-FR"/>
        </a:p>
      </dgm:t>
    </dgm:pt>
    <dgm:pt modelId="{8D018129-2A04-4119-90D1-91BB058C1C56}">
      <dgm:prSet phldrT="[Texte]" custT="1"/>
      <dgm:spPr>
        <a:solidFill>
          <a:srgbClr val="002060"/>
        </a:solidFill>
      </dgm:spPr>
      <dgm:t>
        <a:bodyPr/>
        <a:lstStyle/>
        <a:p>
          <a:r>
            <a:rPr lang="fr-FR" sz="3600" b="0" i="0" dirty="0" smtClean="0">
              <a:latin typeface="Times New Roman" pitchFamily="18" charset="0"/>
              <a:cs typeface="Times New Roman" pitchFamily="18" charset="0"/>
            </a:rPr>
            <a:t>A- GENERALITES :</a:t>
          </a:r>
          <a:br>
            <a:rPr lang="fr-FR" sz="3600" b="0" i="0" dirty="0" smtClean="0">
              <a:latin typeface="Times New Roman" pitchFamily="18" charset="0"/>
              <a:cs typeface="Times New Roman" pitchFamily="18" charset="0"/>
            </a:rPr>
          </a:br>
          <a:endParaRPr lang="fr-FR" sz="3600" b="0" i="0" dirty="0">
            <a:latin typeface="Times New Roman" pitchFamily="18" charset="0"/>
            <a:cs typeface="Times New Roman" pitchFamily="18" charset="0"/>
          </a:endParaRPr>
        </a:p>
      </dgm:t>
    </dgm:pt>
    <dgm:pt modelId="{AD05A423-4F3D-4584-B868-F000B1A895B8}" type="parTrans" cxnId="{E0ED76FF-D9BE-4147-9290-55A23594DA46}">
      <dgm:prSet/>
      <dgm:spPr/>
      <dgm:t>
        <a:bodyPr/>
        <a:lstStyle/>
        <a:p>
          <a:endParaRPr lang="fr-FR"/>
        </a:p>
      </dgm:t>
    </dgm:pt>
    <dgm:pt modelId="{50786171-A3E2-492C-AC9C-34AE37C2A70C}" type="sibTrans" cxnId="{E0ED76FF-D9BE-4147-9290-55A23594DA46}">
      <dgm:prSet/>
      <dgm:spPr/>
      <dgm:t>
        <a:bodyPr/>
        <a:lstStyle/>
        <a:p>
          <a:endParaRPr lang="fr-FR"/>
        </a:p>
      </dgm:t>
    </dgm:pt>
    <dgm:pt modelId="{12ED5364-FCD3-4BC2-A2DE-DC738C354B43}">
      <dgm:prSet phldrT="[Texte]"/>
      <dgm:spPr>
        <a:solidFill>
          <a:srgbClr val="C00000"/>
        </a:solidFill>
      </dgm:spPr>
      <dgm:t>
        <a:bodyPr/>
        <a:lstStyle/>
        <a:p>
          <a:r>
            <a:rPr lang="fr-FR" dirty="0" smtClean="0">
              <a:latin typeface="Times New Roman" pitchFamily="18" charset="0"/>
              <a:cs typeface="Times New Roman" pitchFamily="18" charset="0"/>
            </a:rPr>
            <a:t>Est  « la violence faite à une femme que l’on prend de force »</a:t>
          </a:r>
          <a:endParaRPr lang="fr-FR" dirty="0">
            <a:latin typeface="Times New Roman" pitchFamily="18" charset="0"/>
            <a:cs typeface="Times New Roman" pitchFamily="18" charset="0"/>
          </a:endParaRPr>
        </a:p>
      </dgm:t>
    </dgm:pt>
    <dgm:pt modelId="{73B43DE0-2C76-40A5-962F-742147010B12}" type="parTrans" cxnId="{880A8355-4655-4E1C-8C09-80AB7407A82E}">
      <dgm:prSet/>
      <dgm:spPr/>
      <dgm:t>
        <a:bodyPr/>
        <a:lstStyle/>
        <a:p>
          <a:endParaRPr lang="fr-FR"/>
        </a:p>
      </dgm:t>
    </dgm:pt>
    <dgm:pt modelId="{7E7FB978-0197-439F-9B4D-EAF6000D0B21}" type="sibTrans" cxnId="{880A8355-4655-4E1C-8C09-80AB7407A82E}">
      <dgm:prSet/>
      <dgm:spPr/>
      <dgm:t>
        <a:bodyPr/>
        <a:lstStyle/>
        <a:p>
          <a:endParaRPr lang="fr-FR"/>
        </a:p>
      </dgm:t>
    </dgm:pt>
    <dgm:pt modelId="{FD194CEB-A8A5-431A-9691-F1808CF34DDF}">
      <dgm:prSet phldrT="[Texte]" custT="1"/>
      <dgm:spPr>
        <a:solidFill>
          <a:srgbClr val="C00000"/>
        </a:solidFill>
      </dgm:spPr>
      <dgm:t>
        <a:bodyPr/>
        <a:lstStyle/>
        <a:p>
          <a:r>
            <a:rPr lang="fr-FR" sz="2400" dirty="0" smtClean="0">
              <a:latin typeface="Times New Roman" pitchFamily="18" charset="0"/>
              <a:cs typeface="Times New Roman" pitchFamily="18" charset="0"/>
            </a:rPr>
            <a:t>L’acte qui a pour but l’intromission de la verge dans la cavité vaginale contre la volonté de la femme.</a:t>
          </a:r>
          <a:endParaRPr lang="fr-FR" sz="2400" dirty="0">
            <a:latin typeface="Times New Roman" pitchFamily="18" charset="0"/>
            <a:cs typeface="Times New Roman" pitchFamily="18" charset="0"/>
          </a:endParaRPr>
        </a:p>
      </dgm:t>
    </dgm:pt>
    <dgm:pt modelId="{EBB925B0-73B2-4DD3-AA28-D75A77455CD3}" type="parTrans" cxnId="{A2DF0E62-A213-41A1-82C6-B3ED593257E5}">
      <dgm:prSet/>
      <dgm:spPr/>
      <dgm:t>
        <a:bodyPr/>
        <a:lstStyle/>
        <a:p>
          <a:endParaRPr lang="fr-FR"/>
        </a:p>
      </dgm:t>
    </dgm:pt>
    <dgm:pt modelId="{487D1C02-6017-4004-87F3-B5A0205B999E}" type="sibTrans" cxnId="{A2DF0E62-A213-41A1-82C6-B3ED593257E5}">
      <dgm:prSet/>
      <dgm:spPr/>
      <dgm:t>
        <a:bodyPr/>
        <a:lstStyle/>
        <a:p>
          <a:endParaRPr lang="fr-FR"/>
        </a:p>
      </dgm:t>
    </dgm:pt>
    <dgm:pt modelId="{FFF0900A-C0F0-46D0-BE8E-DD2A0BB110ED}">
      <dgm:prSet phldrT="[Texte]"/>
      <dgm:spPr>
        <a:solidFill>
          <a:srgbClr val="C00000"/>
        </a:solidFill>
      </dgm:spPr>
      <dgm:t>
        <a:bodyPr/>
        <a:lstStyle/>
        <a:p>
          <a:r>
            <a:rPr lang="fr-FR" dirty="0" smtClean="0">
              <a:latin typeface="Times New Roman" pitchFamily="18" charset="0"/>
              <a:cs typeface="Times New Roman" pitchFamily="18" charset="0"/>
            </a:rPr>
            <a:t>La possession d’une femme qu’elle soit vierge ou non sans son consentement</a:t>
          </a:r>
          <a:r>
            <a:rPr lang="fr-FR" dirty="0" smtClean="0"/>
            <a:t>.</a:t>
          </a:r>
          <a:endParaRPr lang="fr-FR" dirty="0"/>
        </a:p>
      </dgm:t>
    </dgm:pt>
    <dgm:pt modelId="{6DD02EC4-8DD3-46E6-B706-42BB69236CC0}" type="parTrans" cxnId="{46D9347A-9983-4FBD-ADF2-5B7A8F8BED87}">
      <dgm:prSet/>
      <dgm:spPr/>
      <dgm:t>
        <a:bodyPr/>
        <a:lstStyle/>
        <a:p>
          <a:endParaRPr lang="fr-FR"/>
        </a:p>
      </dgm:t>
    </dgm:pt>
    <dgm:pt modelId="{62FE5985-3F0B-4401-88A1-916C674EE329}" type="sibTrans" cxnId="{46D9347A-9983-4FBD-ADF2-5B7A8F8BED87}">
      <dgm:prSet/>
      <dgm:spPr/>
      <dgm:t>
        <a:bodyPr/>
        <a:lstStyle/>
        <a:p>
          <a:endParaRPr lang="fr-FR"/>
        </a:p>
      </dgm:t>
    </dgm:pt>
    <dgm:pt modelId="{BA081B15-8BF3-4B7B-8EEA-96A3BEB4E0EB}" type="pres">
      <dgm:prSet presAssocID="{42CCFE92-DE28-44DA-BC58-0D3F3723F877}" presName="Name0" presStyleCnt="0">
        <dgm:presLayoutVars>
          <dgm:chPref val="1"/>
          <dgm:dir/>
          <dgm:animOne val="branch"/>
          <dgm:animLvl val="lvl"/>
          <dgm:resizeHandles/>
        </dgm:presLayoutVars>
      </dgm:prSet>
      <dgm:spPr/>
      <dgm:t>
        <a:bodyPr/>
        <a:lstStyle/>
        <a:p>
          <a:endParaRPr lang="fr-FR"/>
        </a:p>
      </dgm:t>
    </dgm:pt>
    <dgm:pt modelId="{4B7FCA0E-97EB-4F85-B7A9-9E4198AD5E0E}" type="pres">
      <dgm:prSet presAssocID="{8D018129-2A04-4119-90D1-91BB058C1C56}" presName="vertOne" presStyleCnt="0"/>
      <dgm:spPr/>
    </dgm:pt>
    <dgm:pt modelId="{433DC50D-F44F-467E-AFBF-C64C64D43C6B}" type="pres">
      <dgm:prSet presAssocID="{8D018129-2A04-4119-90D1-91BB058C1C56}" presName="txOne" presStyleLbl="node0" presStyleIdx="0" presStyleCnt="1">
        <dgm:presLayoutVars>
          <dgm:chPref val="3"/>
        </dgm:presLayoutVars>
      </dgm:prSet>
      <dgm:spPr/>
      <dgm:t>
        <a:bodyPr/>
        <a:lstStyle/>
        <a:p>
          <a:endParaRPr lang="fr-FR"/>
        </a:p>
      </dgm:t>
    </dgm:pt>
    <dgm:pt modelId="{226E022D-1527-45C7-93BB-92D5231CEA25}" type="pres">
      <dgm:prSet presAssocID="{8D018129-2A04-4119-90D1-91BB058C1C56}" presName="parTransOne" presStyleCnt="0"/>
      <dgm:spPr/>
    </dgm:pt>
    <dgm:pt modelId="{C6B2D0B1-1645-4014-9700-C11CC7C1C50C}" type="pres">
      <dgm:prSet presAssocID="{8D018129-2A04-4119-90D1-91BB058C1C56}" presName="horzOne" presStyleCnt="0"/>
      <dgm:spPr/>
    </dgm:pt>
    <dgm:pt modelId="{911A11B7-3A1C-41AC-AD86-2EE573E7762E}" type="pres">
      <dgm:prSet presAssocID="{12ED5364-FCD3-4BC2-A2DE-DC738C354B43}" presName="vertTwo" presStyleCnt="0"/>
      <dgm:spPr/>
    </dgm:pt>
    <dgm:pt modelId="{3C422AD9-F1F4-43C4-8B4B-5F39C6D59186}" type="pres">
      <dgm:prSet presAssocID="{12ED5364-FCD3-4BC2-A2DE-DC738C354B43}" presName="txTwo" presStyleLbl="node2" presStyleIdx="0" presStyleCnt="2" custScaleX="109999">
        <dgm:presLayoutVars>
          <dgm:chPref val="3"/>
        </dgm:presLayoutVars>
      </dgm:prSet>
      <dgm:spPr/>
      <dgm:t>
        <a:bodyPr/>
        <a:lstStyle/>
        <a:p>
          <a:endParaRPr lang="fr-FR"/>
        </a:p>
      </dgm:t>
    </dgm:pt>
    <dgm:pt modelId="{88123B32-536E-4D5F-91C8-89B76426D6BF}" type="pres">
      <dgm:prSet presAssocID="{12ED5364-FCD3-4BC2-A2DE-DC738C354B43}" presName="parTransTwo" presStyleCnt="0"/>
      <dgm:spPr/>
    </dgm:pt>
    <dgm:pt modelId="{F1BAA74E-FEA3-4AC3-8E3B-A3179A44680F}" type="pres">
      <dgm:prSet presAssocID="{12ED5364-FCD3-4BC2-A2DE-DC738C354B43}" presName="horzTwo" presStyleCnt="0"/>
      <dgm:spPr/>
    </dgm:pt>
    <dgm:pt modelId="{36520329-1CD5-4D30-BB07-8DEE6457EE96}" type="pres">
      <dgm:prSet presAssocID="{FD194CEB-A8A5-431A-9691-F1808CF34DDF}" presName="vertThree" presStyleCnt="0"/>
      <dgm:spPr/>
    </dgm:pt>
    <dgm:pt modelId="{5B6400E8-71DA-43CA-BB37-A3D7C4071D97}" type="pres">
      <dgm:prSet presAssocID="{FD194CEB-A8A5-431A-9691-F1808CF34DDF}" presName="txThree" presStyleLbl="node3" presStyleIdx="0" presStyleCnt="1" custScaleX="167659" custLinFactNeighborX="2399" custLinFactNeighborY="856">
        <dgm:presLayoutVars>
          <dgm:chPref val="3"/>
        </dgm:presLayoutVars>
      </dgm:prSet>
      <dgm:spPr/>
      <dgm:t>
        <a:bodyPr/>
        <a:lstStyle/>
        <a:p>
          <a:endParaRPr lang="fr-FR"/>
        </a:p>
      </dgm:t>
    </dgm:pt>
    <dgm:pt modelId="{219A8F94-2D3F-4335-B70C-2B93AD9D8690}" type="pres">
      <dgm:prSet presAssocID="{FD194CEB-A8A5-431A-9691-F1808CF34DDF}" presName="horzThree" presStyleCnt="0"/>
      <dgm:spPr/>
    </dgm:pt>
    <dgm:pt modelId="{7E7A5A5F-6118-4EAB-A4F8-0954AA627813}" type="pres">
      <dgm:prSet presAssocID="{7E7FB978-0197-439F-9B4D-EAF6000D0B21}" presName="sibSpaceTwo" presStyleCnt="0"/>
      <dgm:spPr/>
    </dgm:pt>
    <dgm:pt modelId="{EC5B7559-80B4-4E35-B6C1-5CFE21981C06}" type="pres">
      <dgm:prSet presAssocID="{FFF0900A-C0F0-46D0-BE8E-DD2A0BB110ED}" presName="vertTwo" presStyleCnt="0"/>
      <dgm:spPr/>
    </dgm:pt>
    <dgm:pt modelId="{127CF60D-CA93-42FE-8B35-C0FF2AA008AE}" type="pres">
      <dgm:prSet presAssocID="{FFF0900A-C0F0-46D0-BE8E-DD2A0BB110ED}" presName="txTwo" presStyleLbl="node2" presStyleIdx="1" presStyleCnt="2" custScaleY="205950" custLinFactNeighborX="-727" custLinFactNeighborY="4078">
        <dgm:presLayoutVars>
          <dgm:chPref val="3"/>
        </dgm:presLayoutVars>
      </dgm:prSet>
      <dgm:spPr/>
      <dgm:t>
        <a:bodyPr/>
        <a:lstStyle/>
        <a:p>
          <a:endParaRPr lang="fr-FR"/>
        </a:p>
      </dgm:t>
    </dgm:pt>
    <dgm:pt modelId="{0EB66917-2923-4622-A7E6-E92FD81223B9}" type="pres">
      <dgm:prSet presAssocID="{FFF0900A-C0F0-46D0-BE8E-DD2A0BB110ED}" presName="horzTwo" presStyleCnt="0"/>
      <dgm:spPr/>
    </dgm:pt>
  </dgm:ptLst>
  <dgm:cxnLst>
    <dgm:cxn modelId="{46D9347A-9983-4FBD-ADF2-5B7A8F8BED87}" srcId="{8D018129-2A04-4119-90D1-91BB058C1C56}" destId="{FFF0900A-C0F0-46D0-BE8E-DD2A0BB110ED}" srcOrd="1" destOrd="0" parTransId="{6DD02EC4-8DD3-46E6-B706-42BB69236CC0}" sibTransId="{62FE5985-3F0B-4401-88A1-916C674EE329}"/>
    <dgm:cxn modelId="{E0ED76FF-D9BE-4147-9290-55A23594DA46}" srcId="{42CCFE92-DE28-44DA-BC58-0D3F3723F877}" destId="{8D018129-2A04-4119-90D1-91BB058C1C56}" srcOrd="0" destOrd="0" parTransId="{AD05A423-4F3D-4584-B868-F000B1A895B8}" sibTransId="{50786171-A3E2-492C-AC9C-34AE37C2A70C}"/>
    <dgm:cxn modelId="{880A8355-4655-4E1C-8C09-80AB7407A82E}" srcId="{8D018129-2A04-4119-90D1-91BB058C1C56}" destId="{12ED5364-FCD3-4BC2-A2DE-DC738C354B43}" srcOrd="0" destOrd="0" parTransId="{73B43DE0-2C76-40A5-962F-742147010B12}" sibTransId="{7E7FB978-0197-439F-9B4D-EAF6000D0B21}"/>
    <dgm:cxn modelId="{49D217FF-1016-48D6-A6A0-1DDE6145A061}" type="presOf" srcId="{FFF0900A-C0F0-46D0-BE8E-DD2A0BB110ED}" destId="{127CF60D-CA93-42FE-8B35-C0FF2AA008AE}" srcOrd="0" destOrd="0" presId="urn:microsoft.com/office/officeart/2005/8/layout/hierarchy4"/>
    <dgm:cxn modelId="{4CCD8913-F792-4363-A084-1404D77D6F93}" type="presOf" srcId="{FD194CEB-A8A5-431A-9691-F1808CF34DDF}" destId="{5B6400E8-71DA-43CA-BB37-A3D7C4071D97}" srcOrd="0" destOrd="0" presId="urn:microsoft.com/office/officeart/2005/8/layout/hierarchy4"/>
    <dgm:cxn modelId="{BDCD3C30-B055-441C-A95F-D0D17E827CA5}" type="presOf" srcId="{12ED5364-FCD3-4BC2-A2DE-DC738C354B43}" destId="{3C422AD9-F1F4-43C4-8B4B-5F39C6D59186}" srcOrd="0" destOrd="0" presId="urn:microsoft.com/office/officeart/2005/8/layout/hierarchy4"/>
    <dgm:cxn modelId="{26C1157D-569C-4941-B79A-C58D553F2C7E}" type="presOf" srcId="{8D018129-2A04-4119-90D1-91BB058C1C56}" destId="{433DC50D-F44F-467E-AFBF-C64C64D43C6B}" srcOrd="0" destOrd="0" presId="urn:microsoft.com/office/officeart/2005/8/layout/hierarchy4"/>
    <dgm:cxn modelId="{FC998216-5DC3-4D5A-B934-E544BB26AA25}" type="presOf" srcId="{42CCFE92-DE28-44DA-BC58-0D3F3723F877}" destId="{BA081B15-8BF3-4B7B-8EEA-96A3BEB4E0EB}" srcOrd="0" destOrd="0" presId="urn:microsoft.com/office/officeart/2005/8/layout/hierarchy4"/>
    <dgm:cxn modelId="{A2DF0E62-A213-41A1-82C6-B3ED593257E5}" srcId="{12ED5364-FCD3-4BC2-A2DE-DC738C354B43}" destId="{FD194CEB-A8A5-431A-9691-F1808CF34DDF}" srcOrd="0" destOrd="0" parTransId="{EBB925B0-73B2-4DD3-AA28-D75A77455CD3}" sibTransId="{487D1C02-6017-4004-87F3-B5A0205B999E}"/>
    <dgm:cxn modelId="{1E225917-2891-4F13-B5D5-1269C30A831B}" type="presParOf" srcId="{BA081B15-8BF3-4B7B-8EEA-96A3BEB4E0EB}" destId="{4B7FCA0E-97EB-4F85-B7A9-9E4198AD5E0E}" srcOrd="0" destOrd="0" presId="urn:microsoft.com/office/officeart/2005/8/layout/hierarchy4"/>
    <dgm:cxn modelId="{A453F1FF-346A-4C4E-B85F-D89080B89219}" type="presParOf" srcId="{4B7FCA0E-97EB-4F85-B7A9-9E4198AD5E0E}" destId="{433DC50D-F44F-467E-AFBF-C64C64D43C6B}" srcOrd="0" destOrd="0" presId="urn:microsoft.com/office/officeart/2005/8/layout/hierarchy4"/>
    <dgm:cxn modelId="{08843C39-2284-4295-BB56-270C66F1BFEE}" type="presParOf" srcId="{4B7FCA0E-97EB-4F85-B7A9-9E4198AD5E0E}" destId="{226E022D-1527-45C7-93BB-92D5231CEA25}" srcOrd="1" destOrd="0" presId="urn:microsoft.com/office/officeart/2005/8/layout/hierarchy4"/>
    <dgm:cxn modelId="{B9547E7B-CFBA-483F-BE91-4C9A30B2D4AA}" type="presParOf" srcId="{4B7FCA0E-97EB-4F85-B7A9-9E4198AD5E0E}" destId="{C6B2D0B1-1645-4014-9700-C11CC7C1C50C}" srcOrd="2" destOrd="0" presId="urn:microsoft.com/office/officeart/2005/8/layout/hierarchy4"/>
    <dgm:cxn modelId="{648CF7A0-5D80-4DAB-AEA1-1DD67E2687D9}" type="presParOf" srcId="{C6B2D0B1-1645-4014-9700-C11CC7C1C50C}" destId="{911A11B7-3A1C-41AC-AD86-2EE573E7762E}" srcOrd="0" destOrd="0" presId="urn:microsoft.com/office/officeart/2005/8/layout/hierarchy4"/>
    <dgm:cxn modelId="{D0F71C34-65B7-49E9-A0F7-D688689D97AF}" type="presParOf" srcId="{911A11B7-3A1C-41AC-AD86-2EE573E7762E}" destId="{3C422AD9-F1F4-43C4-8B4B-5F39C6D59186}" srcOrd="0" destOrd="0" presId="urn:microsoft.com/office/officeart/2005/8/layout/hierarchy4"/>
    <dgm:cxn modelId="{2BCE5653-B14A-4151-927D-C14C95C21E0D}" type="presParOf" srcId="{911A11B7-3A1C-41AC-AD86-2EE573E7762E}" destId="{88123B32-536E-4D5F-91C8-89B76426D6BF}" srcOrd="1" destOrd="0" presId="urn:microsoft.com/office/officeart/2005/8/layout/hierarchy4"/>
    <dgm:cxn modelId="{6C4F022D-A47D-4E53-890C-CC540978EF84}" type="presParOf" srcId="{911A11B7-3A1C-41AC-AD86-2EE573E7762E}" destId="{F1BAA74E-FEA3-4AC3-8E3B-A3179A44680F}" srcOrd="2" destOrd="0" presId="urn:microsoft.com/office/officeart/2005/8/layout/hierarchy4"/>
    <dgm:cxn modelId="{5EC28C44-122C-464E-860E-1698EEF55E63}" type="presParOf" srcId="{F1BAA74E-FEA3-4AC3-8E3B-A3179A44680F}" destId="{36520329-1CD5-4D30-BB07-8DEE6457EE96}" srcOrd="0" destOrd="0" presId="urn:microsoft.com/office/officeart/2005/8/layout/hierarchy4"/>
    <dgm:cxn modelId="{6BCA3EB5-DF6A-4738-A6BE-E096C4A3C063}" type="presParOf" srcId="{36520329-1CD5-4D30-BB07-8DEE6457EE96}" destId="{5B6400E8-71DA-43CA-BB37-A3D7C4071D97}" srcOrd="0" destOrd="0" presId="urn:microsoft.com/office/officeart/2005/8/layout/hierarchy4"/>
    <dgm:cxn modelId="{93786432-F162-477E-8A9D-FEB48CF155DD}" type="presParOf" srcId="{36520329-1CD5-4D30-BB07-8DEE6457EE96}" destId="{219A8F94-2D3F-4335-B70C-2B93AD9D8690}" srcOrd="1" destOrd="0" presId="urn:microsoft.com/office/officeart/2005/8/layout/hierarchy4"/>
    <dgm:cxn modelId="{059849E7-DDD6-4331-9796-B9C5EE777274}" type="presParOf" srcId="{C6B2D0B1-1645-4014-9700-C11CC7C1C50C}" destId="{7E7A5A5F-6118-4EAB-A4F8-0954AA627813}" srcOrd="1" destOrd="0" presId="urn:microsoft.com/office/officeart/2005/8/layout/hierarchy4"/>
    <dgm:cxn modelId="{2F506F42-C6B3-4E62-9CF1-10DF33358882}" type="presParOf" srcId="{C6B2D0B1-1645-4014-9700-C11CC7C1C50C}" destId="{EC5B7559-80B4-4E35-B6C1-5CFE21981C06}" srcOrd="2" destOrd="0" presId="urn:microsoft.com/office/officeart/2005/8/layout/hierarchy4"/>
    <dgm:cxn modelId="{020CF1DE-8269-41D6-98C7-1B235C937B36}" type="presParOf" srcId="{EC5B7559-80B4-4E35-B6C1-5CFE21981C06}" destId="{127CF60D-CA93-42FE-8B35-C0FF2AA008AE}" srcOrd="0" destOrd="0" presId="urn:microsoft.com/office/officeart/2005/8/layout/hierarchy4"/>
    <dgm:cxn modelId="{D7DE29C1-1B03-4B5A-AE60-022F7833DC80}" type="presParOf" srcId="{EC5B7559-80B4-4E35-B6C1-5CFE21981C06}" destId="{0EB66917-2923-4622-A7E6-E92FD81223B9}"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F28AA7D-9864-4F9F-9A43-A54B601B7D2C}" type="doc">
      <dgm:prSet loTypeId="urn:microsoft.com/office/officeart/2005/8/layout/hList3" loCatId="list" qsTypeId="urn:microsoft.com/office/officeart/2005/8/quickstyle/3d2" qsCatId="3D" csTypeId="urn:microsoft.com/office/officeart/2005/8/colors/colorful2" csCatId="colorful" phldr="1"/>
      <dgm:spPr/>
      <dgm:t>
        <a:bodyPr/>
        <a:lstStyle/>
        <a:p>
          <a:endParaRPr lang="fr-FR"/>
        </a:p>
      </dgm:t>
    </dgm:pt>
    <dgm:pt modelId="{D7F6442D-0A9A-4ED1-9C5A-D1335C3C6381}">
      <dgm:prSet phldrT="[Texte]" custT="1"/>
      <dgm:spPr>
        <a:solidFill>
          <a:schemeClr val="tx1">
            <a:lumMod val="75000"/>
            <a:lumOff val="25000"/>
          </a:schemeClr>
        </a:solidFill>
      </dgm:spPr>
      <dgm:t>
        <a:bodyPr/>
        <a:lstStyle/>
        <a:p>
          <a:r>
            <a:rPr lang="fr-FR" sz="4400" dirty="0" smtClean="0">
              <a:latin typeface="Times New Roman" pitchFamily="18" charset="0"/>
              <a:cs typeface="Times New Roman" pitchFamily="18" charset="0"/>
            </a:rPr>
            <a:t>Aspect médico-légal:</a:t>
          </a:r>
          <a:endParaRPr lang="fr-FR" sz="4400" dirty="0">
            <a:latin typeface="Times New Roman" pitchFamily="18" charset="0"/>
            <a:cs typeface="Times New Roman" pitchFamily="18" charset="0"/>
          </a:endParaRPr>
        </a:p>
      </dgm:t>
    </dgm:pt>
    <dgm:pt modelId="{10AEE653-854D-41F9-A77B-DE7448D197E6}" type="parTrans" cxnId="{31FB2A87-13C2-4548-A8A8-32CEA5B8C6FF}">
      <dgm:prSet/>
      <dgm:spPr/>
      <dgm:t>
        <a:bodyPr/>
        <a:lstStyle/>
        <a:p>
          <a:endParaRPr lang="fr-FR"/>
        </a:p>
      </dgm:t>
    </dgm:pt>
    <dgm:pt modelId="{8ABB6ECA-215C-4A6D-99E7-39218F6AE355}" type="sibTrans" cxnId="{31FB2A87-13C2-4548-A8A8-32CEA5B8C6FF}">
      <dgm:prSet/>
      <dgm:spPr/>
      <dgm:t>
        <a:bodyPr/>
        <a:lstStyle/>
        <a:p>
          <a:endParaRPr lang="fr-FR"/>
        </a:p>
      </dgm:t>
    </dgm:pt>
    <dgm:pt modelId="{2C9C6C40-6122-485D-9AB0-ABE5AC9D357D}">
      <dgm:prSet phldrT="[Texte]"/>
      <dgm:spPr>
        <a:solidFill>
          <a:schemeClr val="tx2">
            <a:lumMod val="50000"/>
          </a:schemeClr>
        </a:solidFill>
      </dgm:spPr>
      <dgm:t>
        <a:bodyPr/>
        <a:lstStyle/>
        <a:p>
          <a:r>
            <a:rPr lang="fr-FR" dirty="0" smtClean="0">
              <a:latin typeface="Times New Roman" pitchFamily="18" charset="0"/>
              <a:cs typeface="Times New Roman" pitchFamily="18" charset="0"/>
            </a:rPr>
            <a:t>La victime ne peut être qu’une femme ; la possession d’un homme, contre son consentement, par une ou plusieurs femmes constitue un attentat à la pudeur</a:t>
          </a:r>
          <a:r>
            <a:rPr lang="fr-FR" dirty="0" smtClean="0"/>
            <a:t>.</a:t>
          </a:r>
          <a:endParaRPr lang="fr-FR" dirty="0"/>
        </a:p>
      </dgm:t>
    </dgm:pt>
    <dgm:pt modelId="{71F9DF4E-4E6F-435A-BE5C-8695DE556899}" type="parTrans" cxnId="{3D096618-1750-43A3-8FA2-3DC506C92CDE}">
      <dgm:prSet/>
      <dgm:spPr/>
      <dgm:t>
        <a:bodyPr/>
        <a:lstStyle/>
        <a:p>
          <a:endParaRPr lang="fr-FR"/>
        </a:p>
      </dgm:t>
    </dgm:pt>
    <dgm:pt modelId="{D7BC3047-56BD-481E-A493-7887262E1716}" type="sibTrans" cxnId="{3D096618-1750-43A3-8FA2-3DC506C92CDE}">
      <dgm:prSet/>
      <dgm:spPr/>
      <dgm:t>
        <a:bodyPr/>
        <a:lstStyle/>
        <a:p>
          <a:endParaRPr lang="fr-FR"/>
        </a:p>
      </dgm:t>
    </dgm:pt>
    <dgm:pt modelId="{E07596B2-4002-4F0B-B934-EA644B7DC3E6}">
      <dgm:prSet phldrT="[Texte]"/>
      <dgm:spPr>
        <a:solidFill>
          <a:schemeClr val="accent2">
            <a:lumMod val="75000"/>
          </a:schemeClr>
        </a:solidFill>
      </dgm:spPr>
      <dgm:t>
        <a:bodyPr/>
        <a:lstStyle/>
        <a:p>
          <a:r>
            <a:rPr lang="fr-FR" dirty="0" smtClean="0">
              <a:latin typeface="Times New Roman" pitchFamily="18" charset="0"/>
              <a:cs typeface="Times New Roman" pitchFamily="18" charset="0"/>
            </a:rPr>
            <a:t> La victime doit être vivante ; le coït avec un cadavre (nécrophilie) constitue un outrage public à la pudeur</a:t>
          </a:r>
          <a:r>
            <a:rPr lang="fr-FR" dirty="0" smtClean="0"/>
            <a:t>, </a:t>
          </a:r>
          <a:endParaRPr lang="fr-FR" dirty="0"/>
        </a:p>
      </dgm:t>
    </dgm:pt>
    <dgm:pt modelId="{6850ABAB-D7C1-4889-ABCB-86396EE989AD}" type="parTrans" cxnId="{D4997745-F413-4D94-879B-E7D984AEE64A}">
      <dgm:prSet/>
      <dgm:spPr/>
      <dgm:t>
        <a:bodyPr/>
        <a:lstStyle/>
        <a:p>
          <a:endParaRPr lang="fr-FR"/>
        </a:p>
      </dgm:t>
    </dgm:pt>
    <dgm:pt modelId="{A5AECF64-410D-43CC-BE23-BCAF9AC3A535}" type="sibTrans" cxnId="{D4997745-F413-4D94-879B-E7D984AEE64A}">
      <dgm:prSet/>
      <dgm:spPr/>
      <dgm:t>
        <a:bodyPr/>
        <a:lstStyle/>
        <a:p>
          <a:endParaRPr lang="fr-FR"/>
        </a:p>
      </dgm:t>
    </dgm:pt>
    <dgm:pt modelId="{06866B04-4EE5-405C-8B0C-73A7168EA698}">
      <dgm:prSet phldrT="[Texte]"/>
      <dgm:spPr>
        <a:solidFill>
          <a:srgbClr val="7030A0"/>
        </a:solidFill>
      </dgm:spPr>
      <dgm:t>
        <a:bodyPr/>
        <a:lstStyle/>
        <a:p>
          <a:r>
            <a:rPr lang="fr-FR" dirty="0" smtClean="0">
              <a:latin typeface="Times New Roman" pitchFamily="18" charset="0"/>
              <a:cs typeface="Times New Roman" pitchFamily="18" charset="0"/>
            </a:rPr>
            <a:t> Il n’y a jamais de viol entre mari et femme, S’il usait de violence, il ne pourrait être poursuivi que pour coups et blessures volontaires.</a:t>
          </a:r>
          <a:endParaRPr lang="fr-FR" dirty="0">
            <a:latin typeface="Times New Roman" pitchFamily="18" charset="0"/>
            <a:cs typeface="Times New Roman" pitchFamily="18" charset="0"/>
          </a:endParaRPr>
        </a:p>
      </dgm:t>
    </dgm:pt>
    <dgm:pt modelId="{A0F23B79-4DB5-4A20-896A-F89EBF0F498A}" type="parTrans" cxnId="{6E5063A9-D53C-44F0-9B68-EB75DF585EA6}">
      <dgm:prSet/>
      <dgm:spPr/>
      <dgm:t>
        <a:bodyPr/>
        <a:lstStyle/>
        <a:p>
          <a:endParaRPr lang="fr-FR"/>
        </a:p>
      </dgm:t>
    </dgm:pt>
    <dgm:pt modelId="{E9471F1C-AA3E-4854-B924-4AD4319512F4}" type="sibTrans" cxnId="{6E5063A9-D53C-44F0-9B68-EB75DF585EA6}">
      <dgm:prSet/>
      <dgm:spPr/>
      <dgm:t>
        <a:bodyPr/>
        <a:lstStyle/>
        <a:p>
          <a:endParaRPr lang="fr-FR"/>
        </a:p>
      </dgm:t>
    </dgm:pt>
    <dgm:pt modelId="{CCA77BC3-4119-42E7-B373-E71A0F2494DC}" type="pres">
      <dgm:prSet presAssocID="{CF28AA7D-9864-4F9F-9A43-A54B601B7D2C}" presName="composite" presStyleCnt="0">
        <dgm:presLayoutVars>
          <dgm:chMax val="1"/>
          <dgm:dir/>
          <dgm:resizeHandles val="exact"/>
        </dgm:presLayoutVars>
      </dgm:prSet>
      <dgm:spPr/>
      <dgm:t>
        <a:bodyPr/>
        <a:lstStyle/>
        <a:p>
          <a:endParaRPr lang="fr-FR"/>
        </a:p>
      </dgm:t>
    </dgm:pt>
    <dgm:pt modelId="{414E2D60-B36B-4B3A-8BE3-51E8386AC227}" type="pres">
      <dgm:prSet presAssocID="{D7F6442D-0A9A-4ED1-9C5A-D1335C3C6381}" presName="roof" presStyleLbl="dkBgShp" presStyleIdx="0" presStyleCnt="2"/>
      <dgm:spPr/>
      <dgm:t>
        <a:bodyPr/>
        <a:lstStyle/>
        <a:p>
          <a:endParaRPr lang="fr-FR"/>
        </a:p>
      </dgm:t>
    </dgm:pt>
    <dgm:pt modelId="{2EA6A671-39EE-427E-83F7-B6A5BB1E3B94}" type="pres">
      <dgm:prSet presAssocID="{D7F6442D-0A9A-4ED1-9C5A-D1335C3C6381}" presName="pillars" presStyleCnt="0"/>
      <dgm:spPr/>
    </dgm:pt>
    <dgm:pt modelId="{B81B25B6-B9B8-4222-8DEE-9226532C7583}" type="pres">
      <dgm:prSet presAssocID="{D7F6442D-0A9A-4ED1-9C5A-D1335C3C6381}" presName="pillar1" presStyleLbl="node1" presStyleIdx="0" presStyleCnt="3">
        <dgm:presLayoutVars>
          <dgm:bulletEnabled val="1"/>
        </dgm:presLayoutVars>
      </dgm:prSet>
      <dgm:spPr/>
      <dgm:t>
        <a:bodyPr/>
        <a:lstStyle/>
        <a:p>
          <a:endParaRPr lang="fr-FR"/>
        </a:p>
      </dgm:t>
    </dgm:pt>
    <dgm:pt modelId="{52E8485D-BDC2-489A-8BC1-A43BF764F7C0}" type="pres">
      <dgm:prSet presAssocID="{E07596B2-4002-4F0B-B934-EA644B7DC3E6}" presName="pillarX" presStyleLbl="node1" presStyleIdx="1" presStyleCnt="3">
        <dgm:presLayoutVars>
          <dgm:bulletEnabled val="1"/>
        </dgm:presLayoutVars>
      </dgm:prSet>
      <dgm:spPr/>
      <dgm:t>
        <a:bodyPr/>
        <a:lstStyle/>
        <a:p>
          <a:endParaRPr lang="fr-FR"/>
        </a:p>
      </dgm:t>
    </dgm:pt>
    <dgm:pt modelId="{01CC61C0-875E-4B35-A883-3AE6312BCD47}" type="pres">
      <dgm:prSet presAssocID="{06866B04-4EE5-405C-8B0C-73A7168EA698}" presName="pillarX" presStyleLbl="node1" presStyleIdx="2" presStyleCnt="3">
        <dgm:presLayoutVars>
          <dgm:bulletEnabled val="1"/>
        </dgm:presLayoutVars>
      </dgm:prSet>
      <dgm:spPr/>
      <dgm:t>
        <a:bodyPr/>
        <a:lstStyle/>
        <a:p>
          <a:endParaRPr lang="fr-FR"/>
        </a:p>
      </dgm:t>
    </dgm:pt>
    <dgm:pt modelId="{4B6A85CD-7D49-4417-B5F9-0313BBB5AF81}" type="pres">
      <dgm:prSet presAssocID="{D7F6442D-0A9A-4ED1-9C5A-D1335C3C6381}" presName="base" presStyleLbl="dkBgShp" presStyleIdx="1" presStyleCnt="2"/>
      <dgm:spPr>
        <a:solidFill>
          <a:schemeClr val="bg1">
            <a:lumMod val="50000"/>
          </a:schemeClr>
        </a:solidFill>
      </dgm:spPr>
    </dgm:pt>
  </dgm:ptLst>
  <dgm:cxnLst>
    <dgm:cxn modelId="{31FB2A87-13C2-4548-A8A8-32CEA5B8C6FF}" srcId="{CF28AA7D-9864-4F9F-9A43-A54B601B7D2C}" destId="{D7F6442D-0A9A-4ED1-9C5A-D1335C3C6381}" srcOrd="0" destOrd="0" parTransId="{10AEE653-854D-41F9-A77B-DE7448D197E6}" sibTransId="{8ABB6ECA-215C-4A6D-99E7-39218F6AE355}"/>
    <dgm:cxn modelId="{FF861525-0F26-4E93-9BB5-89922A294866}" type="presOf" srcId="{CF28AA7D-9864-4F9F-9A43-A54B601B7D2C}" destId="{CCA77BC3-4119-42E7-B373-E71A0F2494DC}" srcOrd="0" destOrd="0" presId="urn:microsoft.com/office/officeart/2005/8/layout/hList3"/>
    <dgm:cxn modelId="{BCBB0A8A-7EC7-4DF5-A7B8-17422EF01CDA}" type="presOf" srcId="{06866B04-4EE5-405C-8B0C-73A7168EA698}" destId="{01CC61C0-875E-4B35-A883-3AE6312BCD47}" srcOrd="0" destOrd="0" presId="urn:microsoft.com/office/officeart/2005/8/layout/hList3"/>
    <dgm:cxn modelId="{D4997745-F413-4D94-879B-E7D984AEE64A}" srcId="{D7F6442D-0A9A-4ED1-9C5A-D1335C3C6381}" destId="{E07596B2-4002-4F0B-B934-EA644B7DC3E6}" srcOrd="1" destOrd="0" parTransId="{6850ABAB-D7C1-4889-ABCB-86396EE989AD}" sibTransId="{A5AECF64-410D-43CC-BE23-BCAF9AC3A535}"/>
    <dgm:cxn modelId="{3D096618-1750-43A3-8FA2-3DC506C92CDE}" srcId="{D7F6442D-0A9A-4ED1-9C5A-D1335C3C6381}" destId="{2C9C6C40-6122-485D-9AB0-ABE5AC9D357D}" srcOrd="0" destOrd="0" parTransId="{71F9DF4E-4E6F-435A-BE5C-8695DE556899}" sibTransId="{D7BC3047-56BD-481E-A493-7887262E1716}"/>
    <dgm:cxn modelId="{75428430-D163-4A6E-8862-27B0B5701131}" type="presOf" srcId="{2C9C6C40-6122-485D-9AB0-ABE5AC9D357D}" destId="{B81B25B6-B9B8-4222-8DEE-9226532C7583}" srcOrd="0" destOrd="0" presId="urn:microsoft.com/office/officeart/2005/8/layout/hList3"/>
    <dgm:cxn modelId="{685D16A5-4E3C-45A4-A077-1F3C7D1ABE2C}" type="presOf" srcId="{E07596B2-4002-4F0B-B934-EA644B7DC3E6}" destId="{52E8485D-BDC2-489A-8BC1-A43BF764F7C0}" srcOrd="0" destOrd="0" presId="urn:microsoft.com/office/officeart/2005/8/layout/hList3"/>
    <dgm:cxn modelId="{53E6282D-9B19-4AD3-AF07-DD4E4B31A27A}" type="presOf" srcId="{D7F6442D-0A9A-4ED1-9C5A-D1335C3C6381}" destId="{414E2D60-B36B-4B3A-8BE3-51E8386AC227}" srcOrd="0" destOrd="0" presId="urn:microsoft.com/office/officeart/2005/8/layout/hList3"/>
    <dgm:cxn modelId="{6E5063A9-D53C-44F0-9B68-EB75DF585EA6}" srcId="{D7F6442D-0A9A-4ED1-9C5A-D1335C3C6381}" destId="{06866B04-4EE5-405C-8B0C-73A7168EA698}" srcOrd="2" destOrd="0" parTransId="{A0F23B79-4DB5-4A20-896A-F89EBF0F498A}" sibTransId="{E9471F1C-AA3E-4854-B924-4AD4319512F4}"/>
    <dgm:cxn modelId="{444FAA54-D542-4A9D-9643-99BEFAB624A8}" type="presParOf" srcId="{CCA77BC3-4119-42E7-B373-E71A0F2494DC}" destId="{414E2D60-B36B-4B3A-8BE3-51E8386AC227}" srcOrd="0" destOrd="0" presId="urn:microsoft.com/office/officeart/2005/8/layout/hList3"/>
    <dgm:cxn modelId="{6F26304D-C2AF-467A-A98B-05C458357589}" type="presParOf" srcId="{CCA77BC3-4119-42E7-B373-E71A0F2494DC}" destId="{2EA6A671-39EE-427E-83F7-B6A5BB1E3B94}" srcOrd="1" destOrd="0" presId="urn:microsoft.com/office/officeart/2005/8/layout/hList3"/>
    <dgm:cxn modelId="{91D5C656-B52D-4F99-9DE2-C0E917A89CDA}" type="presParOf" srcId="{2EA6A671-39EE-427E-83F7-B6A5BB1E3B94}" destId="{B81B25B6-B9B8-4222-8DEE-9226532C7583}" srcOrd="0" destOrd="0" presId="urn:microsoft.com/office/officeart/2005/8/layout/hList3"/>
    <dgm:cxn modelId="{49103397-E722-4D76-BB1D-4AEC5E7E1CDA}" type="presParOf" srcId="{2EA6A671-39EE-427E-83F7-B6A5BB1E3B94}" destId="{52E8485D-BDC2-489A-8BC1-A43BF764F7C0}" srcOrd="1" destOrd="0" presId="urn:microsoft.com/office/officeart/2005/8/layout/hList3"/>
    <dgm:cxn modelId="{CA78D650-1FDB-4C55-993C-8F8D517BF32F}" type="presParOf" srcId="{2EA6A671-39EE-427E-83F7-B6A5BB1E3B94}" destId="{01CC61C0-875E-4B35-A883-3AE6312BCD47}" srcOrd="2" destOrd="0" presId="urn:microsoft.com/office/officeart/2005/8/layout/hList3"/>
    <dgm:cxn modelId="{936C94D1-D2FA-4581-A5E9-2A10E35DEE6D}" type="presParOf" srcId="{CCA77BC3-4119-42E7-B373-E71A0F2494DC}" destId="{4B6A85CD-7D49-4417-B5F9-0313BBB5AF81}" srcOrd="2" destOrd="0" presId="urn:microsoft.com/office/officeart/2005/8/layout/hLis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41BE400-C4D2-41DA-B36A-E0006BEB4191}" type="doc">
      <dgm:prSet loTypeId="urn:microsoft.com/office/officeart/2005/8/layout/hierarchy4" loCatId="list" qsTypeId="urn:microsoft.com/office/officeart/2005/8/quickstyle/3d2" qsCatId="3D" csTypeId="urn:microsoft.com/office/officeart/2005/8/colors/colorful1" csCatId="colorful" phldr="1"/>
      <dgm:spPr/>
      <dgm:t>
        <a:bodyPr/>
        <a:lstStyle/>
        <a:p>
          <a:endParaRPr lang="fr-FR"/>
        </a:p>
      </dgm:t>
    </dgm:pt>
    <dgm:pt modelId="{AEE38E82-33A6-47DA-96BD-3E29702B7AFC}">
      <dgm:prSet phldrT="[Texte]" custT="1"/>
      <dgm:spPr>
        <a:solidFill>
          <a:schemeClr val="tx2"/>
        </a:solidFill>
      </dgm:spPr>
      <dgm:t>
        <a:bodyPr/>
        <a:lstStyle/>
        <a:p>
          <a:r>
            <a:rPr lang="fr-FR" sz="3600" dirty="0" smtClean="0">
              <a:latin typeface="Times New Roman" pitchFamily="18" charset="0"/>
              <a:cs typeface="Times New Roman" pitchFamily="18" charset="0"/>
            </a:rPr>
            <a:t>03 conditions doivent être réunies pour déterminer le viol :</a:t>
          </a:r>
          <a:endParaRPr lang="fr-FR" sz="3600" dirty="0">
            <a:latin typeface="Times New Roman" pitchFamily="18" charset="0"/>
            <a:cs typeface="Times New Roman" pitchFamily="18" charset="0"/>
          </a:endParaRPr>
        </a:p>
      </dgm:t>
    </dgm:pt>
    <dgm:pt modelId="{2B30826D-BC0A-4162-9294-362CD85B142F}" type="parTrans" cxnId="{2B94A4D9-92D4-4CE4-B017-9EB326D159E8}">
      <dgm:prSet/>
      <dgm:spPr/>
      <dgm:t>
        <a:bodyPr/>
        <a:lstStyle/>
        <a:p>
          <a:endParaRPr lang="fr-FR"/>
        </a:p>
      </dgm:t>
    </dgm:pt>
    <dgm:pt modelId="{386CB6CE-D107-4F54-A24A-8434B685C595}" type="sibTrans" cxnId="{2B94A4D9-92D4-4CE4-B017-9EB326D159E8}">
      <dgm:prSet/>
      <dgm:spPr/>
      <dgm:t>
        <a:bodyPr/>
        <a:lstStyle/>
        <a:p>
          <a:endParaRPr lang="fr-FR"/>
        </a:p>
      </dgm:t>
    </dgm:pt>
    <dgm:pt modelId="{8151693F-8D84-4839-A7A7-0657A7419768}">
      <dgm:prSet phldrT="[Texte]"/>
      <dgm:spPr>
        <a:solidFill>
          <a:schemeClr val="accent2">
            <a:lumMod val="50000"/>
          </a:schemeClr>
        </a:solidFill>
      </dgm:spPr>
      <dgm:t>
        <a:bodyPr/>
        <a:lstStyle/>
        <a:p>
          <a:r>
            <a:rPr lang="fr-FR" dirty="0" smtClean="0">
              <a:latin typeface="Times New Roman" pitchFamily="18" charset="0"/>
              <a:cs typeface="Times New Roman" pitchFamily="18" charset="0"/>
            </a:rPr>
            <a:t>Pénétration d’une verge en érection dans le vagin</a:t>
          </a:r>
          <a:r>
            <a:rPr lang="fr-FR" dirty="0" smtClean="0"/>
            <a:t>.</a:t>
          </a:r>
          <a:endParaRPr lang="fr-FR" dirty="0"/>
        </a:p>
      </dgm:t>
    </dgm:pt>
    <dgm:pt modelId="{73FCEE73-E003-49DB-AAA2-D59D7E30B68E}" type="parTrans" cxnId="{146489C3-C958-4E09-8A74-D4FFD5D3F31A}">
      <dgm:prSet/>
      <dgm:spPr/>
      <dgm:t>
        <a:bodyPr/>
        <a:lstStyle/>
        <a:p>
          <a:endParaRPr lang="fr-FR"/>
        </a:p>
      </dgm:t>
    </dgm:pt>
    <dgm:pt modelId="{312A7144-C863-41F8-BDB6-A4F587B3C96E}" type="sibTrans" cxnId="{146489C3-C958-4E09-8A74-D4FFD5D3F31A}">
      <dgm:prSet/>
      <dgm:spPr/>
      <dgm:t>
        <a:bodyPr/>
        <a:lstStyle/>
        <a:p>
          <a:endParaRPr lang="fr-FR"/>
        </a:p>
      </dgm:t>
    </dgm:pt>
    <dgm:pt modelId="{AA772C2F-1D18-4805-8F84-251D95E98B5E}">
      <dgm:prSet phldrT="[Texte]" custT="1"/>
      <dgm:spPr>
        <a:solidFill>
          <a:srgbClr val="C00000"/>
        </a:solidFill>
      </dgm:spPr>
      <dgm:t>
        <a:bodyPr/>
        <a:lstStyle/>
        <a:p>
          <a:r>
            <a:rPr lang="fr-FR" sz="2000" dirty="0" smtClean="0"/>
            <a:t> </a:t>
          </a:r>
          <a:r>
            <a:rPr lang="fr-FR" sz="2400" dirty="0" smtClean="0">
              <a:latin typeface="Times New Roman" pitchFamily="18" charset="0"/>
              <a:cs typeface="Times New Roman" pitchFamily="18" charset="0"/>
            </a:rPr>
            <a:t>L’intention doit être coupable</a:t>
          </a:r>
          <a:r>
            <a:rPr lang="fr-FR" sz="2000" dirty="0" smtClean="0"/>
            <a:t>.</a:t>
          </a:r>
          <a:endParaRPr lang="fr-FR" sz="2000" dirty="0"/>
        </a:p>
      </dgm:t>
    </dgm:pt>
    <dgm:pt modelId="{A560E5A1-AEAD-4CAC-B41E-EA03D05C6F64}" type="parTrans" cxnId="{25B55465-6ABE-457C-8549-6DFD6068FEED}">
      <dgm:prSet/>
      <dgm:spPr/>
      <dgm:t>
        <a:bodyPr/>
        <a:lstStyle/>
        <a:p>
          <a:endParaRPr lang="fr-FR"/>
        </a:p>
      </dgm:t>
    </dgm:pt>
    <dgm:pt modelId="{E999BBBA-9422-4DE7-9FF9-62E8FC55EE43}" type="sibTrans" cxnId="{25B55465-6ABE-457C-8549-6DFD6068FEED}">
      <dgm:prSet/>
      <dgm:spPr/>
      <dgm:t>
        <a:bodyPr/>
        <a:lstStyle/>
        <a:p>
          <a:endParaRPr lang="fr-FR"/>
        </a:p>
      </dgm:t>
    </dgm:pt>
    <dgm:pt modelId="{1EA05A07-099D-4283-87E7-523150B8AA61}">
      <dgm:prSet phldrT="[Texte]"/>
      <dgm:spPr>
        <a:solidFill>
          <a:schemeClr val="accent2">
            <a:lumMod val="50000"/>
          </a:schemeClr>
        </a:solidFill>
      </dgm:spPr>
      <dgm:t>
        <a:bodyPr/>
        <a:lstStyle/>
        <a:p>
          <a:r>
            <a:rPr lang="fr-FR" dirty="0" smtClean="0">
              <a:latin typeface="Times New Roman" pitchFamily="18" charset="0"/>
              <a:cs typeface="Times New Roman" pitchFamily="18" charset="0"/>
            </a:rPr>
            <a:t>Usage de violence physique ou de contraintes morales </a:t>
          </a:r>
          <a:endParaRPr lang="fr-FR" dirty="0">
            <a:latin typeface="Times New Roman" pitchFamily="18" charset="0"/>
            <a:cs typeface="Times New Roman" pitchFamily="18" charset="0"/>
          </a:endParaRPr>
        </a:p>
      </dgm:t>
    </dgm:pt>
    <dgm:pt modelId="{6E506E46-95F1-42AF-95C5-D7D3817D35C9}" type="parTrans" cxnId="{4E91FBB7-6BFC-471E-A054-626DEB35F8BA}">
      <dgm:prSet/>
      <dgm:spPr/>
      <dgm:t>
        <a:bodyPr/>
        <a:lstStyle/>
        <a:p>
          <a:endParaRPr lang="fr-FR"/>
        </a:p>
      </dgm:t>
    </dgm:pt>
    <dgm:pt modelId="{1FB32F6D-5067-43BF-B81C-6526B736D54A}" type="sibTrans" cxnId="{4E91FBB7-6BFC-471E-A054-626DEB35F8BA}">
      <dgm:prSet/>
      <dgm:spPr/>
      <dgm:t>
        <a:bodyPr/>
        <a:lstStyle/>
        <a:p>
          <a:endParaRPr lang="fr-FR"/>
        </a:p>
      </dgm:t>
    </dgm:pt>
    <dgm:pt modelId="{D24A84F2-CC14-4F70-873E-53D65EF11610}">
      <dgm:prSet phldrT="[Texte]" custT="1"/>
      <dgm:spPr>
        <a:solidFill>
          <a:srgbClr val="C00000"/>
        </a:solidFill>
      </dgm:spPr>
      <dgm:t>
        <a:bodyPr/>
        <a:lstStyle/>
        <a:p>
          <a:r>
            <a:rPr lang="fr-FR" sz="2100" dirty="0" smtClean="0"/>
            <a:t> </a:t>
          </a:r>
          <a:r>
            <a:rPr lang="fr-FR" sz="2000" dirty="0" smtClean="0">
              <a:latin typeface="Times New Roman" pitchFamily="18" charset="0"/>
              <a:cs typeface="Times New Roman" pitchFamily="18" charset="0"/>
            </a:rPr>
            <a:t>victime mineur, les violences et le non – consentement ne sont pas nécessaires pour la qualification de l’acte criminel.</a:t>
          </a:r>
          <a:endParaRPr lang="fr-FR" sz="2000" dirty="0">
            <a:latin typeface="Times New Roman" pitchFamily="18" charset="0"/>
            <a:cs typeface="Times New Roman" pitchFamily="18" charset="0"/>
          </a:endParaRPr>
        </a:p>
      </dgm:t>
    </dgm:pt>
    <dgm:pt modelId="{89DFE85D-D99D-4978-90C0-698F125F567A}" type="parTrans" cxnId="{88B61AAC-C7A3-42D4-B304-A6AD06A96C96}">
      <dgm:prSet/>
      <dgm:spPr/>
      <dgm:t>
        <a:bodyPr/>
        <a:lstStyle/>
        <a:p>
          <a:endParaRPr lang="fr-FR"/>
        </a:p>
      </dgm:t>
    </dgm:pt>
    <dgm:pt modelId="{25362783-614F-40D5-A202-2031D893A16C}" type="sibTrans" cxnId="{88B61AAC-C7A3-42D4-B304-A6AD06A96C96}">
      <dgm:prSet/>
      <dgm:spPr/>
      <dgm:t>
        <a:bodyPr/>
        <a:lstStyle/>
        <a:p>
          <a:endParaRPr lang="fr-FR"/>
        </a:p>
      </dgm:t>
    </dgm:pt>
    <dgm:pt modelId="{46B1A9B0-284E-46D9-BF95-1FD803594392}" type="pres">
      <dgm:prSet presAssocID="{641BE400-C4D2-41DA-B36A-E0006BEB4191}" presName="Name0" presStyleCnt="0">
        <dgm:presLayoutVars>
          <dgm:chPref val="1"/>
          <dgm:dir/>
          <dgm:animOne val="branch"/>
          <dgm:animLvl val="lvl"/>
          <dgm:resizeHandles/>
        </dgm:presLayoutVars>
      </dgm:prSet>
      <dgm:spPr/>
      <dgm:t>
        <a:bodyPr/>
        <a:lstStyle/>
        <a:p>
          <a:endParaRPr lang="fr-FR"/>
        </a:p>
      </dgm:t>
    </dgm:pt>
    <dgm:pt modelId="{B0DCCC85-93F7-46E9-AE3B-B978D26CBBE3}" type="pres">
      <dgm:prSet presAssocID="{AEE38E82-33A6-47DA-96BD-3E29702B7AFC}" presName="vertOne" presStyleCnt="0"/>
      <dgm:spPr/>
    </dgm:pt>
    <dgm:pt modelId="{F2D7CA12-1A88-40E6-A473-E54C5E5FD6C4}" type="pres">
      <dgm:prSet presAssocID="{AEE38E82-33A6-47DA-96BD-3E29702B7AFC}" presName="txOne" presStyleLbl="node0" presStyleIdx="0" presStyleCnt="1">
        <dgm:presLayoutVars>
          <dgm:chPref val="3"/>
        </dgm:presLayoutVars>
      </dgm:prSet>
      <dgm:spPr/>
      <dgm:t>
        <a:bodyPr/>
        <a:lstStyle/>
        <a:p>
          <a:endParaRPr lang="fr-FR"/>
        </a:p>
      </dgm:t>
    </dgm:pt>
    <dgm:pt modelId="{160AE392-223D-4FEA-A42F-90F3AE32C87E}" type="pres">
      <dgm:prSet presAssocID="{AEE38E82-33A6-47DA-96BD-3E29702B7AFC}" presName="parTransOne" presStyleCnt="0"/>
      <dgm:spPr/>
    </dgm:pt>
    <dgm:pt modelId="{20A0CF19-A983-4A8C-82B6-5001E4ED7CC6}" type="pres">
      <dgm:prSet presAssocID="{AEE38E82-33A6-47DA-96BD-3E29702B7AFC}" presName="horzOne" presStyleCnt="0"/>
      <dgm:spPr/>
    </dgm:pt>
    <dgm:pt modelId="{5864F6B3-5AC8-4F2C-AC1B-11DAD7494EB3}" type="pres">
      <dgm:prSet presAssocID="{8151693F-8D84-4839-A7A7-0657A7419768}" presName="vertTwo" presStyleCnt="0"/>
      <dgm:spPr/>
    </dgm:pt>
    <dgm:pt modelId="{DD0D29AF-05F2-4E4D-9109-36BE1F33E25B}" type="pres">
      <dgm:prSet presAssocID="{8151693F-8D84-4839-A7A7-0657A7419768}" presName="txTwo" presStyleLbl="node2" presStyleIdx="0" presStyleCnt="2">
        <dgm:presLayoutVars>
          <dgm:chPref val="3"/>
        </dgm:presLayoutVars>
      </dgm:prSet>
      <dgm:spPr/>
      <dgm:t>
        <a:bodyPr/>
        <a:lstStyle/>
        <a:p>
          <a:endParaRPr lang="fr-FR"/>
        </a:p>
      </dgm:t>
    </dgm:pt>
    <dgm:pt modelId="{95BB2A5D-8D17-48D1-BD8B-9BBE6BECE4B8}" type="pres">
      <dgm:prSet presAssocID="{8151693F-8D84-4839-A7A7-0657A7419768}" presName="parTransTwo" presStyleCnt="0"/>
      <dgm:spPr/>
    </dgm:pt>
    <dgm:pt modelId="{6952EC17-1C88-4B5C-8D83-16B8752B584A}" type="pres">
      <dgm:prSet presAssocID="{8151693F-8D84-4839-A7A7-0657A7419768}" presName="horzTwo" presStyleCnt="0"/>
      <dgm:spPr/>
    </dgm:pt>
    <dgm:pt modelId="{78AFC593-5274-4F7E-A8F9-24737F9DA45A}" type="pres">
      <dgm:prSet presAssocID="{AA772C2F-1D18-4805-8F84-251D95E98B5E}" presName="vertThree" presStyleCnt="0"/>
      <dgm:spPr/>
    </dgm:pt>
    <dgm:pt modelId="{BEEE4EAE-7B6E-48C6-BBC2-4C938BDC3B3D}" type="pres">
      <dgm:prSet presAssocID="{AA772C2F-1D18-4805-8F84-251D95E98B5E}" presName="txThree" presStyleLbl="node3" presStyleIdx="0" presStyleCnt="2">
        <dgm:presLayoutVars>
          <dgm:chPref val="3"/>
        </dgm:presLayoutVars>
      </dgm:prSet>
      <dgm:spPr/>
      <dgm:t>
        <a:bodyPr/>
        <a:lstStyle/>
        <a:p>
          <a:endParaRPr lang="fr-FR"/>
        </a:p>
      </dgm:t>
    </dgm:pt>
    <dgm:pt modelId="{ABAE3C9D-B6CD-4D9F-BDBD-CF77E0974D4B}" type="pres">
      <dgm:prSet presAssocID="{AA772C2F-1D18-4805-8F84-251D95E98B5E}" presName="horzThree" presStyleCnt="0"/>
      <dgm:spPr/>
    </dgm:pt>
    <dgm:pt modelId="{5977187B-6CC5-44E8-98E1-43524F4D55BD}" type="pres">
      <dgm:prSet presAssocID="{312A7144-C863-41F8-BDB6-A4F587B3C96E}" presName="sibSpaceTwo" presStyleCnt="0"/>
      <dgm:spPr/>
    </dgm:pt>
    <dgm:pt modelId="{83D7AEE7-CA8E-4262-A33B-AA2786A80462}" type="pres">
      <dgm:prSet presAssocID="{1EA05A07-099D-4283-87E7-523150B8AA61}" presName="vertTwo" presStyleCnt="0"/>
      <dgm:spPr/>
    </dgm:pt>
    <dgm:pt modelId="{147A1AAA-8582-4C3E-B3DF-39798D777371}" type="pres">
      <dgm:prSet presAssocID="{1EA05A07-099D-4283-87E7-523150B8AA61}" presName="txTwo" presStyleLbl="node2" presStyleIdx="1" presStyleCnt="2">
        <dgm:presLayoutVars>
          <dgm:chPref val="3"/>
        </dgm:presLayoutVars>
      </dgm:prSet>
      <dgm:spPr/>
      <dgm:t>
        <a:bodyPr/>
        <a:lstStyle/>
        <a:p>
          <a:endParaRPr lang="fr-FR"/>
        </a:p>
      </dgm:t>
    </dgm:pt>
    <dgm:pt modelId="{A60DFE00-17B7-444D-AA96-996F9240B5C4}" type="pres">
      <dgm:prSet presAssocID="{1EA05A07-099D-4283-87E7-523150B8AA61}" presName="parTransTwo" presStyleCnt="0"/>
      <dgm:spPr/>
    </dgm:pt>
    <dgm:pt modelId="{6EE52F7E-706C-42C5-974C-4BD3441C99E5}" type="pres">
      <dgm:prSet presAssocID="{1EA05A07-099D-4283-87E7-523150B8AA61}" presName="horzTwo" presStyleCnt="0"/>
      <dgm:spPr/>
    </dgm:pt>
    <dgm:pt modelId="{D6E13D17-CFA3-43AF-8737-A8A7D287AF82}" type="pres">
      <dgm:prSet presAssocID="{D24A84F2-CC14-4F70-873E-53D65EF11610}" presName="vertThree" presStyleCnt="0"/>
      <dgm:spPr/>
    </dgm:pt>
    <dgm:pt modelId="{156EAD8B-E6AD-447C-B2D4-D76FF19F8BB2}" type="pres">
      <dgm:prSet presAssocID="{D24A84F2-CC14-4F70-873E-53D65EF11610}" presName="txThree" presStyleLbl="node3" presStyleIdx="1" presStyleCnt="2">
        <dgm:presLayoutVars>
          <dgm:chPref val="3"/>
        </dgm:presLayoutVars>
      </dgm:prSet>
      <dgm:spPr/>
      <dgm:t>
        <a:bodyPr/>
        <a:lstStyle/>
        <a:p>
          <a:endParaRPr lang="fr-FR"/>
        </a:p>
      </dgm:t>
    </dgm:pt>
    <dgm:pt modelId="{BBEB6632-EC48-48A3-BC64-90CC7B3FC15B}" type="pres">
      <dgm:prSet presAssocID="{D24A84F2-CC14-4F70-873E-53D65EF11610}" presName="horzThree" presStyleCnt="0"/>
      <dgm:spPr/>
    </dgm:pt>
  </dgm:ptLst>
  <dgm:cxnLst>
    <dgm:cxn modelId="{2B94A4D9-92D4-4CE4-B017-9EB326D159E8}" srcId="{641BE400-C4D2-41DA-B36A-E0006BEB4191}" destId="{AEE38E82-33A6-47DA-96BD-3E29702B7AFC}" srcOrd="0" destOrd="0" parTransId="{2B30826D-BC0A-4162-9294-362CD85B142F}" sibTransId="{386CB6CE-D107-4F54-A24A-8434B685C595}"/>
    <dgm:cxn modelId="{61BAE218-8CF5-4560-887B-651F4FEFFEAB}" type="presOf" srcId="{D24A84F2-CC14-4F70-873E-53D65EF11610}" destId="{156EAD8B-E6AD-447C-B2D4-D76FF19F8BB2}" srcOrd="0" destOrd="0" presId="urn:microsoft.com/office/officeart/2005/8/layout/hierarchy4"/>
    <dgm:cxn modelId="{5201E555-A984-4A68-8EB2-CC1C44606EF0}" type="presOf" srcId="{AA772C2F-1D18-4805-8F84-251D95E98B5E}" destId="{BEEE4EAE-7B6E-48C6-BBC2-4C938BDC3B3D}" srcOrd="0" destOrd="0" presId="urn:microsoft.com/office/officeart/2005/8/layout/hierarchy4"/>
    <dgm:cxn modelId="{88B61AAC-C7A3-42D4-B304-A6AD06A96C96}" srcId="{1EA05A07-099D-4283-87E7-523150B8AA61}" destId="{D24A84F2-CC14-4F70-873E-53D65EF11610}" srcOrd="0" destOrd="0" parTransId="{89DFE85D-D99D-4978-90C0-698F125F567A}" sibTransId="{25362783-614F-40D5-A202-2031D893A16C}"/>
    <dgm:cxn modelId="{229E04F3-875C-458C-831B-DCEF81C80341}" type="presOf" srcId="{1EA05A07-099D-4283-87E7-523150B8AA61}" destId="{147A1AAA-8582-4C3E-B3DF-39798D777371}" srcOrd="0" destOrd="0" presId="urn:microsoft.com/office/officeart/2005/8/layout/hierarchy4"/>
    <dgm:cxn modelId="{1ED307E4-3C31-4E8F-9E30-7CC0367844C2}" type="presOf" srcId="{AEE38E82-33A6-47DA-96BD-3E29702B7AFC}" destId="{F2D7CA12-1A88-40E6-A473-E54C5E5FD6C4}" srcOrd="0" destOrd="0" presId="urn:microsoft.com/office/officeart/2005/8/layout/hierarchy4"/>
    <dgm:cxn modelId="{4E91FBB7-6BFC-471E-A054-626DEB35F8BA}" srcId="{AEE38E82-33A6-47DA-96BD-3E29702B7AFC}" destId="{1EA05A07-099D-4283-87E7-523150B8AA61}" srcOrd="1" destOrd="0" parTransId="{6E506E46-95F1-42AF-95C5-D7D3817D35C9}" sibTransId="{1FB32F6D-5067-43BF-B81C-6526B736D54A}"/>
    <dgm:cxn modelId="{25B55465-6ABE-457C-8549-6DFD6068FEED}" srcId="{8151693F-8D84-4839-A7A7-0657A7419768}" destId="{AA772C2F-1D18-4805-8F84-251D95E98B5E}" srcOrd="0" destOrd="0" parTransId="{A560E5A1-AEAD-4CAC-B41E-EA03D05C6F64}" sibTransId="{E999BBBA-9422-4DE7-9FF9-62E8FC55EE43}"/>
    <dgm:cxn modelId="{B663E6D9-B0F9-46CE-9F79-646846C7C992}" type="presOf" srcId="{8151693F-8D84-4839-A7A7-0657A7419768}" destId="{DD0D29AF-05F2-4E4D-9109-36BE1F33E25B}" srcOrd="0" destOrd="0" presId="urn:microsoft.com/office/officeart/2005/8/layout/hierarchy4"/>
    <dgm:cxn modelId="{146489C3-C958-4E09-8A74-D4FFD5D3F31A}" srcId="{AEE38E82-33A6-47DA-96BD-3E29702B7AFC}" destId="{8151693F-8D84-4839-A7A7-0657A7419768}" srcOrd="0" destOrd="0" parTransId="{73FCEE73-E003-49DB-AAA2-D59D7E30B68E}" sibTransId="{312A7144-C863-41F8-BDB6-A4F587B3C96E}"/>
    <dgm:cxn modelId="{CB230C3B-3C7E-43AC-B4E5-29218BD46802}" type="presOf" srcId="{641BE400-C4D2-41DA-B36A-E0006BEB4191}" destId="{46B1A9B0-284E-46D9-BF95-1FD803594392}" srcOrd="0" destOrd="0" presId="urn:microsoft.com/office/officeart/2005/8/layout/hierarchy4"/>
    <dgm:cxn modelId="{B86860C1-AD73-4C17-87C1-A2086907D7E3}" type="presParOf" srcId="{46B1A9B0-284E-46D9-BF95-1FD803594392}" destId="{B0DCCC85-93F7-46E9-AE3B-B978D26CBBE3}" srcOrd="0" destOrd="0" presId="urn:microsoft.com/office/officeart/2005/8/layout/hierarchy4"/>
    <dgm:cxn modelId="{5A9EFC2D-BA57-4706-96DE-818DD4A6D130}" type="presParOf" srcId="{B0DCCC85-93F7-46E9-AE3B-B978D26CBBE3}" destId="{F2D7CA12-1A88-40E6-A473-E54C5E5FD6C4}" srcOrd="0" destOrd="0" presId="urn:microsoft.com/office/officeart/2005/8/layout/hierarchy4"/>
    <dgm:cxn modelId="{CFBA410F-9CA8-4ED8-940E-C6D68AFDD896}" type="presParOf" srcId="{B0DCCC85-93F7-46E9-AE3B-B978D26CBBE3}" destId="{160AE392-223D-4FEA-A42F-90F3AE32C87E}" srcOrd="1" destOrd="0" presId="urn:microsoft.com/office/officeart/2005/8/layout/hierarchy4"/>
    <dgm:cxn modelId="{AAE5162F-AE14-429B-BBB9-518F3F20947E}" type="presParOf" srcId="{B0DCCC85-93F7-46E9-AE3B-B978D26CBBE3}" destId="{20A0CF19-A983-4A8C-82B6-5001E4ED7CC6}" srcOrd="2" destOrd="0" presId="urn:microsoft.com/office/officeart/2005/8/layout/hierarchy4"/>
    <dgm:cxn modelId="{7B401A24-BA8A-41F0-9232-81B5AC7182E3}" type="presParOf" srcId="{20A0CF19-A983-4A8C-82B6-5001E4ED7CC6}" destId="{5864F6B3-5AC8-4F2C-AC1B-11DAD7494EB3}" srcOrd="0" destOrd="0" presId="urn:microsoft.com/office/officeart/2005/8/layout/hierarchy4"/>
    <dgm:cxn modelId="{F490FEDC-0CBB-49D9-A307-9E6DF5CB925D}" type="presParOf" srcId="{5864F6B3-5AC8-4F2C-AC1B-11DAD7494EB3}" destId="{DD0D29AF-05F2-4E4D-9109-36BE1F33E25B}" srcOrd="0" destOrd="0" presId="urn:microsoft.com/office/officeart/2005/8/layout/hierarchy4"/>
    <dgm:cxn modelId="{527030A8-46A1-4FCF-8CD4-35D69D4CD4AA}" type="presParOf" srcId="{5864F6B3-5AC8-4F2C-AC1B-11DAD7494EB3}" destId="{95BB2A5D-8D17-48D1-BD8B-9BBE6BECE4B8}" srcOrd="1" destOrd="0" presId="urn:microsoft.com/office/officeart/2005/8/layout/hierarchy4"/>
    <dgm:cxn modelId="{88C0B2C3-C0F9-43BD-BF7C-CBEEF93594C2}" type="presParOf" srcId="{5864F6B3-5AC8-4F2C-AC1B-11DAD7494EB3}" destId="{6952EC17-1C88-4B5C-8D83-16B8752B584A}" srcOrd="2" destOrd="0" presId="urn:microsoft.com/office/officeart/2005/8/layout/hierarchy4"/>
    <dgm:cxn modelId="{0A0793A9-A6F7-4980-BD53-769185EBEBB3}" type="presParOf" srcId="{6952EC17-1C88-4B5C-8D83-16B8752B584A}" destId="{78AFC593-5274-4F7E-A8F9-24737F9DA45A}" srcOrd="0" destOrd="0" presId="urn:microsoft.com/office/officeart/2005/8/layout/hierarchy4"/>
    <dgm:cxn modelId="{B733B9AE-BFE8-4DF7-A33B-C71CE54B1C34}" type="presParOf" srcId="{78AFC593-5274-4F7E-A8F9-24737F9DA45A}" destId="{BEEE4EAE-7B6E-48C6-BBC2-4C938BDC3B3D}" srcOrd="0" destOrd="0" presId="urn:microsoft.com/office/officeart/2005/8/layout/hierarchy4"/>
    <dgm:cxn modelId="{429FAA41-6BF0-459C-A816-26DD91E1D196}" type="presParOf" srcId="{78AFC593-5274-4F7E-A8F9-24737F9DA45A}" destId="{ABAE3C9D-B6CD-4D9F-BDBD-CF77E0974D4B}" srcOrd="1" destOrd="0" presId="urn:microsoft.com/office/officeart/2005/8/layout/hierarchy4"/>
    <dgm:cxn modelId="{988F236E-8FE0-4950-A2A6-487CC56E1777}" type="presParOf" srcId="{20A0CF19-A983-4A8C-82B6-5001E4ED7CC6}" destId="{5977187B-6CC5-44E8-98E1-43524F4D55BD}" srcOrd="1" destOrd="0" presId="urn:microsoft.com/office/officeart/2005/8/layout/hierarchy4"/>
    <dgm:cxn modelId="{599C89B1-6B18-4267-B93B-2E815F616AF0}" type="presParOf" srcId="{20A0CF19-A983-4A8C-82B6-5001E4ED7CC6}" destId="{83D7AEE7-CA8E-4262-A33B-AA2786A80462}" srcOrd="2" destOrd="0" presId="urn:microsoft.com/office/officeart/2005/8/layout/hierarchy4"/>
    <dgm:cxn modelId="{8C32AFC8-ACF6-4128-8FEA-8A979086B9CD}" type="presParOf" srcId="{83D7AEE7-CA8E-4262-A33B-AA2786A80462}" destId="{147A1AAA-8582-4C3E-B3DF-39798D777371}" srcOrd="0" destOrd="0" presId="urn:microsoft.com/office/officeart/2005/8/layout/hierarchy4"/>
    <dgm:cxn modelId="{C7EB154A-D9E8-4ECB-BD0F-91B953EADF34}" type="presParOf" srcId="{83D7AEE7-CA8E-4262-A33B-AA2786A80462}" destId="{A60DFE00-17B7-444D-AA96-996F9240B5C4}" srcOrd="1" destOrd="0" presId="urn:microsoft.com/office/officeart/2005/8/layout/hierarchy4"/>
    <dgm:cxn modelId="{CC8A860C-B7AE-4EF3-95EA-17060B1217A1}" type="presParOf" srcId="{83D7AEE7-CA8E-4262-A33B-AA2786A80462}" destId="{6EE52F7E-706C-42C5-974C-4BD3441C99E5}" srcOrd="2" destOrd="0" presId="urn:microsoft.com/office/officeart/2005/8/layout/hierarchy4"/>
    <dgm:cxn modelId="{6CE50ECA-20EE-424C-81A2-8ECE851FB084}" type="presParOf" srcId="{6EE52F7E-706C-42C5-974C-4BD3441C99E5}" destId="{D6E13D17-CFA3-43AF-8737-A8A7D287AF82}" srcOrd="0" destOrd="0" presId="urn:microsoft.com/office/officeart/2005/8/layout/hierarchy4"/>
    <dgm:cxn modelId="{31645660-0E7D-4588-B585-28D361575B75}" type="presParOf" srcId="{D6E13D17-CFA3-43AF-8737-A8A7D287AF82}" destId="{156EAD8B-E6AD-447C-B2D4-D76FF19F8BB2}" srcOrd="0" destOrd="0" presId="urn:microsoft.com/office/officeart/2005/8/layout/hierarchy4"/>
    <dgm:cxn modelId="{1E628D95-89D4-467C-BC47-051A3B7862D6}" type="presParOf" srcId="{D6E13D17-CFA3-43AF-8737-A8A7D287AF82}" destId="{BBEB6632-EC48-48A3-BC64-90CC7B3FC15B}"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76F2F1A-E117-4071-AC41-708F649830FD}" type="doc">
      <dgm:prSet loTypeId="urn:microsoft.com/office/officeart/2005/8/layout/lProcess2" loCatId="list" qsTypeId="urn:microsoft.com/office/officeart/2005/8/quickstyle/3d2" qsCatId="3D" csTypeId="urn:microsoft.com/office/officeart/2005/8/colors/colorful1" csCatId="colorful" phldr="1"/>
      <dgm:spPr/>
      <dgm:t>
        <a:bodyPr/>
        <a:lstStyle/>
        <a:p>
          <a:endParaRPr lang="fr-FR"/>
        </a:p>
      </dgm:t>
    </dgm:pt>
    <dgm:pt modelId="{BD76CD91-6244-4167-9793-454BA467AFD8}">
      <dgm:prSet phldrT="[Texte]"/>
      <dgm:spPr/>
      <dgm:t>
        <a:bodyPr/>
        <a:lstStyle/>
        <a:p>
          <a:r>
            <a:rPr lang="fr-FR" dirty="0" smtClean="0"/>
            <a:t>Des traces</a:t>
          </a:r>
          <a:endParaRPr lang="fr-FR" dirty="0"/>
        </a:p>
      </dgm:t>
    </dgm:pt>
    <dgm:pt modelId="{725AE53F-3414-45A9-A412-D6D4B90FF6B1}" type="parTrans" cxnId="{F54939E3-8DD1-45B9-9D8D-4E21E07FFE45}">
      <dgm:prSet/>
      <dgm:spPr/>
      <dgm:t>
        <a:bodyPr/>
        <a:lstStyle/>
        <a:p>
          <a:endParaRPr lang="fr-FR"/>
        </a:p>
      </dgm:t>
    </dgm:pt>
    <dgm:pt modelId="{47F6CE61-ED91-48EC-99F7-F4EDFB1789C9}" type="sibTrans" cxnId="{F54939E3-8DD1-45B9-9D8D-4E21E07FFE45}">
      <dgm:prSet/>
      <dgm:spPr/>
      <dgm:t>
        <a:bodyPr/>
        <a:lstStyle/>
        <a:p>
          <a:endParaRPr lang="fr-FR"/>
        </a:p>
      </dgm:t>
    </dgm:pt>
    <dgm:pt modelId="{3120C410-7E7B-491B-BA0F-037E99960558}">
      <dgm:prSet phldrT="[Texte]"/>
      <dgm:spPr>
        <a:solidFill>
          <a:srgbClr val="C00000"/>
        </a:solidFill>
      </dgm:spPr>
      <dgm:t>
        <a:bodyPr/>
        <a:lstStyle/>
        <a:p>
          <a:r>
            <a:rPr lang="fr-FR" dirty="0" smtClean="0"/>
            <a:t>Ecchymoses, égratignures </a:t>
          </a:r>
          <a:endParaRPr lang="fr-FR" dirty="0"/>
        </a:p>
      </dgm:t>
    </dgm:pt>
    <dgm:pt modelId="{4A5AD02C-75EB-45A9-BA72-43CBDDE6A985}" type="parTrans" cxnId="{ED706F34-06B9-45CF-BDFE-104F2B61552C}">
      <dgm:prSet/>
      <dgm:spPr/>
      <dgm:t>
        <a:bodyPr/>
        <a:lstStyle/>
        <a:p>
          <a:endParaRPr lang="fr-FR"/>
        </a:p>
      </dgm:t>
    </dgm:pt>
    <dgm:pt modelId="{6A3A33C6-12C0-410C-8B50-5D484F1D999F}" type="sibTrans" cxnId="{ED706F34-06B9-45CF-BDFE-104F2B61552C}">
      <dgm:prSet/>
      <dgm:spPr/>
      <dgm:t>
        <a:bodyPr/>
        <a:lstStyle/>
        <a:p>
          <a:endParaRPr lang="fr-FR"/>
        </a:p>
      </dgm:t>
    </dgm:pt>
    <dgm:pt modelId="{2EC0A26C-F7ED-4C8F-86B5-EB6C71396152}">
      <dgm:prSet phldrT="[Texte]"/>
      <dgm:spPr>
        <a:solidFill>
          <a:schemeClr val="accent3">
            <a:lumMod val="50000"/>
          </a:schemeClr>
        </a:solidFill>
      </dgm:spPr>
      <dgm:t>
        <a:bodyPr/>
        <a:lstStyle/>
        <a:p>
          <a:r>
            <a:rPr lang="fr-FR" dirty="0" smtClean="0"/>
            <a:t>au tour de la bouche et des narines </a:t>
          </a:r>
          <a:endParaRPr lang="fr-FR" dirty="0"/>
        </a:p>
      </dgm:t>
    </dgm:pt>
    <dgm:pt modelId="{44E0BDC8-6048-45DE-8B9A-48E9C1DFEFF4}" type="parTrans" cxnId="{50C0EC29-A07A-4F95-8069-0A53B94D5B25}">
      <dgm:prSet/>
      <dgm:spPr/>
      <dgm:t>
        <a:bodyPr/>
        <a:lstStyle/>
        <a:p>
          <a:endParaRPr lang="fr-FR"/>
        </a:p>
      </dgm:t>
    </dgm:pt>
    <dgm:pt modelId="{BC8AEA67-5A8D-454C-8B2C-42ECAB0C0270}" type="sibTrans" cxnId="{50C0EC29-A07A-4F95-8069-0A53B94D5B25}">
      <dgm:prSet/>
      <dgm:spPr/>
      <dgm:t>
        <a:bodyPr/>
        <a:lstStyle/>
        <a:p>
          <a:endParaRPr lang="fr-FR"/>
        </a:p>
      </dgm:t>
    </dgm:pt>
    <dgm:pt modelId="{6C6B536B-DC0D-43AB-8D9A-D608D0D0D3F3}">
      <dgm:prSet phldrT="[Texte]"/>
      <dgm:spPr/>
      <dgm:t>
        <a:bodyPr/>
        <a:lstStyle/>
        <a:p>
          <a:r>
            <a:rPr lang="fr-FR" dirty="0" smtClean="0"/>
            <a:t>De violences</a:t>
          </a:r>
          <a:endParaRPr lang="fr-FR" dirty="0"/>
        </a:p>
      </dgm:t>
    </dgm:pt>
    <dgm:pt modelId="{7D8B870F-32C5-4CAD-AE5E-A487D5B3FAAC}" type="parTrans" cxnId="{C1D71E4E-C57E-45D2-B9F2-26066501F5A2}">
      <dgm:prSet/>
      <dgm:spPr/>
      <dgm:t>
        <a:bodyPr/>
        <a:lstStyle/>
        <a:p>
          <a:endParaRPr lang="fr-FR"/>
        </a:p>
      </dgm:t>
    </dgm:pt>
    <dgm:pt modelId="{B2EB8893-3AEC-4753-BEB0-2D1E85D1840A}" type="sibTrans" cxnId="{C1D71E4E-C57E-45D2-B9F2-26066501F5A2}">
      <dgm:prSet/>
      <dgm:spPr/>
      <dgm:t>
        <a:bodyPr/>
        <a:lstStyle/>
        <a:p>
          <a:endParaRPr lang="fr-FR"/>
        </a:p>
      </dgm:t>
    </dgm:pt>
    <dgm:pt modelId="{B97FAB8A-135E-4D2D-9006-E151DC1CCC7A}">
      <dgm:prSet phldrT="[Texte]"/>
      <dgm:spPr>
        <a:solidFill>
          <a:srgbClr val="7030A0"/>
        </a:solidFill>
      </dgm:spPr>
      <dgm:t>
        <a:bodyPr/>
        <a:lstStyle/>
        <a:p>
          <a:r>
            <a:rPr lang="fr-FR" dirty="0" smtClean="0"/>
            <a:t>à la face interne des cuisses</a:t>
          </a:r>
          <a:endParaRPr lang="fr-FR" dirty="0"/>
        </a:p>
      </dgm:t>
    </dgm:pt>
    <dgm:pt modelId="{7541EFA3-265F-44AE-92E7-9FEBCA334620}" type="parTrans" cxnId="{36E13367-6B63-482C-8255-B74A08B82832}">
      <dgm:prSet/>
      <dgm:spPr/>
      <dgm:t>
        <a:bodyPr/>
        <a:lstStyle/>
        <a:p>
          <a:endParaRPr lang="fr-FR"/>
        </a:p>
      </dgm:t>
    </dgm:pt>
    <dgm:pt modelId="{31B87389-7B83-4ADD-AFF5-19C8D443DE0D}" type="sibTrans" cxnId="{36E13367-6B63-482C-8255-B74A08B82832}">
      <dgm:prSet/>
      <dgm:spPr/>
      <dgm:t>
        <a:bodyPr/>
        <a:lstStyle/>
        <a:p>
          <a:endParaRPr lang="fr-FR"/>
        </a:p>
      </dgm:t>
    </dgm:pt>
    <dgm:pt modelId="{EEEE9A4B-BE54-432F-A331-36E6D046E618}">
      <dgm:prSet phldrT="[Texte]"/>
      <dgm:spPr>
        <a:solidFill>
          <a:schemeClr val="tx2"/>
        </a:solidFill>
      </dgm:spPr>
      <dgm:t>
        <a:bodyPr/>
        <a:lstStyle/>
        <a:p>
          <a:r>
            <a:rPr lang="fr-FR" dirty="0" smtClean="0"/>
            <a:t>chercher à étouffer les cris de la victime </a:t>
          </a:r>
          <a:endParaRPr lang="fr-FR" dirty="0"/>
        </a:p>
      </dgm:t>
    </dgm:pt>
    <dgm:pt modelId="{39941237-D33B-4C15-804A-3D61698FE3D8}" type="parTrans" cxnId="{C46B2755-D3AB-41AD-92A3-0CD6A583A21E}">
      <dgm:prSet/>
      <dgm:spPr/>
      <dgm:t>
        <a:bodyPr/>
        <a:lstStyle/>
        <a:p>
          <a:endParaRPr lang="fr-FR"/>
        </a:p>
      </dgm:t>
    </dgm:pt>
    <dgm:pt modelId="{D550431E-7DDA-4D41-AECE-82F3166C8B55}" type="sibTrans" cxnId="{C46B2755-D3AB-41AD-92A3-0CD6A583A21E}">
      <dgm:prSet/>
      <dgm:spPr/>
      <dgm:t>
        <a:bodyPr/>
        <a:lstStyle/>
        <a:p>
          <a:endParaRPr lang="fr-FR"/>
        </a:p>
      </dgm:t>
    </dgm:pt>
    <dgm:pt modelId="{F9120421-C698-4B62-8E17-7B4D44F37722}">
      <dgm:prSet phldrT="[Texte]"/>
      <dgm:spPr/>
      <dgm:t>
        <a:bodyPr/>
        <a:lstStyle/>
        <a:p>
          <a:r>
            <a:rPr lang="fr-FR" dirty="0" smtClean="0"/>
            <a:t>De lutte et de défense</a:t>
          </a:r>
          <a:endParaRPr lang="fr-FR" dirty="0"/>
        </a:p>
      </dgm:t>
    </dgm:pt>
    <dgm:pt modelId="{052D214A-FF65-40D0-8B45-E55C67FE9EF8}" type="parTrans" cxnId="{DDDD560A-C010-4117-A93F-CEB8B8002988}">
      <dgm:prSet/>
      <dgm:spPr/>
      <dgm:t>
        <a:bodyPr/>
        <a:lstStyle/>
        <a:p>
          <a:endParaRPr lang="fr-FR"/>
        </a:p>
      </dgm:t>
    </dgm:pt>
    <dgm:pt modelId="{9FDFF2CD-2BC9-4F71-8E6A-B4A8D0E88A45}" type="sibTrans" cxnId="{DDDD560A-C010-4117-A93F-CEB8B8002988}">
      <dgm:prSet/>
      <dgm:spPr/>
      <dgm:t>
        <a:bodyPr/>
        <a:lstStyle/>
        <a:p>
          <a:endParaRPr lang="fr-FR"/>
        </a:p>
      </dgm:t>
    </dgm:pt>
    <dgm:pt modelId="{D698D584-BF4E-4AD2-BCA0-2CCE73D87EFB}">
      <dgm:prSet phldrT="[Texte]"/>
      <dgm:spPr>
        <a:solidFill>
          <a:schemeClr val="accent6">
            <a:lumMod val="50000"/>
          </a:schemeClr>
        </a:solidFill>
      </dgm:spPr>
      <dgm:t>
        <a:bodyPr/>
        <a:lstStyle/>
        <a:p>
          <a:r>
            <a:rPr lang="fr-FR" dirty="0" smtClean="0"/>
            <a:t>aux poignets et, aux bras, ou bien au visage,</a:t>
          </a:r>
          <a:endParaRPr lang="fr-FR" dirty="0"/>
        </a:p>
      </dgm:t>
    </dgm:pt>
    <dgm:pt modelId="{3D707490-1DB1-422A-89F1-970FDA531607}" type="parTrans" cxnId="{70215CE8-5E09-4DFC-BC80-C5D1BA37449D}">
      <dgm:prSet/>
      <dgm:spPr/>
      <dgm:t>
        <a:bodyPr/>
        <a:lstStyle/>
        <a:p>
          <a:endParaRPr lang="fr-FR"/>
        </a:p>
      </dgm:t>
    </dgm:pt>
    <dgm:pt modelId="{E295D3CB-E465-48D6-A4A5-B094924B9E42}" type="sibTrans" cxnId="{70215CE8-5E09-4DFC-BC80-C5D1BA37449D}">
      <dgm:prSet/>
      <dgm:spPr/>
      <dgm:t>
        <a:bodyPr/>
        <a:lstStyle/>
        <a:p>
          <a:endParaRPr lang="fr-FR"/>
        </a:p>
      </dgm:t>
    </dgm:pt>
    <dgm:pt modelId="{E0483AC7-CA25-4A32-9E56-4E61C20F527A}">
      <dgm:prSet phldrT="[Texte]"/>
      <dgm:spPr>
        <a:solidFill>
          <a:schemeClr val="tx1"/>
        </a:solidFill>
      </dgm:spPr>
      <dgm:t>
        <a:bodyPr/>
        <a:lstStyle/>
        <a:p>
          <a:r>
            <a:rPr lang="fr-FR" dirty="0" smtClean="0"/>
            <a:t>au cou, si  tenté de l’étrangler</a:t>
          </a:r>
          <a:endParaRPr lang="fr-FR" dirty="0"/>
        </a:p>
      </dgm:t>
    </dgm:pt>
    <dgm:pt modelId="{E73A95A1-9F34-48F4-B13C-ACA2532B858C}" type="parTrans" cxnId="{22CB3C05-0315-42D2-80B0-D23B79AB4751}">
      <dgm:prSet/>
      <dgm:spPr/>
      <dgm:t>
        <a:bodyPr/>
        <a:lstStyle/>
        <a:p>
          <a:endParaRPr lang="fr-FR"/>
        </a:p>
      </dgm:t>
    </dgm:pt>
    <dgm:pt modelId="{97B4C26B-59C6-4A97-8114-C53E5120D2DB}" type="sibTrans" cxnId="{22CB3C05-0315-42D2-80B0-D23B79AB4751}">
      <dgm:prSet/>
      <dgm:spPr/>
      <dgm:t>
        <a:bodyPr/>
        <a:lstStyle/>
        <a:p>
          <a:endParaRPr lang="fr-FR"/>
        </a:p>
      </dgm:t>
    </dgm:pt>
    <dgm:pt modelId="{2EE3AA04-811B-436B-92C1-3635BDAA45E1}" type="pres">
      <dgm:prSet presAssocID="{876F2F1A-E117-4071-AC41-708F649830FD}" presName="theList" presStyleCnt="0">
        <dgm:presLayoutVars>
          <dgm:dir/>
          <dgm:animLvl val="lvl"/>
          <dgm:resizeHandles val="exact"/>
        </dgm:presLayoutVars>
      </dgm:prSet>
      <dgm:spPr/>
      <dgm:t>
        <a:bodyPr/>
        <a:lstStyle/>
        <a:p>
          <a:endParaRPr lang="fr-FR"/>
        </a:p>
      </dgm:t>
    </dgm:pt>
    <dgm:pt modelId="{D85B7B30-C5AA-4549-B9FA-02802B91063B}" type="pres">
      <dgm:prSet presAssocID="{BD76CD91-6244-4167-9793-454BA467AFD8}" presName="compNode" presStyleCnt="0"/>
      <dgm:spPr/>
    </dgm:pt>
    <dgm:pt modelId="{1506C8CC-2265-4661-8265-FADA40A77F15}" type="pres">
      <dgm:prSet presAssocID="{BD76CD91-6244-4167-9793-454BA467AFD8}" presName="aNode" presStyleLbl="bgShp" presStyleIdx="0" presStyleCnt="3"/>
      <dgm:spPr/>
      <dgm:t>
        <a:bodyPr/>
        <a:lstStyle/>
        <a:p>
          <a:endParaRPr lang="fr-FR"/>
        </a:p>
      </dgm:t>
    </dgm:pt>
    <dgm:pt modelId="{E0572C2A-376C-41B0-8A3D-B53CEEF3D2C7}" type="pres">
      <dgm:prSet presAssocID="{BD76CD91-6244-4167-9793-454BA467AFD8}" presName="textNode" presStyleLbl="bgShp" presStyleIdx="0" presStyleCnt="3"/>
      <dgm:spPr/>
      <dgm:t>
        <a:bodyPr/>
        <a:lstStyle/>
        <a:p>
          <a:endParaRPr lang="fr-FR"/>
        </a:p>
      </dgm:t>
    </dgm:pt>
    <dgm:pt modelId="{120FDC96-E23F-4CB2-B133-D0E9DF546F60}" type="pres">
      <dgm:prSet presAssocID="{BD76CD91-6244-4167-9793-454BA467AFD8}" presName="compChildNode" presStyleCnt="0"/>
      <dgm:spPr/>
    </dgm:pt>
    <dgm:pt modelId="{8FB374F3-0494-4E42-858D-4F6BB10F4EAF}" type="pres">
      <dgm:prSet presAssocID="{BD76CD91-6244-4167-9793-454BA467AFD8}" presName="theInnerList" presStyleCnt="0"/>
      <dgm:spPr/>
    </dgm:pt>
    <dgm:pt modelId="{D48CB09C-1581-46C5-B4AC-EA11ABB1DAAC}" type="pres">
      <dgm:prSet presAssocID="{3120C410-7E7B-491B-BA0F-037E99960558}" presName="childNode" presStyleLbl="node1" presStyleIdx="0" presStyleCnt="6">
        <dgm:presLayoutVars>
          <dgm:bulletEnabled val="1"/>
        </dgm:presLayoutVars>
      </dgm:prSet>
      <dgm:spPr/>
      <dgm:t>
        <a:bodyPr/>
        <a:lstStyle/>
        <a:p>
          <a:endParaRPr lang="fr-FR"/>
        </a:p>
      </dgm:t>
    </dgm:pt>
    <dgm:pt modelId="{62F7F2C1-84B9-4A36-BE00-2CCADDA7814F}" type="pres">
      <dgm:prSet presAssocID="{3120C410-7E7B-491B-BA0F-037E99960558}" presName="aSpace2" presStyleCnt="0"/>
      <dgm:spPr/>
    </dgm:pt>
    <dgm:pt modelId="{27250574-BAE0-4138-A99B-7D4441859A37}" type="pres">
      <dgm:prSet presAssocID="{2EC0A26C-F7ED-4C8F-86B5-EB6C71396152}" presName="childNode" presStyleLbl="node1" presStyleIdx="1" presStyleCnt="6">
        <dgm:presLayoutVars>
          <dgm:bulletEnabled val="1"/>
        </dgm:presLayoutVars>
      </dgm:prSet>
      <dgm:spPr/>
      <dgm:t>
        <a:bodyPr/>
        <a:lstStyle/>
        <a:p>
          <a:endParaRPr lang="fr-FR"/>
        </a:p>
      </dgm:t>
    </dgm:pt>
    <dgm:pt modelId="{535C91BB-15F7-4073-9330-1C5F08F7A21D}" type="pres">
      <dgm:prSet presAssocID="{BD76CD91-6244-4167-9793-454BA467AFD8}" presName="aSpace" presStyleCnt="0"/>
      <dgm:spPr/>
    </dgm:pt>
    <dgm:pt modelId="{0BEBF575-B212-488B-B31D-25BD6DFFB4C2}" type="pres">
      <dgm:prSet presAssocID="{6C6B536B-DC0D-43AB-8D9A-D608D0D0D3F3}" presName="compNode" presStyleCnt="0"/>
      <dgm:spPr/>
    </dgm:pt>
    <dgm:pt modelId="{65D7B21D-52B4-4883-9885-06E6EF350FDD}" type="pres">
      <dgm:prSet presAssocID="{6C6B536B-DC0D-43AB-8D9A-D608D0D0D3F3}" presName="aNode" presStyleLbl="bgShp" presStyleIdx="1" presStyleCnt="3" custLinFactNeighborX="376" custLinFactNeighborY="5405"/>
      <dgm:spPr/>
      <dgm:t>
        <a:bodyPr/>
        <a:lstStyle/>
        <a:p>
          <a:endParaRPr lang="fr-FR"/>
        </a:p>
      </dgm:t>
    </dgm:pt>
    <dgm:pt modelId="{83A28891-3D7F-4A09-BF0C-EFBB0994F952}" type="pres">
      <dgm:prSet presAssocID="{6C6B536B-DC0D-43AB-8D9A-D608D0D0D3F3}" presName="textNode" presStyleLbl="bgShp" presStyleIdx="1" presStyleCnt="3"/>
      <dgm:spPr/>
      <dgm:t>
        <a:bodyPr/>
        <a:lstStyle/>
        <a:p>
          <a:endParaRPr lang="fr-FR"/>
        </a:p>
      </dgm:t>
    </dgm:pt>
    <dgm:pt modelId="{85019539-0E96-4BBA-A19B-3F0A2825D5D2}" type="pres">
      <dgm:prSet presAssocID="{6C6B536B-DC0D-43AB-8D9A-D608D0D0D3F3}" presName="compChildNode" presStyleCnt="0"/>
      <dgm:spPr/>
    </dgm:pt>
    <dgm:pt modelId="{3F9545CD-9D19-47F7-BEAE-6158A929A8A2}" type="pres">
      <dgm:prSet presAssocID="{6C6B536B-DC0D-43AB-8D9A-D608D0D0D3F3}" presName="theInnerList" presStyleCnt="0"/>
      <dgm:spPr/>
    </dgm:pt>
    <dgm:pt modelId="{821C5EF8-058D-433A-A6B1-8277040CEAB2}" type="pres">
      <dgm:prSet presAssocID="{B97FAB8A-135E-4D2D-9006-E151DC1CCC7A}" presName="childNode" presStyleLbl="node1" presStyleIdx="2" presStyleCnt="6">
        <dgm:presLayoutVars>
          <dgm:bulletEnabled val="1"/>
        </dgm:presLayoutVars>
      </dgm:prSet>
      <dgm:spPr/>
      <dgm:t>
        <a:bodyPr/>
        <a:lstStyle/>
        <a:p>
          <a:endParaRPr lang="fr-FR"/>
        </a:p>
      </dgm:t>
    </dgm:pt>
    <dgm:pt modelId="{2BB5A2AC-38D4-489E-9EAD-7245888EAD95}" type="pres">
      <dgm:prSet presAssocID="{B97FAB8A-135E-4D2D-9006-E151DC1CCC7A}" presName="aSpace2" presStyleCnt="0"/>
      <dgm:spPr/>
    </dgm:pt>
    <dgm:pt modelId="{71C9A64B-FDE4-4B8C-B378-1AA5B9CFB209}" type="pres">
      <dgm:prSet presAssocID="{EEEE9A4B-BE54-432F-A331-36E6D046E618}" presName="childNode" presStyleLbl="node1" presStyleIdx="3" presStyleCnt="6">
        <dgm:presLayoutVars>
          <dgm:bulletEnabled val="1"/>
        </dgm:presLayoutVars>
      </dgm:prSet>
      <dgm:spPr/>
      <dgm:t>
        <a:bodyPr/>
        <a:lstStyle/>
        <a:p>
          <a:endParaRPr lang="fr-FR"/>
        </a:p>
      </dgm:t>
    </dgm:pt>
    <dgm:pt modelId="{CC8A2FE5-0981-4B03-9159-A07064FB59FE}" type="pres">
      <dgm:prSet presAssocID="{6C6B536B-DC0D-43AB-8D9A-D608D0D0D3F3}" presName="aSpace" presStyleCnt="0"/>
      <dgm:spPr/>
    </dgm:pt>
    <dgm:pt modelId="{ED90E640-0C77-4BF8-B0CB-B048B3AF5B3A}" type="pres">
      <dgm:prSet presAssocID="{F9120421-C698-4B62-8E17-7B4D44F37722}" presName="compNode" presStyleCnt="0"/>
      <dgm:spPr/>
    </dgm:pt>
    <dgm:pt modelId="{DA851DC7-BC1B-447D-8922-541DC8EF90CB}" type="pres">
      <dgm:prSet presAssocID="{F9120421-C698-4B62-8E17-7B4D44F37722}" presName="aNode" presStyleLbl="bgShp" presStyleIdx="2" presStyleCnt="3"/>
      <dgm:spPr/>
      <dgm:t>
        <a:bodyPr/>
        <a:lstStyle/>
        <a:p>
          <a:endParaRPr lang="fr-FR"/>
        </a:p>
      </dgm:t>
    </dgm:pt>
    <dgm:pt modelId="{C28E04D7-9C11-437E-85AE-A2D1837EC871}" type="pres">
      <dgm:prSet presAssocID="{F9120421-C698-4B62-8E17-7B4D44F37722}" presName="textNode" presStyleLbl="bgShp" presStyleIdx="2" presStyleCnt="3"/>
      <dgm:spPr/>
      <dgm:t>
        <a:bodyPr/>
        <a:lstStyle/>
        <a:p>
          <a:endParaRPr lang="fr-FR"/>
        </a:p>
      </dgm:t>
    </dgm:pt>
    <dgm:pt modelId="{B63E675F-DE35-4BDE-9476-2B22E15B540C}" type="pres">
      <dgm:prSet presAssocID="{F9120421-C698-4B62-8E17-7B4D44F37722}" presName="compChildNode" presStyleCnt="0"/>
      <dgm:spPr/>
    </dgm:pt>
    <dgm:pt modelId="{524D59B2-398A-4551-A093-417CBBCA92C9}" type="pres">
      <dgm:prSet presAssocID="{F9120421-C698-4B62-8E17-7B4D44F37722}" presName="theInnerList" presStyleCnt="0"/>
      <dgm:spPr/>
    </dgm:pt>
    <dgm:pt modelId="{F649732A-FF70-4D20-A2E1-3D0AF145DB60}" type="pres">
      <dgm:prSet presAssocID="{D698D584-BF4E-4AD2-BCA0-2CCE73D87EFB}" presName="childNode" presStyleLbl="node1" presStyleIdx="4" presStyleCnt="6">
        <dgm:presLayoutVars>
          <dgm:bulletEnabled val="1"/>
        </dgm:presLayoutVars>
      </dgm:prSet>
      <dgm:spPr/>
      <dgm:t>
        <a:bodyPr/>
        <a:lstStyle/>
        <a:p>
          <a:endParaRPr lang="fr-FR"/>
        </a:p>
      </dgm:t>
    </dgm:pt>
    <dgm:pt modelId="{ECCE7DDB-C3A1-4814-B39A-BBD6AA8366F4}" type="pres">
      <dgm:prSet presAssocID="{D698D584-BF4E-4AD2-BCA0-2CCE73D87EFB}" presName="aSpace2" presStyleCnt="0"/>
      <dgm:spPr/>
    </dgm:pt>
    <dgm:pt modelId="{9AA4CB3A-4EAA-48CA-9763-AD544EADD2F7}" type="pres">
      <dgm:prSet presAssocID="{E0483AC7-CA25-4A32-9E56-4E61C20F527A}" presName="childNode" presStyleLbl="node1" presStyleIdx="5" presStyleCnt="6">
        <dgm:presLayoutVars>
          <dgm:bulletEnabled val="1"/>
        </dgm:presLayoutVars>
      </dgm:prSet>
      <dgm:spPr/>
      <dgm:t>
        <a:bodyPr/>
        <a:lstStyle/>
        <a:p>
          <a:endParaRPr lang="fr-FR"/>
        </a:p>
      </dgm:t>
    </dgm:pt>
  </dgm:ptLst>
  <dgm:cxnLst>
    <dgm:cxn modelId="{49D934AB-0EF9-4795-A33B-37F4F22CBF1C}" type="presOf" srcId="{BD76CD91-6244-4167-9793-454BA467AFD8}" destId="{1506C8CC-2265-4661-8265-FADA40A77F15}" srcOrd="0" destOrd="0" presId="urn:microsoft.com/office/officeart/2005/8/layout/lProcess2"/>
    <dgm:cxn modelId="{33C43203-BF6A-44E6-A8A2-8A903E89A3D0}" type="presOf" srcId="{BD76CD91-6244-4167-9793-454BA467AFD8}" destId="{E0572C2A-376C-41B0-8A3D-B53CEEF3D2C7}" srcOrd="1" destOrd="0" presId="urn:microsoft.com/office/officeart/2005/8/layout/lProcess2"/>
    <dgm:cxn modelId="{0631F84D-7E23-4977-8688-0EB50F1DC1E7}" type="presOf" srcId="{F9120421-C698-4B62-8E17-7B4D44F37722}" destId="{C28E04D7-9C11-437E-85AE-A2D1837EC871}" srcOrd="1" destOrd="0" presId="urn:microsoft.com/office/officeart/2005/8/layout/lProcess2"/>
    <dgm:cxn modelId="{F6FFFC39-70F3-4A02-8219-3D571C753BA4}" type="presOf" srcId="{6C6B536B-DC0D-43AB-8D9A-D608D0D0D3F3}" destId="{83A28891-3D7F-4A09-BF0C-EFBB0994F952}" srcOrd="1" destOrd="0" presId="urn:microsoft.com/office/officeart/2005/8/layout/lProcess2"/>
    <dgm:cxn modelId="{70215CE8-5E09-4DFC-BC80-C5D1BA37449D}" srcId="{F9120421-C698-4B62-8E17-7B4D44F37722}" destId="{D698D584-BF4E-4AD2-BCA0-2CCE73D87EFB}" srcOrd="0" destOrd="0" parTransId="{3D707490-1DB1-422A-89F1-970FDA531607}" sibTransId="{E295D3CB-E465-48D6-A4A5-B094924B9E42}"/>
    <dgm:cxn modelId="{C5B191FE-1A0B-4409-80BF-06C78D3DC89D}" type="presOf" srcId="{6C6B536B-DC0D-43AB-8D9A-D608D0D0D3F3}" destId="{65D7B21D-52B4-4883-9885-06E6EF350FDD}" srcOrd="0" destOrd="0" presId="urn:microsoft.com/office/officeart/2005/8/layout/lProcess2"/>
    <dgm:cxn modelId="{C46B2755-D3AB-41AD-92A3-0CD6A583A21E}" srcId="{6C6B536B-DC0D-43AB-8D9A-D608D0D0D3F3}" destId="{EEEE9A4B-BE54-432F-A331-36E6D046E618}" srcOrd="1" destOrd="0" parTransId="{39941237-D33B-4C15-804A-3D61698FE3D8}" sibTransId="{D550431E-7DDA-4D41-AECE-82F3166C8B55}"/>
    <dgm:cxn modelId="{9A724BDB-B107-4B56-8D07-0841952FED3C}" type="presOf" srcId="{3120C410-7E7B-491B-BA0F-037E99960558}" destId="{D48CB09C-1581-46C5-B4AC-EA11ABB1DAAC}" srcOrd="0" destOrd="0" presId="urn:microsoft.com/office/officeart/2005/8/layout/lProcess2"/>
    <dgm:cxn modelId="{C47602CC-9E40-4574-87E5-A4C440A0F8BE}" type="presOf" srcId="{E0483AC7-CA25-4A32-9E56-4E61C20F527A}" destId="{9AA4CB3A-4EAA-48CA-9763-AD544EADD2F7}" srcOrd="0" destOrd="0" presId="urn:microsoft.com/office/officeart/2005/8/layout/lProcess2"/>
    <dgm:cxn modelId="{ED706F34-06B9-45CF-BDFE-104F2B61552C}" srcId="{BD76CD91-6244-4167-9793-454BA467AFD8}" destId="{3120C410-7E7B-491B-BA0F-037E99960558}" srcOrd="0" destOrd="0" parTransId="{4A5AD02C-75EB-45A9-BA72-43CBDDE6A985}" sibTransId="{6A3A33C6-12C0-410C-8B50-5D484F1D999F}"/>
    <dgm:cxn modelId="{F54939E3-8DD1-45B9-9D8D-4E21E07FFE45}" srcId="{876F2F1A-E117-4071-AC41-708F649830FD}" destId="{BD76CD91-6244-4167-9793-454BA467AFD8}" srcOrd="0" destOrd="0" parTransId="{725AE53F-3414-45A9-A412-D6D4B90FF6B1}" sibTransId="{47F6CE61-ED91-48EC-99F7-F4EDFB1789C9}"/>
    <dgm:cxn modelId="{8AC39C28-5D24-482E-BC71-65F9948E79D8}" type="presOf" srcId="{876F2F1A-E117-4071-AC41-708F649830FD}" destId="{2EE3AA04-811B-436B-92C1-3635BDAA45E1}" srcOrd="0" destOrd="0" presId="urn:microsoft.com/office/officeart/2005/8/layout/lProcess2"/>
    <dgm:cxn modelId="{36E13367-6B63-482C-8255-B74A08B82832}" srcId="{6C6B536B-DC0D-43AB-8D9A-D608D0D0D3F3}" destId="{B97FAB8A-135E-4D2D-9006-E151DC1CCC7A}" srcOrd="0" destOrd="0" parTransId="{7541EFA3-265F-44AE-92E7-9FEBCA334620}" sibTransId="{31B87389-7B83-4ADD-AFF5-19C8D443DE0D}"/>
    <dgm:cxn modelId="{4C540B0E-3719-4224-A2A7-672CF31C9A6B}" type="presOf" srcId="{F9120421-C698-4B62-8E17-7B4D44F37722}" destId="{DA851DC7-BC1B-447D-8922-541DC8EF90CB}" srcOrd="0" destOrd="0" presId="urn:microsoft.com/office/officeart/2005/8/layout/lProcess2"/>
    <dgm:cxn modelId="{E4539EB4-9421-4C05-B6F3-22086E09E1EF}" type="presOf" srcId="{EEEE9A4B-BE54-432F-A331-36E6D046E618}" destId="{71C9A64B-FDE4-4B8C-B378-1AA5B9CFB209}" srcOrd="0" destOrd="0" presId="urn:microsoft.com/office/officeart/2005/8/layout/lProcess2"/>
    <dgm:cxn modelId="{C1D71E4E-C57E-45D2-B9F2-26066501F5A2}" srcId="{876F2F1A-E117-4071-AC41-708F649830FD}" destId="{6C6B536B-DC0D-43AB-8D9A-D608D0D0D3F3}" srcOrd="1" destOrd="0" parTransId="{7D8B870F-32C5-4CAD-AE5E-A487D5B3FAAC}" sibTransId="{B2EB8893-3AEC-4753-BEB0-2D1E85D1840A}"/>
    <dgm:cxn modelId="{519F2D53-71A2-45BA-BBFD-A850D37FBBD2}" type="presOf" srcId="{D698D584-BF4E-4AD2-BCA0-2CCE73D87EFB}" destId="{F649732A-FF70-4D20-A2E1-3D0AF145DB60}" srcOrd="0" destOrd="0" presId="urn:microsoft.com/office/officeart/2005/8/layout/lProcess2"/>
    <dgm:cxn modelId="{DDDD560A-C010-4117-A93F-CEB8B8002988}" srcId="{876F2F1A-E117-4071-AC41-708F649830FD}" destId="{F9120421-C698-4B62-8E17-7B4D44F37722}" srcOrd="2" destOrd="0" parTransId="{052D214A-FF65-40D0-8B45-E55C67FE9EF8}" sibTransId="{9FDFF2CD-2BC9-4F71-8E6A-B4A8D0E88A45}"/>
    <dgm:cxn modelId="{BFBAC101-B07A-456F-92B1-5FA9B0C10AA9}" type="presOf" srcId="{2EC0A26C-F7ED-4C8F-86B5-EB6C71396152}" destId="{27250574-BAE0-4138-A99B-7D4441859A37}" srcOrd="0" destOrd="0" presId="urn:microsoft.com/office/officeart/2005/8/layout/lProcess2"/>
    <dgm:cxn modelId="{50C0EC29-A07A-4F95-8069-0A53B94D5B25}" srcId="{BD76CD91-6244-4167-9793-454BA467AFD8}" destId="{2EC0A26C-F7ED-4C8F-86B5-EB6C71396152}" srcOrd="1" destOrd="0" parTransId="{44E0BDC8-6048-45DE-8B9A-48E9C1DFEFF4}" sibTransId="{BC8AEA67-5A8D-454C-8B2C-42ECAB0C0270}"/>
    <dgm:cxn modelId="{22CB3C05-0315-42D2-80B0-D23B79AB4751}" srcId="{F9120421-C698-4B62-8E17-7B4D44F37722}" destId="{E0483AC7-CA25-4A32-9E56-4E61C20F527A}" srcOrd="1" destOrd="0" parTransId="{E73A95A1-9F34-48F4-B13C-ACA2532B858C}" sibTransId="{97B4C26B-59C6-4A97-8114-C53E5120D2DB}"/>
    <dgm:cxn modelId="{BD4A05C7-742F-4BAF-9965-73AF24AB620A}" type="presOf" srcId="{B97FAB8A-135E-4D2D-9006-E151DC1CCC7A}" destId="{821C5EF8-058D-433A-A6B1-8277040CEAB2}" srcOrd="0" destOrd="0" presId="urn:microsoft.com/office/officeart/2005/8/layout/lProcess2"/>
    <dgm:cxn modelId="{DE7096A7-07E2-44A6-8E9F-FAF5B1FB2079}" type="presParOf" srcId="{2EE3AA04-811B-436B-92C1-3635BDAA45E1}" destId="{D85B7B30-C5AA-4549-B9FA-02802B91063B}" srcOrd="0" destOrd="0" presId="urn:microsoft.com/office/officeart/2005/8/layout/lProcess2"/>
    <dgm:cxn modelId="{BF8320A2-07A2-4D1C-B642-03868689F6DC}" type="presParOf" srcId="{D85B7B30-C5AA-4549-B9FA-02802B91063B}" destId="{1506C8CC-2265-4661-8265-FADA40A77F15}" srcOrd="0" destOrd="0" presId="urn:microsoft.com/office/officeart/2005/8/layout/lProcess2"/>
    <dgm:cxn modelId="{4D458695-4E53-4FEC-8F9A-452B22C54DF2}" type="presParOf" srcId="{D85B7B30-C5AA-4549-B9FA-02802B91063B}" destId="{E0572C2A-376C-41B0-8A3D-B53CEEF3D2C7}" srcOrd="1" destOrd="0" presId="urn:microsoft.com/office/officeart/2005/8/layout/lProcess2"/>
    <dgm:cxn modelId="{11695AC8-055B-4069-B4FA-F81B3352EDE4}" type="presParOf" srcId="{D85B7B30-C5AA-4549-B9FA-02802B91063B}" destId="{120FDC96-E23F-4CB2-B133-D0E9DF546F60}" srcOrd="2" destOrd="0" presId="urn:microsoft.com/office/officeart/2005/8/layout/lProcess2"/>
    <dgm:cxn modelId="{7BDE2FBA-1C95-4F74-8872-1BA6533745BB}" type="presParOf" srcId="{120FDC96-E23F-4CB2-B133-D0E9DF546F60}" destId="{8FB374F3-0494-4E42-858D-4F6BB10F4EAF}" srcOrd="0" destOrd="0" presId="urn:microsoft.com/office/officeart/2005/8/layout/lProcess2"/>
    <dgm:cxn modelId="{D347DC3F-FDA6-4336-BCD8-1D2D98F27BBA}" type="presParOf" srcId="{8FB374F3-0494-4E42-858D-4F6BB10F4EAF}" destId="{D48CB09C-1581-46C5-B4AC-EA11ABB1DAAC}" srcOrd="0" destOrd="0" presId="urn:microsoft.com/office/officeart/2005/8/layout/lProcess2"/>
    <dgm:cxn modelId="{C8D4FDBF-9D4F-4461-A9FD-2D1066B20DE4}" type="presParOf" srcId="{8FB374F3-0494-4E42-858D-4F6BB10F4EAF}" destId="{62F7F2C1-84B9-4A36-BE00-2CCADDA7814F}" srcOrd="1" destOrd="0" presId="urn:microsoft.com/office/officeart/2005/8/layout/lProcess2"/>
    <dgm:cxn modelId="{DD7FD795-AE40-42EF-8FD3-5397AC0C1083}" type="presParOf" srcId="{8FB374F3-0494-4E42-858D-4F6BB10F4EAF}" destId="{27250574-BAE0-4138-A99B-7D4441859A37}" srcOrd="2" destOrd="0" presId="urn:microsoft.com/office/officeart/2005/8/layout/lProcess2"/>
    <dgm:cxn modelId="{F03AA503-5864-4789-A1FF-4D10EF21B0FA}" type="presParOf" srcId="{2EE3AA04-811B-436B-92C1-3635BDAA45E1}" destId="{535C91BB-15F7-4073-9330-1C5F08F7A21D}" srcOrd="1" destOrd="0" presId="urn:microsoft.com/office/officeart/2005/8/layout/lProcess2"/>
    <dgm:cxn modelId="{3BAC59A6-BD8B-46AC-A8B4-9C6EADA4D839}" type="presParOf" srcId="{2EE3AA04-811B-436B-92C1-3635BDAA45E1}" destId="{0BEBF575-B212-488B-B31D-25BD6DFFB4C2}" srcOrd="2" destOrd="0" presId="urn:microsoft.com/office/officeart/2005/8/layout/lProcess2"/>
    <dgm:cxn modelId="{72783AC4-DE8A-443B-9C0C-AE79CE3549D3}" type="presParOf" srcId="{0BEBF575-B212-488B-B31D-25BD6DFFB4C2}" destId="{65D7B21D-52B4-4883-9885-06E6EF350FDD}" srcOrd="0" destOrd="0" presId="urn:microsoft.com/office/officeart/2005/8/layout/lProcess2"/>
    <dgm:cxn modelId="{096172D1-4DCC-4B75-894A-EC8E4D801044}" type="presParOf" srcId="{0BEBF575-B212-488B-B31D-25BD6DFFB4C2}" destId="{83A28891-3D7F-4A09-BF0C-EFBB0994F952}" srcOrd="1" destOrd="0" presId="urn:microsoft.com/office/officeart/2005/8/layout/lProcess2"/>
    <dgm:cxn modelId="{73ECFE4E-C5A6-402A-844E-7F4863ADC3F2}" type="presParOf" srcId="{0BEBF575-B212-488B-B31D-25BD6DFFB4C2}" destId="{85019539-0E96-4BBA-A19B-3F0A2825D5D2}" srcOrd="2" destOrd="0" presId="urn:microsoft.com/office/officeart/2005/8/layout/lProcess2"/>
    <dgm:cxn modelId="{A85C198F-D7A3-412D-89F3-D94004E224D7}" type="presParOf" srcId="{85019539-0E96-4BBA-A19B-3F0A2825D5D2}" destId="{3F9545CD-9D19-47F7-BEAE-6158A929A8A2}" srcOrd="0" destOrd="0" presId="urn:microsoft.com/office/officeart/2005/8/layout/lProcess2"/>
    <dgm:cxn modelId="{AD88694B-C032-4616-8EE2-4796CFAC0283}" type="presParOf" srcId="{3F9545CD-9D19-47F7-BEAE-6158A929A8A2}" destId="{821C5EF8-058D-433A-A6B1-8277040CEAB2}" srcOrd="0" destOrd="0" presId="urn:microsoft.com/office/officeart/2005/8/layout/lProcess2"/>
    <dgm:cxn modelId="{628C6D49-08D1-47AA-8633-DC83ACD91D98}" type="presParOf" srcId="{3F9545CD-9D19-47F7-BEAE-6158A929A8A2}" destId="{2BB5A2AC-38D4-489E-9EAD-7245888EAD95}" srcOrd="1" destOrd="0" presId="urn:microsoft.com/office/officeart/2005/8/layout/lProcess2"/>
    <dgm:cxn modelId="{4A6E5EEE-716A-4BB4-92F9-2E3BDC111935}" type="presParOf" srcId="{3F9545CD-9D19-47F7-BEAE-6158A929A8A2}" destId="{71C9A64B-FDE4-4B8C-B378-1AA5B9CFB209}" srcOrd="2" destOrd="0" presId="urn:microsoft.com/office/officeart/2005/8/layout/lProcess2"/>
    <dgm:cxn modelId="{55D84F4F-C9F3-467E-A0B5-787AD01C99D0}" type="presParOf" srcId="{2EE3AA04-811B-436B-92C1-3635BDAA45E1}" destId="{CC8A2FE5-0981-4B03-9159-A07064FB59FE}" srcOrd="3" destOrd="0" presId="urn:microsoft.com/office/officeart/2005/8/layout/lProcess2"/>
    <dgm:cxn modelId="{81AC9769-C70A-440A-9CAD-9E815A9C4633}" type="presParOf" srcId="{2EE3AA04-811B-436B-92C1-3635BDAA45E1}" destId="{ED90E640-0C77-4BF8-B0CB-B048B3AF5B3A}" srcOrd="4" destOrd="0" presId="urn:microsoft.com/office/officeart/2005/8/layout/lProcess2"/>
    <dgm:cxn modelId="{A4B18460-529D-4999-B972-B01CC3CA2885}" type="presParOf" srcId="{ED90E640-0C77-4BF8-B0CB-B048B3AF5B3A}" destId="{DA851DC7-BC1B-447D-8922-541DC8EF90CB}" srcOrd="0" destOrd="0" presId="urn:microsoft.com/office/officeart/2005/8/layout/lProcess2"/>
    <dgm:cxn modelId="{82151069-4C2B-4499-B096-CF690F184480}" type="presParOf" srcId="{ED90E640-0C77-4BF8-B0CB-B048B3AF5B3A}" destId="{C28E04D7-9C11-437E-85AE-A2D1837EC871}" srcOrd="1" destOrd="0" presId="urn:microsoft.com/office/officeart/2005/8/layout/lProcess2"/>
    <dgm:cxn modelId="{AA4EF474-934B-4885-9C48-29D78A832AD0}" type="presParOf" srcId="{ED90E640-0C77-4BF8-B0CB-B048B3AF5B3A}" destId="{B63E675F-DE35-4BDE-9476-2B22E15B540C}" srcOrd="2" destOrd="0" presId="urn:microsoft.com/office/officeart/2005/8/layout/lProcess2"/>
    <dgm:cxn modelId="{398CD635-EF96-4590-82F3-453A53571D9D}" type="presParOf" srcId="{B63E675F-DE35-4BDE-9476-2B22E15B540C}" destId="{524D59B2-398A-4551-A093-417CBBCA92C9}" srcOrd="0" destOrd="0" presId="urn:microsoft.com/office/officeart/2005/8/layout/lProcess2"/>
    <dgm:cxn modelId="{1D3E7B79-9B83-406A-A199-725452C13E57}" type="presParOf" srcId="{524D59B2-398A-4551-A093-417CBBCA92C9}" destId="{F649732A-FF70-4D20-A2E1-3D0AF145DB60}" srcOrd="0" destOrd="0" presId="urn:microsoft.com/office/officeart/2005/8/layout/lProcess2"/>
    <dgm:cxn modelId="{BEBFDFA3-9C68-4F24-B62B-E5128B9860FF}" type="presParOf" srcId="{524D59B2-398A-4551-A093-417CBBCA92C9}" destId="{ECCE7DDB-C3A1-4814-B39A-BBD6AA8366F4}" srcOrd="1" destOrd="0" presId="urn:microsoft.com/office/officeart/2005/8/layout/lProcess2"/>
    <dgm:cxn modelId="{11135ADD-3C8A-4E1C-9773-96AB1E82CCA8}" type="presParOf" srcId="{524D59B2-398A-4551-A093-417CBBCA92C9}" destId="{9AA4CB3A-4EAA-48CA-9763-AD544EADD2F7}" srcOrd="2" destOrd="0" presId="urn:microsoft.com/office/officeart/2005/8/layout/lProcess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2282828-1D88-40EC-85A6-817534DFEBCF}" type="doc">
      <dgm:prSet loTypeId="urn:microsoft.com/office/officeart/2005/8/layout/hierarchy4" loCatId="list" qsTypeId="urn:microsoft.com/office/officeart/2005/8/quickstyle/3d2" qsCatId="3D" csTypeId="urn:microsoft.com/office/officeart/2005/8/colors/accent0_3" csCatId="mainScheme" phldr="1"/>
      <dgm:spPr/>
      <dgm:t>
        <a:bodyPr/>
        <a:lstStyle/>
        <a:p>
          <a:endParaRPr lang="fr-FR"/>
        </a:p>
      </dgm:t>
    </dgm:pt>
    <dgm:pt modelId="{3F06A95F-91DC-46C9-A041-4768C8069AC7}">
      <dgm:prSet phldrT="[Texte]" custT="1"/>
      <dgm:spPr>
        <a:solidFill>
          <a:schemeClr val="accent2">
            <a:lumMod val="40000"/>
            <a:lumOff val="60000"/>
          </a:schemeClr>
        </a:solidFill>
      </dgm:spPr>
      <dgm:t>
        <a:bodyPr/>
        <a:lstStyle/>
        <a:p>
          <a:r>
            <a:rPr lang="fr-FR" sz="4000" b="0" u="none" dirty="0" smtClean="0">
              <a:solidFill>
                <a:schemeClr val="tx1"/>
              </a:solidFill>
              <a:latin typeface="Times New Roman" pitchFamily="18" charset="0"/>
              <a:cs typeface="Times New Roman" pitchFamily="18" charset="0"/>
            </a:rPr>
            <a:t>Les traces de l’acte sexuel </a:t>
          </a:r>
          <a:endParaRPr lang="fr-FR" sz="4000" b="0" u="none" dirty="0">
            <a:solidFill>
              <a:schemeClr val="tx1"/>
            </a:solidFill>
            <a:latin typeface="Times New Roman" pitchFamily="18" charset="0"/>
            <a:cs typeface="Times New Roman" pitchFamily="18" charset="0"/>
          </a:endParaRPr>
        </a:p>
      </dgm:t>
    </dgm:pt>
    <dgm:pt modelId="{557A8FC8-ACD6-4658-A93E-DBF99FD1A64F}" type="parTrans" cxnId="{A6185372-00BE-4F8E-AB56-1D6F3AE8804F}">
      <dgm:prSet/>
      <dgm:spPr/>
      <dgm:t>
        <a:bodyPr/>
        <a:lstStyle/>
        <a:p>
          <a:endParaRPr lang="fr-FR"/>
        </a:p>
      </dgm:t>
    </dgm:pt>
    <dgm:pt modelId="{D480C72E-F496-4A40-88AE-DC8A3CC79C21}" type="sibTrans" cxnId="{A6185372-00BE-4F8E-AB56-1D6F3AE8804F}">
      <dgm:prSet/>
      <dgm:spPr/>
      <dgm:t>
        <a:bodyPr/>
        <a:lstStyle/>
        <a:p>
          <a:endParaRPr lang="fr-FR"/>
        </a:p>
      </dgm:t>
    </dgm:pt>
    <dgm:pt modelId="{1D7F351E-3064-43C2-8A2A-3EF495AE9AF1}">
      <dgm:prSet phldrT="[Texte]"/>
      <dgm:spPr/>
      <dgm:t>
        <a:bodyPr/>
        <a:lstStyle/>
        <a:p>
          <a:r>
            <a:rPr lang="fr-FR" b="1" dirty="0" smtClean="0"/>
            <a:t>1- Les traces anatomiques </a:t>
          </a:r>
          <a:endParaRPr lang="fr-FR" dirty="0"/>
        </a:p>
      </dgm:t>
    </dgm:pt>
    <dgm:pt modelId="{64BE74AC-4FED-430E-9E5D-5C28331B5F70}" type="parTrans" cxnId="{B6E2F1B1-7B2E-4B04-B8E9-CF876EED6272}">
      <dgm:prSet/>
      <dgm:spPr/>
      <dgm:t>
        <a:bodyPr/>
        <a:lstStyle/>
        <a:p>
          <a:endParaRPr lang="fr-FR"/>
        </a:p>
      </dgm:t>
    </dgm:pt>
    <dgm:pt modelId="{348CEEB2-C58E-48B1-A125-2940E77D88C4}" type="sibTrans" cxnId="{B6E2F1B1-7B2E-4B04-B8E9-CF876EED6272}">
      <dgm:prSet/>
      <dgm:spPr/>
      <dgm:t>
        <a:bodyPr/>
        <a:lstStyle/>
        <a:p>
          <a:endParaRPr lang="fr-FR"/>
        </a:p>
      </dgm:t>
    </dgm:pt>
    <dgm:pt modelId="{62D9E362-760E-4601-94D5-5D236B0F0243}">
      <dgm:prSet phldrT="[Texte]"/>
      <dgm:spPr>
        <a:solidFill>
          <a:srgbClr val="002060"/>
        </a:solidFill>
      </dgm:spPr>
      <dgm:t>
        <a:bodyPr/>
        <a:lstStyle/>
        <a:p>
          <a:r>
            <a:rPr lang="fr-FR" dirty="0" smtClean="0"/>
            <a:t> il enregistre les traces significatives que laisse la pénétration dans le vagin de la verge en érection</a:t>
          </a:r>
          <a:endParaRPr lang="fr-FR" dirty="0"/>
        </a:p>
      </dgm:t>
    </dgm:pt>
    <dgm:pt modelId="{6DB56818-5C38-477A-AC8B-38B8A2D9F4B5}" type="parTrans" cxnId="{B11D50A2-B806-47AA-B7C9-94F48964E60B}">
      <dgm:prSet/>
      <dgm:spPr/>
      <dgm:t>
        <a:bodyPr/>
        <a:lstStyle/>
        <a:p>
          <a:endParaRPr lang="fr-FR"/>
        </a:p>
      </dgm:t>
    </dgm:pt>
    <dgm:pt modelId="{8B8B6D2F-E735-40F5-9AFE-F1F5994FC712}" type="sibTrans" cxnId="{B11D50A2-B806-47AA-B7C9-94F48964E60B}">
      <dgm:prSet/>
      <dgm:spPr/>
      <dgm:t>
        <a:bodyPr/>
        <a:lstStyle/>
        <a:p>
          <a:endParaRPr lang="fr-FR"/>
        </a:p>
      </dgm:t>
    </dgm:pt>
    <dgm:pt modelId="{5B870A4D-85A4-4D53-A8F6-A85CF43D13CD}">
      <dgm:prSet phldrT="[Texte]"/>
      <dgm:spPr>
        <a:solidFill>
          <a:srgbClr val="C00000"/>
        </a:solidFill>
      </dgm:spPr>
      <dgm:t>
        <a:bodyPr/>
        <a:lstStyle/>
        <a:p>
          <a:r>
            <a:rPr lang="fr-FR" dirty="0" smtClean="0"/>
            <a:t> l’hymen est le témoin anatomique de la défloration,</a:t>
          </a:r>
          <a:endParaRPr lang="fr-FR" dirty="0"/>
        </a:p>
      </dgm:t>
    </dgm:pt>
    <dgm:pt modelId="{638F28FA-A263-4CE6-970F-6DA3EC5CBBB4}" type="parTrans" cxnId="{C699B0EC-FF4B-4C3D-BC29-661AD8E56F26}">
      <dgm:prSet/>
      <dgm:spPr/>
      <dgm:t>
        <a:bodyPr/>
        <a:lstStyle/>
        <a:p>
          <a:endParaRPr lang="fr-FR"/>
        </a:p>
      </dgm:t>
    </dgm:pt>
    <dgm:pt modelId="{4ACDC6E1-68A3-44E8-A28C-13FEB4B5B978}" type="sibTrans" cxnId="{C699B0EC-FF4B-4C3D-BC29-661AD8E56F26}">
      <dgm:prSet/>
      <dgm:spPr/>
      <dgm:t>
        <a:bodyPr/>
        <a:lstStyle/>
        <a:p>
          <a:endParaRPr lang="fr-FR"/>
        </a:p>
      </dgm:t>
    </dgm:pt>
    <dgm:pt modelId="{89A23A3A-3DB5-496A-A06A-D38753178748}">
      <dgm:prSet phldrT="[Texte]"/>
      <dgm:spPr>
        <a:solidFill>
          <a:srgbClr val="C00000"/>
        </a:solidFill>
      </dgm:spPr>
      <dgm:t>
        <a:bodyPr/>
        <a:lstStyle/>
        <a:p>
          <a:r>
            <a:rPr lang="fr-FR" dirty="0" smtClean="0"/>
            <a:t> La barrière médico-légale du viol </a:t>
          </a:r>
          <a:endParaRPr lang="fr-FR" dirty="0"/>
        </a:p>
      </dgm:t>
    </dgm:pt>
    <dgm:pt modelId="{0F92EDBA-C004-447A-8D2B-6A41DDA11A37}" type="parTrans" cxnId="{83CD8A51-673C-4B9A-9BCC-F91970623648}">
      <dgm:prSet/>
      <dgm:spPr/>
      <dgm:t>
        <a:bodyPr/>
        <a:lstStyle/>
        <a:p>
          <a:endParaRPr lang="fr-FR"/>
        </a:p>
      </dgm:t>
    </dgm:pt>
    <dgm:pt modelId="{2C2CC5EE-4E13-43E7-8EC7-947B4C8760D9}" type="sibTrans" cxnId="{83CD8A51-673C-4B9A-9BCC-F91970623648}">
      <dgm:prSet/>
      <dgm:spPr/>
      <dgm:t>
        <a:bodyPr/>
        <a:lstStyle/>
        <a:p>
          <a:endParaRPr lang="fr-FR"/>
        </a:p>
      </dgm:t>
    </dgm:pt>
    <dgm:pt modelId="{CF287C96-5B93-42AE-BF61-CDE74C6F2275}" type="pres">
      <dgm:prSet presAssocID="{A2282828-1D88-40EC-85A6-817534DFEBCF}" presName="Name0" presStyleCnt="0">
        <dgm:presLayoutVars>
          <dgm:chPref val="1"/>
          <dgm:dir/>
          <dgm:animOne val="branch"/>
          <dgm:animLvl val="lvl"/>
          <dgm:resizeHandles/>
        </dgm:presLayoutVars>
      </dgm:prSet>
      <dgm:spPr/>
      <dgm:t>
        <a:bodyPr/>
        <a:lstStyle/>
        <a:p>
          <a:endParaRPr lang="fr-FR"/>
        </a:p>
      </dgm:t>
    </dgm:pt>
    <dgm:pt modelId="{64B0D651-4667-4F7F-8DF8-69A964EA34CC}" type="pres">
      <dgm:prSet presAssocID="{3F06A95F-91DC-46C9-A041-4768C8069AC7}" presName="vertOne" presStyleCnt="0"/>
      <dgm:spPr/>
    </dgm:pt>
    <dgm:pt modelId="{4FAC0E7E-F82A-4EE9-A2A3-90A66486B7D5}" type="pres">
      <dgm:prSet presAssocID="{3F06A95F-91DC-46C9-A041-4768C8069AC7}" presName="txOne" presStyleLbl="node0" presStyleIdx="0" presStyleCnt="1">
        <dgm:presLayoutVars>
          <dgm:chPref val="3"/>
        </dgm:presLayoutVars>
      </dgm:prSet>
      <dgm:spPr/>
      <dgm:t>
        <a:bodyPr/>
        <a:lstStyle/>
        <a:p>
          <a:endParaRPr lang="fr-FR"/>
        </a:p>
      </dgm:t>
    </dgm:pt>
    <dgm:pt modelId="{696ACDBE-DEA4-4A43-83D3-8481AB9F4D7C}" type="pres">
      <dgm:prSet presAssocID="{3F06A95F-91DC-46C9-A041-4768C8069AC7}" presName="parTransOne" presStyleCnt="0"/>
      <dgm:spPr/>
    </dgm:pt>
    <dgm:pt modelId="{5E1FDEC5-9252-436F-BFC4-52FC4CCE014B}" type="pres">
      <dgm:prSet presAssocID="{3F06A95F-91DC-46C9-A041-4768C8069AC7}" presName="horzOne" presStyleCnt="0"/>
      <dgm:spPr/>
    </dgm:pt>
    <dgm:pt modelId="{18EEF19A-4D76-4983-BF31-0837621A12B1}" type="pres">
      <dgm:prSet presAssocID="{1D7F351E-3064-43C2-8A2A-3EF495AE9AF1}" presName="vertTwo" presStyleCnt="0"/>
      <dgm:spPr/>
    </dgm:pt>
    <dgm:pt modelId="{E5769459-D3D1-4767-B7A4-5145E437A416}" type="pres">
      <dgm:prSet presAssocID="{1D7F351E-3064-43C2-8A2A-3EF495AE9AF1}" presName="txTwo" presStyleLbl="node2" presStyleIdx="0" presStyleCnt="2" custScaleX="91981" custLinFactNeighborX="-1494" custLinFactNeighborY="-11222">
        <dgm:presLayoutVars>
          <dgm:chPref val="3"/>
        </dgm:presLayoutVars>
      </dgm:prSet>
      <dgm:spPr/>
      <dgm:t>
        <a:bodyPr/>
        <a:lstStyle/>
        <a:p>
          <a:endParaRPr lang="fr-FR"/>
        </a:p>
      </dgm:t>
    </dgm:pt>
    <dgm:pt modelId="{36E97C0E-7EFA-471F-ABBA-AD869D7B5AD8}" type="pres">
      <dgm:prSet presAssocID="{1D7F351E-3064-43C2-8A2A-3EF495AE9AF1}" presName="parTransTwo" presStyleCnt="0"/>
      <dgm:spPr/>
    </dgm:pt>
    <dgm:pt modelId="{945D19A9-9EBE-4040-985A-AA888D3C4811}" type="pres">
      <dgm:prSet presAssocID="{1D7F351E-3064-43C2-8A2A-3EF495AE9AF1}" presName="horzTwo" presStyleCnt="0"/>
      <dgm:spPr/>
    </dgm:pt>
    <dgm:pt modelId="{B756F25E-3B01-415B-BD77-2BF5CE966005}" type="pres">
      <dgm:prSet presAssocID="{62D9E362-760E-4601-94D5-5D236B0F0243}" presName="vertThree" presStyleCnt="0"/>
      <dgm:spPr/>
    </dgm:pt>
    <dgm:pt modelId="{EBD27049-E73A-4F7D-9116-8FE5CCA69FF6}" type="pres">
      <dgm:prSet presAssocID="{62D9E362-760E-4601-94D5-5D236B0F0243}" presName="txThree" presStyleLbl="node3" presStyleIdx="0" presStyleCnt="2" custScaleX="213450" custLinFactNeighborX="8421" custLinFactNeighborY="856">
        <dgm:presLayoutVars>
          <dgm:chPref val="3"/>
        </dgm:presLayoutVars>
      </dgm:prSet>
      <dgm:spPr/>
      <dgm:t>
        <a:bodyPr/>
        <a:lstStyle/>
        <a:p>
          <a:endParaRPr lang="fr-FR"/>
        </a:p>
      </dgm:t>
    </dgm:pt>
    <dgm:pt modelId="{02524F0C-5652-4FF9-AD5B-30D7411B20E0}" type="pres">
      <dgm:prSet presAssocID="{62D9E362-760E-4601-94D5-5D236B0F0243}" presName="horzThree" presStyleCnt="0"/>
      <dgm:spPr/>
    </dgm:pt>
    <dgm:pt modelId="{332BB711-8A68-44E2-B54A-89605D24958B}" type="pres">
      <dgm:prSet presAssocID="{348CEEB2-C58E-48B1-A125-2940E77D88C4}" presName="sibSpaceTwo" presStyleCnt="0"/>
      <dgm:spPr/>
    </dgm:pt>
    <dgm:pt modelId="{75C6821E-B393-44B1-8CE7-CB2EA7E2A79A}" type="pres">
      <dgm:prSet presAssocID="{5B870A4D-85A4-4D53-A8F6-A85CF43D13CD}" presName="vertTwo" presStyleCnt="0"/>
      <dgm:spPr/>
    </dgm:pt>
    <dgm:pt modelId="{AEDEEDA5-3157-4DB3-A467-9034AD892E00}" type="pres">
      <dgm:prSet presAssocID="{5B870A4D-85A4-4D53-A8F6-A85CF43D13CD}" presName="txTwo" presStyleLbl="node2" presStyleIdx="1" presStyleCnt="2" custScaleX="113917">
        <dgm:presLayoutVars>
          <dgm:chPref val="3"/>
        </dgm:presLayoutVars>
      </dgm:prSet>
      <dgm:spPr/>
      <dgm:t>
        <a:bodyPr/>
        <a:lstStyle/>
        <a:p>
          <a:endParaRPr lang="fr-FR"/>
        </a:p>
      </dgm:t>
    </dgm:pt>
    <dgm:pt modelId="{E5A7E886-5C65-4458-80BA-96C722EB7659}" type="pres">
      <dgm:prSet presAssocID="{5B870A4D-85A4-4D53-A8F6-A85CF43D13CD}" presName="parTransTwo" presStyleCnt="0"/>
      <dgm:spPr/>
    </dgm:pt>
    <dgm:pt modelId="{DF714B79-CC4F-4C87-8608-2D7396BB7008}" type="pres">
      <dgm:prSet presAssocID="{5B870A4D-85A4-4D53-A8F6-A85CF43D13CD}" presName="horzTwo" presStyleCnt="0"/>
      <dgm:spPr/>
    </dgm:pt>
    <dgm:pt modelId="{13D95AC0-CFB2-429A-898E-D55A565654E5}" type="pres">
      <dgm:prSet presAssocID="{89A23A3A-3DB5-496A-A06A-D38753178748}" presName="vertThree" presStyleCnt="0"/>
      <dgm:spPr/>
    </dgm:pt>
    <dgm:pt modelId="{B27EF67B-3CA2-4F2E-89BE-5638625895D3}" type="pres">
      <dgm:prSet presAssocID="{89A23A3A-3DB5-496A-A06A-D38753178748}" presName="txThree" presStyleLbl="node3" presStyleIdx="1" presStyleCnt="2" custScaleX="224173" custLinFactNeighborX="9532" custLinFactNeighborY="856">
        <dgm:presLayoutVars>
          <dgm:chPref val="3"/>
        </dgm:presLayoutVars>
      </dgm:prSet>
      <dgm:spPr/>
      <dgm:t>
        <a:bodyPr/>
        <a:lstStyle/>
        <a:p>
          <a:endParaRPr lang="fr-FR"/>
        </a:p>
      </dgm:t>
    </dgm:pt>
    <dgm:pt modelId="{01860CF5-E252-414E-884D-990668D55AEC}" type="pres">
      <dgm:prSet presAssocID="{89A23A3A-3DB5-496A-A06A-D38753178748}" presName="horzThree" presStyleCnt="0"/>
      <dgm:spPr/>
    </dgm:pt>
  </dgm:ptLst>
  <dgm:cxnLst>
    <dgm:cxn modelId="{C699B0EC-FF4B-4C3D-BC29-661AD8E56F26}" srcId="{3F06A95F-91DC-46C9-A041-4768C8069AC7}" destId="{5B870A4D-85A4-4D53-A8F6-A85CF43D13CD}" srcOrd="1" destOrd="0" parTransId="{638F28FA-A263-4CE6-970F-6DA3EC5CBBB4}" sibTransId="{4ACDC6E1-68A3-44E8-A28C-13FEB4B5B978}"/>
    <dgm:cxn modelId="{EC944347-58A1-4F46-960A-400B0B638755}" type="presOf" srcId="{A2282828-1D88-40EC-85A6-817534DFEBCF}" destId="{CF287C96-5B93-42AE-BF61-CDE74C6F2275}" srcOrd="0" destOrd="0" presId="urn:microsoft.com/office/officeart/2005/8/layout/hierarchy4"/>
    <dgm:cxn modelId="{1A68EE0D-472D-4202-81FE-AF9E9B62915A}" type="presOf" srcId="{62D9E362-760E-4601-94D5-5D236B0F0243}" destId="{EBD27049-E73A-4F7D-9116-8FE5CCA69FF6}" srcOrd="0" destOrd="0" presId="urn:microsoft.com/office/officeart/2005/8/layout/hierarchy4"/>
    <dgm:cxn modelId="{B11D50A2-B806-47AA-B7C9-94F48964E60B}" srcId="{1D7F351E-3064-43C2-8A2A-3EF495AE9AF1}" destId="{62D9E362-760E-4601-94D5-5D236B0F0243}" srcOrd="0" destOrd="0" parTransId="{6DB56818-5C38-477A-AC8B-38B8A2D9F4B5}" sibTransId="{8B8B6D2F-E735-40F5-9AFE-F1F5994FC712}"/>
    <dgm:cxn modelId="{A6185372-00BE-4F8E-AB56-1D6F3AE8804F}" srcId="{A2282828-1D88-40EC-85A6-817534DFEBCF}" destId="{3F06A95F-91DC-46C9-A041-4768C8069AC7}" srcOrd="0" destOrd="0" parTransId="{557A8FC8-ACD6-4658-A93E-DBF99FD1A64F}" sibTransId="{D480C72E-F496-4A40-88AE-DC8A3CC79C21}"/>
    <dgm:cxn modelId="{B6E2F1B1-7B2E-4B04-B8E9-CF876EED6272}" srcId="{3F06A95F-91DC-46C9-A041-4768C8069AC7}" destId="{1D7F351E-3064-43C2-8A2A-3EF495AE9AF1}" srcOrd="0" destOrd="0" parTransId="{64BE74AC-4FED-430E-9E5D-5C28331B5F70}" sibTransId="{348CEEB2-C58E-48B1-A125-2940E77D88C4}"/>
    <dgm:cxn modelId="{ED62373B-8CE9-4BB9-9367-071DE2107C43}" type="presOf" srcId="{5B870A4D-85A4-4D53-A8F6-A85CF43D13CD}" destId="{AEDEEDA5-3157-4DB3-A467-9034AD892E00}" srcOrd="0" destOrd="0" presId="urn:microsoft.com/office/officeart/2005/8/layout/hierarchy4"/>
    <dgm:cxn modelId="{F61BBE87-B2FE-4F0C-A46B-CF8A839A70C9}" type="presOf" srcId="{1D7F351E-3064-43C2-8A2A-3EF495AE9AF1}" destId="{E5769459-D3D1-4767-B7A4-5145E437A416}" srcOrd="0" destOrd="0" presId="urn:microsoft.com/office/officeart/2005/8/layout/hierarchy4"/>
    <dgm:cxn modelId="{C33B4856-7762-4442-B7B4-69BA97DA99C8}" type="presOf" srcId="{89A23A3A-3DB5-496A-A06A-D38753178748}" destId="{B27EF67B-3CA2-4F2E-89BE-5638625895D3}" srcOrd="0" destOrd="0" presId="urn:microsoft.com/office/officeart/2005/8/layout/hierarchy4"/>
    <dgm:cxn modelId="{83CD8A51-673C-4B9A-9BCC-F91970623648}" srcId="{5B870A4D-85A4-4D53-A8F6-A85CF43D13CD}" destId="{89A23A3A-3DB5-496A-A06A-D38753178748}" srcOrd="0" destOrd="0" parTransId="{0F92EDBA-C004-447A-8D2B-6A41DDA11A37}" sibTransId="{2C2CC5EE-4E13-43E7-8EC7-947B4C8760D9}"/>
    <dgm:cxn modelId="{57215C04-673D-40B7-9F52-49DF499D55F6}" type="presOf" srcId="{3F06A95F-91DC-46C9-A041-4768C8069AC7}" destId="{4FAC0E7E-F82A-4EE9-A2A3-90A66486B7D5}" srcOrd="0" destOrd="0" presId="urn:microsoft.com/office/officeart/2005/8/layout/hierarchy4"/>
    <dgm:cxn modelId="{965DECC3-211F-4797-A6FF-974E08C6DB66}" type="presParOf" srcId="{CF287C96-5B93-42AE-BF61-CDE74C6F2275}" destId="{64B0D651-4667-4F7F-8DF8-69A964EA34CC}" srcOrd="0" destOrd="0" presId="urn:microsoft.com/office/officeart/2005/8/layout/hierarchy4"/>
    <dgm:cxn modelId="{3A4C8D5A-CBC4-452A-8F73-2567D5ADB904}" type="presParOf" srcId="{64B0D651-4667-4F7F-8DF8-69A964EA34CC}" destId="{4FAC0E7E-F82A-4EE9-A2A3-90A66486B7D5}" srcOrd="0" destOrd="0" presId="urn:microsoft.com/office/officeart/2005/8/layout/hierarchy4"/>
    <dgm:cxn modelId="{1F4EC79B-3E25-439B-BECA-B7C704186A62}" type="presParOf" srcId="{64B0D651-4667-4F7F-8DF8-69A964EA34CC}" destId="{696ACDBE-DEA4-4A43-83D3-8481AB9F4D7C}" srcOrd="1" destOrd="0" presId="urn:microsoft.com/office/officeart/2005/8/layout/hierarchy4"/>
    <dgm:cxn modelId="{EE870089-2D84-482B-9F00-64DA5A51FCCD}" type="presParOf" srcId="{64B0D651-4667-4F7F-8DF8-69A964EA34CC}" destId="{5E1FDEC5-9252-436F-BFC4-52FC4CCE014B}" srcOrd="2" destOrd="0" presId="urn:microsoft.com/office/officeart/2005/8/layout/hierarchy4"/>
    <dgm:cxn modelId="{8D21ED94-BD83-4AC6-8259-41ADD3DDC03C}" type="presParOf" srcId="{5E1FDEC5-9252-436F-BFC4-52FC4CCE014B}" destId="{18EEF19A-4D76-4983-BF31-0837621A12B1}" srcOrd="0" destOrd="0" presId="urn:microsoft.com/office/officeart/2005/8/layout/hierarchy4"/>
    <dgm:cxn modelId="{B6B4F27C-C46C-422F-87B9-23122DCCF443}" type="presParOf" srcId="{18EEF19A-4D76-4983-BF31-0837621A12B1}" destId="{E5769459-D3D1-4767-B7A4-5145E437A416}" srcOrd="0" destOrd="0" presId="urn:microsoft.com/office/officeart/2005/8/layout/hierarchy4"/>
    <dgm:cxn modelId="{2936F07D-2165-4598-ABE9-76932351FEE6}" type="presParOf" srcId="{18EEF19A-4D76-4983-BF31-0837621A12B1}" destId="{36E97C0E-7EFA-471F-ABBA-AD869D7B5AD8}" srcOrd="1" destOrd="0" presId="urn:microsoft.com/office/officeart/2005/8/layout/hierarchy4"/>
    <dgm:cxn modelId="{C9D27EC5-CCD7-410E-A846-B6B73102C628}" type="presParOf" srcId="{18EEF19A-4D76-4983-BF31-0837621A12B1}" destId="{945D19A9-9EBE-4040-985A-AA888D3C4811}" srcOrd="2" destOrd="0" presId="urn:microsoft.com/office/officeart/2005/8/layout/hierarchy4"/>
    <dgm:cxn modelId="{72FC3DFC-AE2F-479A-810A-2224ED4904A3}" type="presParOf" srcId="{945D19A9-9EBE-4040-985A-AA888D3C4811}" destId="{B756F25E-3B01-415B-BD77-2BF5CE966005}" srcOrd="0" destOrd="0" presId="urn:microsoft.com/office/officeart/2005/8/layout/hierarchy4"/>
    <dgm:cxn modelId="{E31DC588-E700-45B9-B658-DA661402D35E}" type="presParOf" srcId="{B756F25E-3B01-415B-BD77-2BF5CE966005}" destId="{EBD27049-E73A-4F7D-9116-8FE5CCA69FF6}" srcOrd="0" destOrd="0" presId="urn:microsoft.com/office/officeart/2005/8/layout/hierarchy4"/>
    <dgm:cxn modelId="{4F4B1FA8-F68A-4451-9504-095B01D161E9}" type="presParOf" srcId="{B756F25E-3B01-415B-BD77-2BF5CE966005}" destId="{02524F0C-5652-4FF9-AD5B-30D7411B20E0}" srcOrd="1" destOrd="0" presId="urn:microsoft.com/office/officeart/2005/8/layout/hierarchy4"/>
    <dgm:cxn modelId="{F3C22F80-5585-4FF4-93AB-197BE6055ADB}" type="presParOf" srcId="{5E1FDEC5-9252-436F-BFC4-52FC4CCE014B}" destId="{332BB711-8A68-44E2-B54A-89605D24958B}" srcOrd="1" destOrd="0" presId="urn:microsoft.com/office/officeart/2005/8/layout/hierarchy4"/>
    <dgm:cxn modelId="{DB7CE204-6DA1-449E-97A0-F1DC09FF5FC3}" type="presParOf" srcId="{5E1FDEC5-9252-436F-BFC4-52FC4CCE014B}" destId="{75C6821E-B393-44B1-8CE7-CB2EA7E2A79A}" srcOrd="2" destOrd="0" presId="urn:microsoft.com/office/officeart/2005/8/layout/hierarchy4"/>
    <dgm:cxn modelId="{187DA60F-2921-433A-8686-474C2BE2755B}" type="presParOf" srcId="{75C6821E-B393-44B1-8CE7-CB2EA7E2A79A}" destId="{AEDEEDA5-3157-4DB3-A467-9034AD892E00}" srcOrd="0" destOrd="0" presId="urn:microsoft.com/office/officeart/2005/8/layout/hierarchy4"/>
    <dgm:cxn modelId="{A57B434A-6057-4B49-BEE5-DCCA256402C7}" type="presParOf" srcId="{75C6821E-B393-44B1-8CE7-CB2EA7E2A79A}" destId="{E5A7E886-5C65-4458-80BA-96C722EB7659}" srcOrd="1" destOrd="0" presId="urn:microsoft.com/office/officeart/2005/8/layout/hierarchy4"/>
    <dgm:cxn modelId="{5DCEB564-544B-4B98-925A-B0639A1930C2}" type="presParOf" srcId="{75C6821E-B393-44B1-8CE7-CB2EA7E2A79A}" destId="{DF714B79-CC4F-4C87-8608-2D7396BB7008}" srcOrd="2" destOrd="0" presId="urn:microsoft.com/office/officeart/2005/8/layout/hierarchy4"/>
    <dgm:cxn modelId="{49437E7A-0E55-4765-BCF3-40ABACC1E579}" type="presParOf" srcId="{DF714B79-CC4F-4C87-8608-2D7396BB7008}" destId="{13D95AC0-CFB2-429A-898E-D55A565654E5}" srcOrd="0" destOrd="0" presId="urn:microsoft.com/office/officeart/2005/8/layout/hierarchy4"/>
    <dgm:cxn modelId="{250412B3-7033-40FA-BA42-A8A0D35759DF}" type="presParOf" srcId="{13D95AC0-CFB2-429A-898E-D55A565654E5}" destId="{B27EF67B-3CA2-4F2E-89BE-5638625895D3}" srcOrd="0" destOrd="0" presId="urn:microsoft.com/office/officeart/2005/8/layout/hierarchy4"/>
    <dgm:cxn modelId="{C869275F-1FA6-4F2C-934C-3EA702432FE4}" type="presParOf" srcId="{13D95AC0-CFB2-429A-898E-D55A565654E5}" destId="{01860CF5-E252-414E-884D-990668D55AEC}"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04DD443F-841F-40CB-B17F-FD750C08BFA7}" type="doc">
      <dgm:prSet loTypeId="urn:microsoft.com/office/officeart/2005/8/layout/hList3" loCatId="list" qsTypeId="urn:microsoft.com/office/officeart/2005/8/quickstyle/3d2" qsCatId="3D" csTypeId="urn:microsoft.com/office/officeart/2005/8/colors/colorful1" csCatId="colorful" phldr="1"/>
      <dgm:spPr/>
      <dgm:t>
        <a:bodyPr/>
        <a:lstStyle/>
        <a:p>
          <a:endParaRPr lang="fr-FR"/>
        </a:p>
      </dgm:t>
    </dgm:pt>
    <dgm:pt modelId="{60C607B5-60DF-4F57-B466-675273119F65}">
      <dgm:prSet phldrT="[Texte]" custT="1"/>
      <dgm:spPr>
        <a:solidFill>
          <a:schemeClr val="accent4">
            <a:lumMod val="75000"/>
          </a:schemeClr>
        </a:solidFill>
      </dgm:spPr>
      <dgm:t>
        <a:bodyPr/>
        <a:lstStyle/>
        <a:p>
          <a:r>
            <a:rPr lang="fr-FR" sz="3600" dirty="0" smtClean="0">
              <a:latin typeface="Times New Roman" pitchFamily="18" charset="0"/>
              <a:cs typeface="Times New Roman" pitchFamily="18" charset="0"/>
            </a:rPr>
            <a:t>Le viol traumatise l’hymen et occasionne</a:t>
          </a:r>
          <a:endParaRPr lang="fr-FR" sz="3600" dirty="0">
            <a:latin typeface="Times New Roman" pitchFamily="18" charset="0"/>
            <a:cs typeface="Times New Roman" pitchFamily="18" charset="0"/>
          </a:endParaRPr>
        </a:p>
      </dgm:t>
    </dgm:pt>
    <dgm:pt modelId="{17A82E7A-9B48-4598-98E2-853E693345FF}" type="parTrans" cxnId="{62A9F201-F003-41F7-90A6-C3BA23B2B796}">
      <dgm:prSet/>
      <dgm:spPr/>
      <dgm:t>
        <a:bodyPr/>
        <a:lstStyle/>
        <a:p>
          <a:endParaRPr lang="fr-FR"/>
        </a:p>
      </dgm:t>
    </dgm:pt>
    <dgm:pt modelId="{FA9E50AE-9F1F-4D67-8F5B-B91828E07470}" type="sibTrans" cxnId="{62A9F201-F003-41F7-90A6-C3BA23B2B796}">
      <dgm:prSet/>
      <dgm:spPr/>
      <dgm:t>
        <a:bodyPr/>
        <a:lstStyle/>
        <a:p>
          <a:endParaRPr lang="fr-FR"/>
        </a:p>
      </dgm:t>
    </dgm:pt>
    <dgm:pt modelId="{5505ED52-FCDA-4583-A2ED-845E289958FE}">
      <dgm:prSet phldrT="[Texte]" custT="1"/>
      <dgm:spPr>
        <a:solidFill>
          <a:schemeClr val="tx1"/>
        </a:solidFill>
      </dgm:spPr>
      <dgm:t>
        <a:bodyPr/>
        <a:lstStyle/>
        <a:p>
          <a:r>
            <a:rPr lang="fr-FR" sz="2800" dirty="0" smtClean="0">
              <a:latin typeface="Times New Roman" pitchFamily="18" charset="0"/>
              <a:cs typeface="Times New Roman" pitchFamily="18" charset="0"/>
            </a:rPr>
            <a:t>Des déchirures situés généralement sur le cadran postérieur (5 et 7 heures )</a:t>
          </a:r>
          <a:endParaRPr lang="fr-FR" sz="2800" dirty="0">
            <a:latin typeface="Times New Roman" pitchFamily="18" charset="0"/>
            <a:cs typeface="Times New Roman" pitchFamily="18" charset="0"/>
          </a:endParaRPr>
        </a:p>
      </dgm:t>
    </dgm:pt>
    <dgm:pt modelId="{44A87404-4300-4D54-8285-95E59020EF6F}" type="parTrans" cxnId="{D7C8D9A6-406E-4FED-B014-FDB622C423C0}">
      <dgm:prSet/>
      <dgm:spPr/>
      <dgm:t>
        <a:bodyPr/>
        <a:lstStyle/>
        <a:p>
          <a:endParaRPr lang="fr-FR"/>
        </a:p>
      </dgm:t>
    </dgm:pt>
    <dgm:pt modelId="{854940C4-2B95-4498-8D63-83D0F2589865}" type="sibTrans" cxnId="{D7C8D9A6-406E-4FED-B014-FDB622C423C0}">
      <dgm:prSet/>
      <dgm:spPr/>
      <dgm:t>
        <a:bodyPr/>
        <a:lstStyle/>
        <a:p>
          <a:endParaRPr lang="fr-FR"/>
        </a:p>
      </dgm:t>
    </dgm:pt>
    <dgm:pt modelId="{0710A042-3A29-4053-85DE-592FEEC81F55}">
      <dgm:prSet phldrT="[Texte]" custT="1"/>
      <dgm:spPr>
        <a:solidFill>
          <a:schemeClr val="tx2">
            <a:lumMod val="50000"/>
          </a:schemeClr>
        </a:solidFill>
      </dgm:spPr>
      <dgm:t>
        <a:bodyPr/>
        <a:lstStyle/>
        <a:p>
          <a:r>
            <a:rPr lang="fr-FR" sz="2800" dirty="0" smtClean="0">
              <a:latin typeface="Times New Roman" pitchFamily="18" charset="0"/>
              <a:cs typeface="Times New Roman" pitchFamily="18" charset="0"/>
            </a:rPr>
            <a:t>Une douleur, des brûlures mictionnelles </a:t>
          </a:r>
          <a:endParaRPr lang="fr-FR" sz="2800" dirty="0">
            <a:latin typeface="Times New Roman" pitchFamily="18" charset="0"/>
            <a:cs typeface="Times New Roman" pitchFamily="18" charset="0"/>
          </a:endParaRPr>
        </a:p>
      </dgm:t>
    </dgm:pt>
    <dgm:pt modelId="{821D0675-F9FF-4327-BC22-60CB40F873F0}" type="parTrans" cxnId="{147F25DD-E4A5-47F0-B737-74D99473C65C}">
      <dgm:prSet/>
      <dgm:spPr/>
      <dgm:t>
        <a:bodyPr/>
        <a:lstStyle/>
        <a:p>
          <a:endParaRPr lang="fr-FR"/>
        </a:p>
      </dgm:t>
    </dgm:pt>
    <dgm:pt modelId="{AD1CFE71-BAB2-4994-AF44-D81C3442F16D}" type="sibTrans" cxnId="{147F25DD-E4A5-47F0-B737-74D99473C65C}">
      <dgm:prSet/>
      <dgm:spPr/>
      <dgm:t>
        <a:bodyPr/>
        <a:lstStyle/>
        <a:p>
          <a:endParaRPr lang="fr-FR"/>
        </a:p>
      </dgm:t>
    </dgm:pt>
    <dgm:pt modelId="{5BBDC9F0-0581-43E6-95B3-6180F59B9258}">
      <dgm:prSet phldrT="[Texte]" custT="1"/>
      <dgm:spPr>
        <a:solidFill>
          <a:srgbClr val="C00000"/>
        </a:solidFill>
      </dgm:spPr>
      <dgm:t>
        <a:bodyPr/>
        <a:lstStyle/>
        <a:p>
          <a:r>
            <a:rPr lang="fr-FR" sz="2800" dirty="0" smtClean="0">
              <a:latin typeface="Times New Roman" pitchFamily="18" charset="0"/>
              <a:cs typeface="Times New Roman" pitchFamily="18" charset="0"/>
            </a:rPr>
            <a:t>Une hémorragie peu importante</a:t>
          </a:r>
          <a:endParaRPr lang="fr-FR" sz="2800" dirty="0">
            <a:latin typeface="Times New Roman" pitchFamily="18" charset="0"/>
            <a:cs typeface="Times New Roman" pitchFamily="18" charset="0"/>
          </a:endParaRPr>
        </a:p>
      </dgm:t>
    </dgm:pt>
    <dgm:pt modelId="{2EA0563C-37B2-4A6B-B9CA-EB46483E5D6E}" type="parTrans" cxnId="{5B8E1969-42B2-41DE-A35E-4C88E5301F05}">
      <dgm:prSet/>
      <dgm:spPr/>
      <dgm:t>
        <a:bodyPr/>
        <a:lstStyle/>
        <a:p>
          <a:endParaRPr lang="fr-FR"/>
        </a:p>
      </dgm:t>
    </dgm:pt>
    <dgm:pt modelId="{42765366-C55B-4181-B130-60BD088D9FCE}" type="sibTrans" cxnId="{5B8E1969-42B2-41DE-A35E-4C88E5301F05}">
      <dgm:prSet/>
      <dgm:spPr/>
      <dgm:t>
        <a:bodyPr/>
        <a:lstStyle/>
        <a:p>
          <a:endParaRPr lang="fr-FR"/>
        </a:p>
      </dgm:t>
    </dgm:pt>
    <dgm:pt modelId="{A4498FB0-1285-49C8-AD89-0C325E59ABFF}" type="pres">
      <dgm:prSet presAssocID="{04DD443F-841F-40CB-B17F-FD750C08BFA7}" presName="composite" presStyleCnt="0">
        <dgm:presLayoutVars>
          <dgm:chMax val="1"/>
          <dgm:dir/>
          <dgm:resizeHandles val="exact"/>
        </dgm:presLayoutVars>
      </dgm:prSet>
      <dgm:spPr/>
      <dgm:t>
        <a:bodyPr/>
        <a:lstStyle/>
        <a:p>
          <a:endParaRPr lang="fr-FR"/>
        </a:p>
      </dgm:t>
    </dgm:pt>
    <dgm:pt modelId="{19A75F02-EA30-4D72-9986-9EEE60BD92D3}" type="pres">
      <dgm:prSet presAssocID="{60C607B5-60DF-4F57-B466-675273119F65}" presName="roof" presStyleLbl="dkBgShp" presStyleIdx="0" presStyleCnt="2"/>
      <dgm:spPr/>
      <dgm:t>
        <a:bodyPr/>
        <a:lstStyle/>
        <a:p>
          <a:endParaRPr lang="fr-FR"/>
        </a:p>
      </dgm:t>
    </dgm:pt>
    <dgm:pt modelId="{413A2C15-E98B-4211-9382-8A5635D126AB}" type="pres">
      <dgm:prSet presAssocID="{60C607B5-60DF-4F57-B466-675273119F65}" presName="pillars" presStyleCnt="0"/>
      <dgm:spPr/>
    </dgm:pt>
    <dgm:pt modelId="{61E9EB2B-161E-40BA-98E1-ABB46937B54C}" type="pres">
      <dgm:prSet presAssocID="{60C607B5-60DF-4F57-B466-675273119F65}" presName="pillar1" presStyleLbl="node1" presStyleIdx="0" presStyleCnt="3">
        <dgm:presLayoutVars>
          <dgm:bulletEnabled val="1"/>
        </dgm:presLayoutVars>
      </dgm:prSet>
      <dgm:spPr/>
      <dgm:t>
        <a:bodyPr/>
        <a:lstStyle/>
        <a:p>
          <a:endParaRPr lang="fr-FR"/>
        </a:p>
      </dgm:t>
    </dgm:pt>
    <dgm:pt modelId="{3B3E401E-C051-47B9-8932-96D79BBFA5CC}" type="pres">
      <dgm:prSet presAssocID="{0710A042-3A29-4053-85DE-592FEEC81F55}" presName="pillarX" presStyleLbl="node1" presStyleIdx="1" presStyleCnt="3">
        <dgm:presLayoutVars>
          <dgm:bulletEnabled val="1"/>
        </dgm:presLayoutVars>
      </dgm:prSet>
      <dgm:spPr/>
      <dgm:t>
        <a:bodyPr/>
        <a:lstStyle/>
        <a:p>
          <a:endParaRPr lang="fr-FR"/>
        </a:p>
      </dgm:t>
    </dgm:pt>
    <dgm:pt modelId="{5512B098-A523-47EC-82E9-BA738E7664EC}" type="pres">
      <dgm:prSet presAssocID="{5BBDC9F0-0581-43E6-95B3-6180F59B9258}" presName="pillarX" presStyleLbl="node1" presStyleIdx="2" presStyleCnt="3">
        <dgm:presLayoutVars>
          <dgm:bulletEnabled val="1"/>
        </dgm:presLayoutVars>
      </dgm:prSet>
      <dgm:spPr/>
      <dgm:t>
        <a:bodyPr/>
        <a:lstStyle/>
        <a:p>
          <a:endParaRPr lang="fr-FR"/>
        </a:p>
      </dgm:t>
    </dgm:pt>
    <dgm:pt modelId="{52454A82-2410-463B-8EFA-FE89DF549F52}" type="pres">
      <dgm:prSet presAssocID="{60C607B5-60DF-4F57-B466-675273119F65}" presName="base" presStyleLbl="dkBgShp" presStyleIdx="1" presStyleCnt="2"/>
      <dgm:spPr/>
    </dgm:pt>
  </dgm:ptLst>
  <dgm:cxnLst>
    <dgm:cxn modelId="{D7C8D9A6-406E-4FED-B014-FDB622C423C0}" srcId="{60C607B5-60DF-4F57-B466-675273119F65}" destId="{5505ED52-FCDA-4583-A2ED-845E289958FE}" srcOrd="0" destOrd="0" parTransId="{44A87404-4300-4D54-8285-95E59020EF6F}" sibTransId="{854940C4-2B95-4498-8D63-83D0F2589865}"/>
    <dgm:cxn modelId="{5B8E1969-42B2-41DE-A35E-4C88E5301F05}" srcId="{60C607B5-60DF-4F57-B466-675273119F65}" destId="{5BBDC9F0-0581-43E6-95B3-6180F59B9258}" srcOrd="2" destOrd="0" parTransId="{2EA0563C-37B2-4A6B-B9CA-EB46483E5D6E}" sibTransId="{42765366-C55B-4181-B130-60BD088D9FCE}"/>
    <dgm:cxn modelId="{9C03001E-7D97-42F6-A211-49E67B2A9F18}" type="presOf" srcId="{60C607B5-60DF-4F57-B466-675273119F65}" destId="{19A75F02-EA30-4D72-9986-9EEE60BD92D3}" srcOrd="0" destOrd="0" presId="urn:microsoft.com/office/officeart/2005/8/layout/hList3"/>
    <dgm:cxn modelId="{147F25DD-E4A5-47F0-B737-74D99473C65C}" srcId="{60C607B5-60DF-4F57-B466-675273119F65}" destId="{0710A042-3A29-4053-85DE-592FEEC81F55}" srcOrd="1" destOrd="0" parTransId="{821D0675-F9FF-4327-BC22-60CB40F873F0}" sibTransId="{AD1CFE71-BAB2-4994-AF44-D81C3442F16D}"/>
    <dgm:cxn modelId="{91A7FC1C-BD60-4EC6-A398-D1F768676191}" type="presOf" srcId="{5BBDC9F0-0581-43E6-95B3-6180F59B9258}" destId="{5512B098-A523-47EC-82E9-BA738E7664EC}" srcOrd="0" destOrd="0" presId="urn:microsoft.com/office/officeart/2005/8/layout/hList3"/>
    <dgm:cxn modelId="{62A9F201-F003-41F7-90A6-C3BA23B2B796}" srcId="{04DD443F-841F-40CB-B17F-FD750C08BFA7}" destId="{60C607B5-60DF-4F57-B466-675273119F65}" srcOrd="0" destOrd="0" parTransId="{17A82E7A-9B48-4598-98E2-853E693345FF}" sibTransId="{FA9E50AE-9F1F-4D67-8F5B-B91828E07470}"/>
    <dgm:cxn modelId="{1D577FE9-4E1D-4FD5-91CB-AD71208A4603}" type="presOf" srcId="{0710A042-3A29-4053-85DE-592FEEC81F55}" destId="{3B3E401E-C051-47B9-8932-96D79BBFA5CC}" srcOrd="0" destOrd="0" presId="urn:microsoft.com/office/officeart/2005/8/layout/hList3"/>
    <dgm:cxn modelId="{7461E9ED-B153-42D1-8139-B131E549B370}" type="presOf" srcId="{04DD443F-841F-40CB-B17F-FD750C08BFA7}" destId="{A4498FB0-1285-49C8-AD89-0C325E59ABFF}" srcOrd="0" destOrd="0" presId="urn:microsoft.com/office/officeart/2005/8/layout/hList3"/>
    <dgm:cxn modelId="{5120CDC5-13E6-4BCF-8698-1F99311A5A91}" type="presOf" srcId="{5505ED52-FCDA-4583-A2ED-845E289958FE}" destId="{61E9EB2B-161E-40BA-98E1-ABB46937B54C}" srcOrd="0" destOrd="0" presId="urn:microsoft.com/office/officeart/2005/8/layout/hList3"/>
    <dgm:cxn modelId="{D15EBBF7-E797-4CE7-8B17-3C1BEE8019E3}" type="presParOf" srcId="{A4498FB0-1285-49C8-AD89-0C325E59ABFF}" destId="{19A75F02-EA30-4D72-9986-9EEE60BD92D3}" srcOrd="0" destOrd="0" presId="urn:microsoft.com/office/officeart/2005/8/layout/hList3"/>
    <dgm:cxn modelId="{B2741C13-8F56-47A2-B3EC-4EBE704216E1}" type="presParOf" srcId="{A4498FB0-1285-49C8-AD89-0C325E59ABFF}" destId="{413A2C15-E98B-4211-9382-8A5635D126AB}" srcOrd="1" destOrd="0" presId="urn:microsoft.com/office/officeart/2005/8/layout/hList3"/>
    <dgm:cxn modelId="{7A039738-15DA-4AE2-AFAA-6BA145161D2E}" type="presParOf" srcId="{413A2C15-E98B-4211-9382-8A5635D126AB}" destId="{61E9EB2B-161E-40BA-98E1-ABB46937B54C}" srcOrd="0" destOrd="0" presId="urn:microsoft.com/office/officeart/2005/8/layout/hList3"/>
    <dgm:cxn modelId="{2C917453-3C38-409E-B60B-041FD6C424A4}" type="presParOf" srcId="{413A2C15-E98B-4211-9382-8A5635D126AB}" destId="{3B3E401E-C051-47B9-8932-96D79BBFA5CC}" srcOrd="1" destOrd="0" presId="urn:microsoft.com/office/officeart/2005/8/layout/hList3"/>
    <dgm:cxn modelId="{8C7A2CE6-A9FD-4EC8-A8A6-E291B27F0B72}" type="presParOf" srcId="{413A2C15-E98B-4211-9382-8A5635D126AB}" destId="{5512B098-A523-47EC-82E9-BA738E7664EC}" srcOrd="2" destOrd="0" presId="urn:microsoft.com/office/officeart/2005/8/layout/hList3"/>
    <dgm:cxn modelId="{6A4EAED1-53D4-43CA-AF75-D8557D02008B}" type="presParOf" srcId="{A4498FB0-1285-49C8-AD89-0C325E59ABFF}" destId="{52454A82-2410-463B-8EFA-FE89DF549F52}" srcOrd="2" destOrd="0" presId="urn:microsoft.com/office/officeart/2005/8/layout/hLis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7EB0409-15A5-40DF-B6CD-31E71A1E2F41}" type="doc">
      <dgm:prSet loTypeId="urn:microsoft.com/office/officeart/2005/8/layout/pyramid2" loCatId="list" qsTypeId="urn:microsoft.com/office/officeart/2005/8/quickstyle/3d2" qsCatId="3D" csTypeId="urn:microsoft.com/office/officeart/2005/8/colors/colorful2" csCatId="colorful" phldr="1"/>
      <dgm:spPr/>
    </dgm:pt>
    <dgm:pt modelId="{78A9384A-4AFE-4496-805F-13281D5E137F}">
      <dgm:prSet phldrT="[Texte]"/>
      <dgm:spPr>
        <a:solidFill>
          <a:srgbClr val="120606">
            <a:alpha val="89804"/>
          </a:srgbClr>
        </a:solidFill>
      </dgm:spPr>
      <dgm:t>
        <a:bodyPr/>
        <a:lstStyle/>
        <a:p>
          <a:r>
            <a:rPr lang="fr-FR" dirty="0" smtClean="0">
              <a:solidFill>
                <a:schemeClr val="bg1"/>
              </a:solidFill>
            </a:rPr>
            <a:t>Les déchirures traumatiques </a:t>
          </a:r>
          <a:endParaRPr lang="fr-FR" dirty="0">
            <a:solidFill>
              <a:schemeClr val="bg1"/>
            </a:solidFill>
          </a:endParaRPr>
        </a:p>
      </dgm:t>
    </dgm:pt>
    <dgm:pt modelId="{AB934875-704B-43E8-9847-8CF0D6604067}" type="parTrans" cxnId="{1CEE1BE4-8778-471E-AB2C-E526C2426FCC}">
      <dgm:prSet/>
      <dgm:spPr/>
      <dgm:t>
        <a:bodyPr/>
        <a:lstStyle/>
        <a:p>
          <a:endParaRPr lang="fr-FR"/>
        </a:p>
      </dgm:t>
    </dgm:pt>
    <dgm:pt modelId="{DDB64519-96A4-44B8-8580-B242CD523434}" type="sibTrans" cxnId="{1CEE1BE4-8778-471E-AB2C-E526C2426FCC}">
      <dgm:prSet/>
      <dgm:spPr/>
      <dgm:t>
        <a:bodyPr/>
        <a:lstStyle/>
        <a:p>
          <a:endParaRPr lang="fr-FR"/>
        </a:p>
      </dgm:t>
    </dgm:pt>
    <dgm:pt modelId="{0B503F40-4D1E-4792-ADC2-97D60F3B8468}">
      <dgm:prSet phldrT="[Texte]"/>
      <dgm:spPr>
        <a:solidFill>
          <a:srgbClr val="120606">
            <a:alpha val="90000"/>
          </a:srgbClr>
        </a:solidFill>
      </dgm:spPr>
      <dgm:t>
        <a:bodyPr/>
        <a:lstStyle/>
        <a:p>
          <a:r>
            <a:rPr lang="fr-FR" dirty="0" smtClean="0">
              <a:solidFill>
                <a:schemeClr val="bg1"/>
              </a:solidFill>
            </a:rPr>
            <a:t>ne doivent pas être confondues avec les encoches congénitales,</a:t>
          </a:r>
          <a:endParaRPr lang="fr-FR" dirty="0">
            <a:solidFill>
              <a:schemeClr val="bg1"/>
            </a:solidFill>
          </a:endParaRPr>
        </a:p>
      </dgm:t>
    </dgm:pt>
    <dgm:pt modelId="{688B2B6E-EF2E-460B-841F-37BED1DA811D}" type="parTrans" cxnId="{55BBEBC8-7D7F-4AA6-8F64-4A958D3C11B5}">
      <dgm:prSet/>
      <dgm:spPr/>
      <dgm:t>
        <a:bodyPr/>
        <a:lstStyle/>
        <a:p>
          <a:endParaRPr lang="fr-FR"/>
        </a:p>
      </dgm:t>
    </dgm:pt>
    <dgm:pt modelId="{442EADE5-6493-4FC1-B717-395E0309F1D1}" type="sibTrans" cxnId="{55BBEBC8-7D7F-4AA6-8F64-4A958D3C11B5}">
      <dgm:prSet/>
      <dgm:spPr/>
      <dgm:t>
        <a:bodyPr/>
        <a:lstStyle/>
        <a:p>
          <a:endParaRPr lang="fr-FR"/>
        </a:p>
      </dgm:t>
    </dgm:pt>
    <dgm:pt modelId="{F10619CE-4A65-47C2-AB4F-9B943608BE9F}">
      <dgm:prSet phldrT="[Texte]"/>
      <dgm:spPr>
        <a:solidFill>
          <a:srgbClr val="120606">
            <a:alpha val="90000"/>
          </a:srgbClr>
        </a:solidFill>
      </dgm:spPr>
      <dgm:t>
        <a:bodyPr/>
        <a:lstStyle/>
        <a:p>
          <a:r>
            <a:rPr lang="fr-FR" dirty="0" smtClean="0">
              <a:solidFill>
                <a:schemeClr val="bg1"/>
              </a:solidFill>
            </a:rPr>
            <a:t> qui sont toujours symétriques, arrondies et n’aboutissent pas au bord adhérent.</a:t>
          </a:r>
          <a:endParaRPr lang="fr-FR" dirty="0">
            <a:solidFill>
              <a:schemeClr val="bg1"/>
            </a:solidFill>
          </a:endParaRPr>
        </a:p>
      </dgm:t>
    </dgm:pt>
    <dgm:pt modelId="{2F5F9D97-3241-49E7-9365-E9B47D43B73D}" type="parTrans" cxnId="{9421E18E-687E-4958-B0A3-C6DE917DDB64}">
      <dgm:prSet/>
      <dgm:spPr/>
      <dgm:t>
        <a:bodyPr/>
        <a:lstStyle/>
        <a:p>
          <a:endParaRPr lang="fr-FR"/>
        </a:p>
      </dgm:t>
    </dgm:pt>
    <dgm:pt modelId="{1FC6893D-C136-42DB-8A1C-FF202D90CD73}" type="sibTrans" cxnId="{9421E18E-687E-4958-B0A3-C6DE917DDB64}">
      <dgm:prSet/>
      <dgm:spPr/>
      <dgm:t>
        <a:bodyPr/>
        <a:lstStyle/>
        <a:p>
          <a:endParaRPr lang="fr-FR"/>
        </a:p>
      </dgm:t>
    </dgm:pt>
    <dgm:pt modelId="{824F291B-CA67-4F54-A9A3-C6D86D55BD44}" type="pres">
      <dgm:prSet presAssocID="{67EB0409-15A5-40DF-B6CD-31E71A1E2F41}" presName="compositeShape" presStyleCnt="0">
        <dgm:presLayoutVars>
          <dgm:dir/>
          <dgm:resizeHandles/>
        </dgm:presLayoutVars>
      </dgm:prSet>
      <dgm:spPr/>
    </dgm:pt>
    <dgm:pt modelId="{51AFDE18-AF67-426D-80D2-F6B25D234D84}" type="pres">
      <dgm:prSet presAssocID="{67EB0409-15A5-40DF-B6CD-31E71A1E2F41}" presName="pyramid" presStyleLbl="node1" presStyleIdx="0" presStyleCnt="1"/>
      <dgm:spPr>
        <a:solidFill>
          <a:schemeClr val="accent5">
            <a:lumMod val="75000"/>
          </a:schemeClr>
        </a:solidFill>
      </dgm:spPr>
    </dgm:pt>
    <dgm:pt modelId="{66A10324-01F2-44C7-A0D0-113ED1DC05E2}" type="pres">
      <dgm:prSet presAssocID="{67EB0409-15A5-40DF-B6CD-31E71A1E2F41}" presName="theList" presStyleCnt="0"/>
      <dgm:spPr/>
    </dgm:pt>
    <dgm:pt modelId="{AC43D4A6-2F3B-4A30-A6E4-1D814BA73C6D}" type="pres">
      <dgm:prSet presAssocID="{78A9384A-4AFE-4496-805F-13281D5E137F}" presName="aNode" presStyleLbl="fgAcc1" presStyleIdx="0" presStyleCnt="3">
        <dgm:presLayoutVars>
          <dgm:bulletEnabled val="1"/>
        </dgm:presLayoutVars>
      </dgm:prSet>
      <dgm:spPr/>
      <dgm:t>
        <a:bodyPr/>
        <a:lstStyle/>
        <a:p>
          <a:endParaRPr lang="fr-FR"/>
        </a:p>
      </dgm:t>
    </dgm:pt>
    <dgm:pt modelId="{14A50E54-7C38-487F-ABFC-2B617CBE78F5}" type="pres">
      <dgm:prSet presAssocID="{78A9384A-4AFE-4496-805F-13281D5E137F}" presName="aSpace" presStyleCnt="0"/>
      <dgm:spPr/>
    </dgm:pt>
    <dgm:pt modelId="{4FF5A939-20C5-42E5-B999-8995B6BA7081}" type="pres">
      <dgm:prSet presAssocID="{0B503F40-4D1E-4792-ADC2-97D60F3B8468}" presName="aNode" presStyleLbl="fgAcc1" presStyleIdx="1" presStyleCnt="3">
        <dgm:presLayoutVars>
          <dgm:bulletEnabled val="1"/>
        </dgm:presLayoutVars>
      </dgm:prSet>
      <dgm:spPr/>
      <dgm:t>
        <a:bodyPr/>
        <a:lstStyle/>
        <a:p>
          <a:endParaRPr lang="fr-FR"/>
        </a:p>
      </dgm:t>
    </dgm:pt>
    <dgm:pt modelId="{C06242CF-0DB7-47AA-AF9D-13E434137521}" type="pres">
      <dgm:prSet presAssocID="{0B503F40-4D1E-4792-ADC2-97D60F3B8468}" presName="aSpace" presStyleCnt="0"/>
      <dgm:spPr/>
    </dgm:pt>
    <dgm:pt modelId="{CE944FC2-CD87-4560-9739-29F08EE33D24}" type="pres">
      <dgm:prSet presAssocID="{F10619CE-4A65-47C2-AB4F-9B943608BE9F}" presName="aNode" presStyleLbl="fgAcc1" presStyleIdx="2" presStyleCnt="3">
        <dgm:presLayoutVars>
          <dgm:bulletEnabled val="1"/>
        </dgm:presLayoutVars>
      </dgm:prSet>
      <dgm:spPr/>
      <dgm:t>
        <a:bodyPr/>
        <a:lstStyle/>
        <a:p>
          <a:endParaRPr lang="fr-FR"/>
        </a:p>
      </dgm:t>
    </dgm:pt>
    <dgm:pt modelId="{27906EAA-7FD7-4BA7-A3F5-6E66DD332228}" type="pres">
      <dgm:prSet presAssocID="{F10619CE-4A65-47C2-AB4F-9B943608BE9F}" presName="aSpace" presStyleCnt="0"/>
      <dgm:spPr/>
    </dgm:pt>
  </dgm:ptLst>
  <dgm:cxnLst>
    <dgm:cxn modelId="{182B7654-8225-49FF-95AA-B157F767DB46}" type="presOf" srcId="{78A9384A-4AFE-4496-805F-13281D5E137F}" destId="{AC43D4A6-2F3B-4A30-A6E4-1D814BA73C6D}" srcOrd="0" destOrd="0" presId="urn:microsoft.com/office/officeart/2005/8/layout/pyramid2"/>
    <dgm:cxn modelId="{9421E18E-687E-4958-B0A3-C6DE917DDB64}" srcId="{67EB0409-15A5-40DF-B6CD-31E71A1E2F41}" destId="{F10619CE-4A65-47C2-AB4F-9B943608BE9F}" srcOrd="2" destOrd="0" parTransId="{2F5F9D97-3241-49E7-9365-E9B47D43B73D}" sibTransId="{1FC6893D-C136-42DB-8A1C-FF202D90CD73}"/>
    <dgm:cxn modelId="{E6F6C65E-4A95-44E5-95DF-84D79B34736E}" type="presOf" srcId="{67EB0409-15A5-40DF-B6CD-31E71A1E2F41}" destId="{824F291B-CA67-4F54-A9A3-C6D86D55BD44}" srcOrd="0" destOrd="0" presId="urn:microsoft.com/office/officeart/2005/8/layout/pyramid2"/>
    <dgm:cxn modelId="{EC41C9C5-CDDE-4D7D-BBB0-D03665F1183B}" type="presOf" srcId="{0B503F40-4D1E-4792-ADC2-97D60F3B8468}" destId="{4FF5A939-20C5-42E5-B999-8995B6BA7081}" srcOrd="0" destOrd="0" presId="urn:microsoft.com/office/officeart/2005/8/layout/pyramid2"/>
    <dgm:cxn modelId="{55BBEBC8-7D7F-4AA6-8F64-4A958D3C11B5}" srcId="{67EB0409-15A5-40DF-B6CD-31E71A1E2F41}" destId="{0B503F40-4D1E-4792-ADC2-97D60F3B8468}" srcOrd="1" destOrd="0" parTransId="{688B2B6E-EF2E-460B-841F-37BED1DA811D}" sibTransId="{442EADE5-6493-4FC1-B717-395E0309F1D1}"/>
    <dgm:cxn modelId="{1CEE1BE4-8778-471E-AB2C-E526C2426FCC}" srcId="{67EB0409-15A5-40DF-B6CD-31E71A1E2F41}" destId="{78A9384A-4AFE-4496-805F-13281D5E137F}" srcOrd="0" destOrd="0" parTransId="{AB934875-704B-43E8-9847-8CF0D6604067}" sibTransId="{DDB64519-96A4-44B8-8580-B242CD523434}"/>
    <dgm:cxn modelId="{E654DAAB-B04A-4A34-8A65-5989D28DB693}" type="presOf" srcId="{F10619CE-4A65-47C2-AB4F-9B943608BE9F}" destId="{CE944FC2-CD87-4560-9739-29F08EE33D24}" srcOrd="0" destOrd="0" presId="urn:microsoft.com/office/officeart/2005/8/layout/pyramid2"/>
    <dgm:cxn modelId="{8BB0A481-2422-40A5-8692-F8D6668CC170}" type="presParOf" srcId="{824F291B-CA67-4F54-A9A3-C6D86D55BD44}" destId="{51AFDE18-AF67-426D-80D2-F6B25D234D84}" srcOrd="0" destOrd="0" presId="urn:microsoft.com/office/officeart/2005/8/layout/pyramid2"/>
    <dgm:cxn modelId="{125C0CBC-0AF6-48A8-AA7C-EEDB4F895456}" type="presParOf" srcId="{824F291B-CA67-4F54-A9A3-C6D86D55BD44}" destId="{66A10324-01F2-44C7-A0D0-113ED1DC05E2}" srcOrd="1" destOrd="0" presId="urn:microsoft.com/office/officeart/2005/8/layout/pyramid2"/>
    <dgm:cxn modelId="{373DAEF2-B348-4237-A92D-27B617714C6D}" type="presParOf" srcId="{66A10324-01F2-44C7-A0D0-113ED1DC05E2}" destId="{AC43D4A6-2F3B-4A30-A6E4-1D814BA73C6D}" srcOrd="0" destOrd="0" presId="urn:microsoft.com/office/officeart/2005/8/layout/pyramid2"/>
    <dgm:cxn modelId="{FFA60C26-0C82-49C1-8157-EE4F80CC426F}" type="presParOf" srcId="{66A10324-01F2-44C7-A0D0-113ED1DC05E2}" destId="{14A50E54-7C38-487F-ABFC-2B617CBE78F5}" srcOrd="1" destOrd="0" presId="urn:microsoft.com/office/officeart/2005/8/layout/pyramid2"/>
    <dgm:cxn modelId="{BA76AC3A-B43F-465D-BB1B-FA8EE606B07A}" type="presParOf" srcId="{66A10324-01F2-44C7-A0D0-113ED1DC05E2}" destId="{4FF5A939-20C5-42E5-B999-8995B6BA7081}" srcOrd="2" destOrd="0" presId="urn:microsoft.com/office/officeart/2005/8/layout/pyramid2"/>
    <dgm:cxn modelId="{F3E698A5-7536-4D51-9D06-A8545F360AEF}" type="presParOf" srcId="{66A10324-01F2-44C7-A0D0-113ED1DC05E2}" destId="{C06242CF-0DB7-47AA-AF9D-13E434137521}" srcOrd="3" destOrd="0" presId="urn:microsoft.com/office/officeart/2005/8/layout/pyramid2"/>
    <dgm:cxn modelId="{FD18C60E-02D6-4460-82C1-53C62DDC4FF8}" type="presParOf" srcId="{66A10324-01F2-44C7-A0D0-113ED1DC05E2}" destId="{CE944FC2-CD87-4560-9739-29F08EE33D24}" srcOrd="4" destOrd="0" presId="urn:microsoft.com/office/officeart/2005/8/layout/pyramid2"/>
    <dgm:cxn modelId="{5992295F-98FB-43BF-9899-000F081B91F8}" type="presParOf" srcId="{66A10324-01F2-44C7-A0D0-113ED1DC05E2}" destId="{27906EAA-7FD7-4BA7-A3F5-6E66DD332228}" srcOrd="5" destOrd="0" presId="urn:microsoft.com/office/officeart/2005/8/layout/pyramid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AC44F9B8-FA92-4214-821D-F6DCF839FF83}" type="doc">
      <dgm:prSet loTypeId="urn:microsoft.com/office/officeart/2005/8/layout/hierarchy4" loCatId="list" qsTypeId="urn:microsoft.com/office/officeart/2005/8/quickstyle/3d2" qsCatId="3D" csTypeId="urn:microsoft.com/office/officeart/2005/8/colors/colorful3" csCatId="colorful" phldr="1"/>
      <dgm:spPr/>
      <dgm:t>
        <a:bodyPr/>
        <a:lstStyle/>
        <a:p>
          <a:endParaRPr lang="fr-FR"/>
        </a:p>
      </dgm:t>
    </dgm:pt>
    <dgm:pt modelId="{B90C47E0-8172-44DD-8A18-1EB0C9F92DC4}">
      <dgm:prSet phldrT="[Texte]" custT="1"/>
      <dgm:spPr>
        <a:solidFill>
          <a:srgbClr val="C00000"/>
        </a:solidFill>
      </dgm:spPr>
      <dgm:t>
        <a:bodyPr/>
        <a:lstStyle/>
        <a:p>
          <a:r>
            <a:rPr lang="fr-FR" sz="3600" b="0" u="none" dirty="0" smtClean="0">
              <a:latin typeface="Times New Roman" pitchFamily="18" charset="0"/>
              <a:cs typeface="Times New Roman" pitchFamily="18" charset="0"/>
            </a:rPr>
            <a:t>1-Accueil de la victime :</a:t>
          </a:r>
          <a:endParaRPr lang="fr-FR" sz="3600" b="0" u="none" dirty="0">
            <a:latin typeface="Times New Roman" pitchFamily="18" charset="0"/>
            <a:cs typeface="Times New Roman" pitchFamily="18" charset="0"/>
          </a:endParaRPr>
        </a:p>
      </dgm:t>
    </dgm:pt>
    <dgm:pt modelId="{68464500-57BF-40C9-AB44-B92E04599565}" type="parTrans" cxnId="{DC138C2A-8E4E-4751-B8F6-DBAD938BE60F}">
      <dgm:prSet/>
      <dgm:spPr/>
      <dgm:t>
        <a:bodyPr/>
        <a:lstStyle/>
        <a:p>
          <a:endParaRPr lang="fr-FR"/>
        </a:p>
      </dgm:t>
    </dgm:pt>
    <dgm:pt modelId="{A60073B5-0D5F-4667-82B7-0CBC879609C2}" type="sibTrans" cxnId="{DC138C2A-8E4E-4751-B8F6-DBAD938BE60F}">
      <dgm:prSet/>
      <dgm:spPr/>
      <dgm:t>
        <a:bodyPr/>
        <a:lstStyle/>
        <a:p>
          <a:endParaRPr lang="fr-FR"/>
        </a:p>
      </dgm:t>
    </dgm:pt>
    <dgm:pt modelId="{F847466F-EFE6-42D4-8B2D-E107827D2FC2}">
      <dgm:prSet phldrT="[Texte]" custT="1"/>
      <dgm:spPr>
        <a:solidFill>
          <a:schemeClr val="accent4">
            <a:lumMod val="50000"/>
          </a:schemeClr>
        </a:solidFill>
      </dgm:spPr>
      <dgm:t>
        <a:bodyPr/>
        <a:lstStyle/>
        <a:p>
          <a:r>
            <a:rPr lang="fr-FR" sz="2400" dirty="0" smtClean="0">
              <a:latin typeface="Times New Roman" pitchFamily="18" charset="0"/>
              <a:cs typeface="Times New Roman" pitchFamily="18" charset="0"/>
            </a:rPr>
            <a:t>Circonstances  très diverses par un médecin d’examiner une victime d’agression sexuelle.</a:t>
          </a:r>
          <a:endParaRPr lang="fr-FR" sz="2400" dirty="0">
            <a:latin typeface="Times New Roman" pitchFamily="18" charset="0"/>
            <a:cs typeface="Times New Roman" pitchFamily="18" charset="0"/>
          </a:endParaRPr>
        </a:p>
      </dgm:t>
    </dgm:pt>
    <dgm:pt modelId="{382FD05D-AAE7-4AC1-97D4-A2619BFD4570}" type="parTrans" cxnId="{1B53871D-98BD-4092-A1C6-63FE2F90C52E}">
      <dgm:prSet/>
      <dgm:spPr/>
      <dgm:t>
        <a:bodyPr/>
        <a:lstStyle/>
        <a:p>
          <a:endParaRPr lang="fr-FR"/>
        </a:p>
      </dgm:t>
    </dgm:pt>
    <dgm:pt modelId="{6094DD42-BC61-47EF-AAB5-D345BFB6BD07}" type="sibTrans" cxnId="{1B53871D-98BD-4092-A1C6-63FE2F90C52E}">
      <dgm:prSet/>
      <dgm:spPr/>
      <dgm:t>
        <a:bodyPr/>
        <a:lstStyle/>
        <a:p>
          <a:endParaRPr lang="fr-FR"/>
        </a:p>
      </dgm:t>
    </dgm:pt>
    <dgm:pt modelId="{567838B6-1DD1-48FC-B85A-CE3457FE922B}">
      <dgm:prSet phldrT="[Texte]"/>
      <dgm:spPr>
        <a:solidFill>
          <a:schemeClr val="accent6">
            <a:lumMod val="50000"/>
          </a:schemeClr>
        </a:solidFill>
      </dgm:spPr>
      <dgm:t>
        <a:bodyPr/>
        <a:lstStyle/>
        <a:p>
          <a:r>
            <a:rPr lang="fr-FR" dirty="0" smtClean="0"/>
            <a:t>Victime adulte : lui conseiller de déposer plainte</a:t>
          </a:r>
          <a:endParaRPr lang="fr-FR" dirty="0"/>
        </a:p>
      </dgm:t>
    </dgm:pt>
    <dgm:pt modelId="{FA413811-CF41-4D53-A774-5329F50457E7}" type="parTrans" cxnId="{4E6AD4E8-CF40-4A1A-8A01-DCCFF98AA15D}">
      <dgm:prSet/>
      <dgm:spPr/>
      <dgm:t>
        <a:bodyPr/>
        <a:lstStyle/>
        <a:p>
          <a:endParaRPr lang="fr-FR"/>
        </a:p>
      </dgm:t>
    </dgm:pt>
    <dgm:pt modelId="{1C8B1EAD-BE37-447E-ACEF-8E47E39BBDEB}" type="sibTrans" cxnId="{4E6AD4E8-CF40-4A1A-8A01-DCCFF98AA15D}">
      <dgm:prSet/>
      <dgm:spPr/>
      <dgm:t>
        <a:bodyPr/>
        <a:lstStyle/>
        <a:p>
          <a:endParaRPr lang="fr-FR"/>
        </a:p>
      </dgm:t>
    </dgm:pt>
    <dgm:pt modelId="{E31EE78F-1EF5-44B4-9C24-5DC42172708B}">
      <dgm:prSet phldrT="[Texte]"/>
      <dgm:spPr>
        <a:solidFill>
          <a:schemeClr val="accent2">
            <a:lumMod val="75000"/>
          </a:schemeClr>
        </a:solidFill>
      </dgm:spPr>
      <dgm:t>
        <a:bodyPr/>
        <a:lstStyle/>
        <a:p>
          <a:r>
            <a:rPr lang="fr-FR" dirty="0" smtClean="0"/>
            <a:t>Si victime est un enfant </a:t>
          </a:r>
          <a:endParaRPr lang="fr-FR" dirty="0"/>
        </a:p>
      </dgm:t>
    </dgm:pt>
    <dgm:pt modelId="{1809C100-B4DB-4FB0-A0B2-EFBC6F73CF67}" type="parTrans" cxnId="{73EE2DB6-4CA7-4A09-9F1A-D3FF8844A031}">
      <dgm:prSet/>
      <dgm:spPr/>
      <dgm:t>
        <a:bodyPr/>
        <a:lstStyle/>
        <a:p>
          <a:endParaRPr lang="fr-FR"/>
        </a:p>
      </dgm:t>
    </dgm:pt>
    <dgm:pt modelId="{C6ECF828-2234-4230-9A14-B8E8E7A9B15C}" type="sibTrans" cxnId="{73EE2DB6-4CA7-4A09-9F1A-D3FF8844A031}">
      <dgm:prSet/>
      <dgm:spPr/>
      <dgm:t>
        <a:bodyPr/>
        <a:lstStyle/>
        <a:p>
          <a:endParaRPr lang="fr-FR"/>
        </a:p>
      </dgm:t>
    </dgm:pt>
    <dgm:pt modelId="{FEACE738-D544-4A6A-8012-5A617B98DEDD}">
      <dgm:prSet phldrT="[Texte]"/>
      <dgm:spPr>
        <a:solidFill>
          <a:schemeClr val="accent4">
            <a:lumMod val="50000"/>
          </a:schemeClr>
        </a:solidFill>
      </dgm:spPr>
      <dgm:t>
        <a:bodyPr/>
        <a:lstStyle/>
        <a:p>
          <a:r>
            <a:rPr lang="fr-FR" dirty="0" smtClean="0"/>
            <a:t>Sur  réquisition de l’autorité judiciaire </a:t>
          </a:r>
          <a:endParaRPr lang="fr-FR" dirty="0"/>
        </a:p>
      </dgm:t>
    </dgm:pt>
    <dgm:pt modelId="{DB0D6114-C7DF-4E07-8FCF-C8E674EE76C3}" type="parTrans" cxnId="{AD51AE2E-92E7-4AB2-957D-63B902C2D1D6}">
      <dgm:prSet/>
      <dgm:spPr/>
      <dgm:t>
        <a:bodyPr/>
        <a:lstStyle/>
        <a:p>
          <a:endParaRPr lang="fr-FR"/>
        </a:p>
      </dgm:t>
    </dgm:pt>
    <dgm:pt modelId="{1BE4ED9C-844D-432C-83C2-8AA270E0E9AD}" type="sibTrans" cxnId="{AD51AE2E-92E7-4AB2-957D-63B902C2D1D6}">
      <dgm:prSet/>
      <dgm:spPr/>
      <dgm:t>
        <a:bodyPr/>
        <a:lstStyle/>
        <a:p>
          <a:endParaRPr lang="fr-FR"/>
        </a:p>
      </dgm:t>
    </dgm:pt>
    <dgm:pt modelId="{7685755D-9F48-45F3-9445-8DF58CC78056}">
      <dgm:prSet phldrT="[Texte]"/>
      <dgm:spPr>
        <a:solidFill>
          <a:schemeClr val="accent2">
            <a:lumMod val="75000"/>
          </a:schemeClr>
        </a:solidFill>
      </dgm:spPr>
      <dgm:t>
        <a:bodyPr/>
        <a:lstStyle/>
        <a:p>
          <a:r>
            <a:rPr lang="fr-FR" dirty="0" smtClean="0"/>
            <a:t>aviser l’autorité administrative ou judiciaire.</a:t>
          </a:r>
          <a:r>
            <a:rPr lang="fr-FR" b="1" dirty="0" smtClean="0"/>
            <a:t> </a:t>
          </a:r>
          <a:endParaRPr lang="fr-FR" dirty="0"/>
        </a:p>
      </dgm:t>
    </dgm:pt>
    <dgm:pt modelId="{7D0101ED-9AA7-4EBD-874D-BB758D618E51}" type="parTrans" cxnId="{9A36E122-76C6-42E5-B4EB-847D214E71C3}">
      <dgm:prSet/>
      <dgm:spPr/>
      <dgm:t>
        <a:bodyPr/>
        <a:lstStyle/>
        <a:p>
          <a:endParaRPr lang="fr-FR"/>
        </a:p>
      </dgm:t>
    </dgm:pt>
    <dgm:pt modelId="{F42BBF91-12ED-4164-A537-528C71C9F6DD}" type="sibTrans" cxnId="{9A36E122-76C6-42E5-B4EB-847D214E71C3}">
      <dgm:prSet/>
      <dgm:spPr/>
      <dgm:t>
        <a:bodyPr/>
        <a:lstStyle/>
        <a:p>
          <a:endParaRPr lang="fr-FR"/>
        </a:p>
      </dgm:t>
    </dgm:pt>
    <dgm:pt modelId="{32550099-7C13-4508-869A-8439FE32A17F}" type="pres">
      <dgm:prSet presAssocID="{AC44F9B8-FA92-4214-821D-F6DCF839FF83}" presName="Name0" presStyleCnt="0">
        <dgm:presLayoutVars>
          <dgm:chPref val="1"/>
          <dgm:dir/>
          <dgm:animOne val="branch"/>
          <dgm:animLvl val="lvl"/>
          <dgm:resizeHandles/>
        </dgm:presLayoutVars>
      </dgm:prSet>
      <dgm:spPr/>
      <dgm:t>
        <a:bodyPr/>
        <a:lstStyle/>
        <a:p>
          <a:endParaRPr lang="fr-FR"/>
        </a:p>
      </dgm:t>
    </dgm:pt>
    <dgm:pt modelId="{D42D8C0E-3BCA-410A-99AE-112C4B202E19}" type="pres">
      <dgm:prSet presAssocID="{B90C47E0-8172-44DD-8A18-1EB0C9F92DC4}" presName="vertOne" presStyleCnt="0"/>
      <dgm:spPr/>
    </dgm:pt>
    <dgm:pt modelId="{1B43C267-AD68-48A2-88C6-F287F2D188CC}" type="pres">
      <dgm:prSet presAssocID="{B90C47E0-8172-44DD-8A18-1EB0C9F92DC4}" presName="txOne" presStyleLbl="node0" presStyleIdx="0" presStyleCnt="1">
        <dgm:presLayoutVars>
          <dgm:chPref val="3"/>
        </dgm:presLayoutVars>
      </dgm:prSet>
      <dgm:spPr/>
      <dgm:t>
        <a:bodyPr/>
        <a:lstStyle/>
        <a:p>
          <a:endParaRPr lang="fr-FR"/>
        </a:p>
      </dgm:t>
    </dgm:pt>
    <dgm:pt modelId="{6859FCD1-B0A8-4514-9E6E-B83259232CBA}" type="pres">
      <dgm:prSet presAssocID="{B90C47E0-8172-44DD-8A18-1EB0C9F92DC4}" presName="parTransOne" presStyleCnt="0"/>
      <dgm:spPr/>
    </dgm:pt>
    <dgm:pt modelId="{3EFADE06-9691-43C1-986E-66FB33B8BB29}" type="pres">
      <dgm:prSet presAssocID="{B90C47E0-8172-44DD-8A18-1EB0C9F92DC4}" presName="horzOne" presStyleCnt="0"/>
      <dgm:spPr/>
    </dgm:pt>
    <dgm:pt modelId="{0882F208-8C7B-46D5-9139-B742AC3FE03C}" type="pres">
      <dgm:prSet presAssocID="{F847466F-EFE6-42D4-8B2D-E107827D2FC2}" presName="vertTwo" presStyleCnt="0"/>
      <dgm:spPr/>
    </dgm:pt>
    <dgm:pt modelId="{F6F1E2AD-6D35-4A89-BEE0-3ACDDE402308}" type="pres">
      <dgm:prSet presAssocID="{F847466F-EFE6-42D4-8B2D-E107827D2FC2}" presName="txTwo" presStyleLbl="node2" presStyleIdx="0" presStyleCnt="2">
        <dgm:presLayoutVars>
          <dgm:chPref val="3"/>
        </dgm:presLayoutVars>
      </dgm:prSet>
      <dgm:spPr/>
      <dgm:t>
        <a:bodyPr/>
        <a:lstStyle/>
        <a:p>
          <a:endParaRPr lang="fr-FR"/>
        </a:p>
      </dgm:t>
    </dgm:pt>
    <dgm:pt modelId="{6986E18B-D1DA-4B28-A1BC-2B963BAC4FFA}" type="pres">
      <dgm:prSet presAssocID="{F847466F-EFE6-42D4-8B2D-E107827D2FC2}" presName="parTransTwo" presStyleCnt="0"/>
      <dgm:spPr/>
    </dgm:pt>
    <dgm:pt modelId="{66039419-F333-45FD-B550-12AAAD3C521C}" type="pres">
      <dgm:prSet presAssocID="{F847466F-EFE6-42D4-8B2D-E107827D2FC2}" presName="horzTwo" presStyleCnt="0"/>
      <dgm:spPr/>
    </dgm:pt>
    <dgm:pt modelId="{74801AD0-45E8-419C-99A8-C52075996016}" type="pres">
      <dgm:prSet presAssocID="{567838B6-1DD1-48FC-B85A-CE3457FE922B}" presName="vertThree" presStyleCnt="0"/>
      <dgm:spPr/>
    </dgm:pt>
    <dgm:pt modelId="{E2D286E6-F9A0-45C6-9BC6-5537C8AEBBFC}" type="pres">
      <dgm:prSet presAssocID="{567838B6-1DD1-48FC-B85A-CE3457FE922B}" presName="txThree" presStyleLbl="node3" presStyleIdx="0" presStyleCnt="3">
        <dgm:presLayoutVars>
          <dgm:chPref val="3"/>
        </dgm:presLayoutVars>
      </dgm:prSet>
      <dgm:spPr/>
      <dgm:t>
        <a:bodyPr/>
        <a:lstStyle/>
        <a:p>
          <a:endParaRPr lang="fr-FR"/>
        </a:p>
      </dgm:t>
    </dgm:pt>
    <dgm:pt modelId="{3C45D252-F68F-4617-8ADC-A8B02CA92149}" type="pres">
      <dgm:prSet presAssocID="{567838B6-1DD1-48FC-B85A-CE3457FE922B}" presName="horzThree" presStyleCnt="0"/>
      <dgm:spPr/>
    </dgm:pt>
    <dgm:pt modelId="{BF8AC0D8-BDD0-46F7-9E73-BA389AC2ADEC}" type="pres">
      <dgm:prSet presAssocID="{1C8B1EAD-BE37-447E-ACEF-8E47E39BBDEB}" presName="sibSpaceThree" presStyleCnt="0"/>
      <dgm:spPr/>
    </dgm:pt>
    <dgm:pt modelId="{722826D4-6DF1-4B63-91CC-52C56A9CCFF1}" type="pres">
      <dgm:prSet presAssocID="{E31EE78F-1EF5-44B4-9C24-5DC42172708B}" presName="vertThree" presStyleCnt="0"/>
      <dgm:spPr/>
    </dgm:pt>
    <dgm:pt modelId="{73C3EBC4-1354-496B-9F7C-3AE6A19EC960}" type="pres">
      <dgm:prSet presAssocID="{E31EE78F-1EF5-44B4-9C24-5DC42172708B}" presName="txThree" presStyleLbl="node3" presStyleIdx="1" presStyleCnt="3">
        <dgm:presLayoutVars>
          <dgm:chPref val="3"/>
        </dgm:presLayoutVars>
      </dgm:prSet>
      <dgm:spPr/>
      <dgm:t>
        <a:bodyPr/>
        <a:lstStyle/>
        <a:p>
          <a:endParaRPr lang="fr-FR"/>
        </a:p>
      </dgm:t>
    </dgm:pt>
    <dgm:pt modelId="{039C2154-1122-444F-B242-937DC89116A7}" type="pres">
      <dgm:prSet presAssocID="{E31EE78F-1EF5-44B4-9C24-5DC42172708B}" presName="horzThree" presStyleCnt="0"/>
      <dgm:spPr/>
    </dgm:pt>
    <dgm:pt modelId="{FF0C74C4-5F8F-4934-BDE2-4856FE399BF8}" type="pres">
      <dgm:prSet presAssocID="{6094DD42-BC61-47EF-AAB5-D345BFB6BD07}" presName="sibSpaceTwo" presStyleCnt="0"/>
      <dgm:spPr/>
    </dgm:pt>
    <dgm:pt modelId="{06DA4A5A-95AA-4CE9-8B56-6F20A093891E}" type="pres">
      <dgm:prSet presAssocID="{FEACE738-D544-4A6A-8012-5A617B98DEDD}" presName="vertTwo" presStyleCnt="0"/>
      <dgm:spPr/>
    </dgm:pt>
    <dgm:pt modelId="{9A975456-F982-448B-81AC-77DA3C4725C8}" type="pres">
      <dgm:prSet presAssocID="{FEACE738-D544-4A6A-8012-5A617B98DEDD}" presName="txTwo" presStyleLbl="node2" presStyleIdx="1" presStyleCnt="2">
        <dgm:presLayoutVars>
          <dgm:chPref val="3"/>
        </dgm:presLayoutVars>
      </dgm:prSet>
      <dgm:spPr/>
      <dgm:t>
        <a:bodyPr/>
        <a:lstStyle/>
        <a:p>
          <a:endParaRPr lang="fr-FR"/>
        </a:p>
      </dgm:t>
    </dgm:pt>
    <dgm:pt modelId="{24BF8143-A9A7-43BA-9773-881E326ECC8A}" type="pres">
      <dgm:prSet presAssocID="{FEACE738-D544-4A6A-8012-5A617B98DEDD}" presName="parTransTwo" presStyleCnt="0"/>
      <dgm:spPr/>
    </dgm:pt>
    <dgm:pt modelId="{BF472A93-E238-4065-BDB5-0ED100798A97}" type="pres">
      <dgm:prSet presAssocID="{FEACE738-D544-4A6A-8012-5A617B98DEDD}" presName="horzTwo" presStyleCnt="0"/>
      <dgm:spPr/>
    </dgm:pt>
    <dgm:pt modelId="{F04BC100-40CB-4022-99E4-DFFDC6DE061D}" type="pres">
      <dgm:prSet presAssocID="{7685755D-9F48-45F3-9445-8DF58CC78056}" presName="vertThree" presStyleCnt="0"/>
      <dgm:spPr/>
    </dgm:pt>
    <dgm:pt modelId="{F4C73F82-0CAB-42D8-9380-6CB0DBAE9895}" type="pres">
      <dgm:prSet presAssocID="{7685755D-9F48-45F3-9445-8DF58CC78056}" presName="txThree" presStyleLbl="node3" presStyleIdx="2" presStyleCnt="3">
        <dgm:presLayoutVars>
          <dgm:chPref val="3"/>
        </dgm:presLayoutVars>
      </dgm:prSet>
      <dgm:spPr/>
      <dgm:t>
        <a:bodyPr/>
        <a:lstStyle/>
        <a:p>
          <a:endParaRPr lang="fr-FR"/>
        </a:p>
      </dgm:t>
    </dgm:pt>
    <dgm:pt modelId="{B322DE7E-8588-4BA4-B99B-C9F7F4106C54}" type="pres">
      <dgm:prSet presAssocID="{7685755D-9F48-45F3-9445-8DF58CC78056}" presName="horzThree" presStyleCnt="0"/>
      <dgm:spPr/>
    </dgm:pt>
  </dgm:ptLst>
  <dgm:cxnLst>
    <dgm:cxn modelId="{A5B31A70-F8C2-4F61-A34C-CDFA56544D9E}" type="presOf" srcId="{FEACE738-D544-4A6A-8012-5A617B98DEDD}" destId="{9A975456-F982-448B-81AC-77DA3C4725C8}" srcOrd="0" destOrd="0" presId="urn:microsoft.com/office/officeart/2005/8/layout/hierarchy4"/>
    <dgm:cxn modelId="{10DC5BD3-A3DF-4CEA-8BFD-761918111FC5}" type="presOf" srcId="{567838B6-1DD1-48FC-B85A-CE3457FE922B}" destId="{E2D286E6-F9A0-45C6-9BC6-5537C8AEBBFC}" srcOrd="0" destOrd="0" presId="urn:microsoft.com/office/officeart/2005/8/layout/hierarchy4"/>
    <dgm:cxn modelId="{D7C91007-874E-4101-A76B-156729231974}" type="presOf" srcId="{E31EE78F-1EF5-44B4-9C24-5DC42172708B}" destId="{73C3EBC4-1354-496B-9F7C-3AE6A19EC960}" srcOrd="0" destOrd="0" presId="urn:microsoft.com/office/officeart/2005/8/layout/hierarchy4"/>
    <dgm:cxn modelId="{21299299-F190-4ACC-8755-31F3B29668B5}" type="presOf" srcId="{AC44F9B8-FA92-4214-821D-F6DCF839FF83}" destId="{32550099-7C13-4508-869A-8439FE32A17F}" srcOrd="0" destOrd="0" presId="urn:microsoft.com/office/officeart/2005/8/layout/hierarchy4"/>
    <dgm:cxn modelId="{4E6AD4E8-CF40-4A1A-8A01-DCCFF98AA15D}" srcId="{F847466F-EFE6-42D4-8B2D-E107827D2FC2}" destId="{567838B6-1DD1-48FC-B85A-CE3457FE922B}" srcOrd="0" destOrd="0" parTransId="{FA413811-CF41-4D53-A774-5329F50457E7}" sibTransId="{1C8B1EAD-BE37-447E-ACEF-8E47E39BBDEB}"/>
    <dgm:cxn modelId="{DC138C2A-8E4E-4751-B8F6-DBAD938BE60F}" srcId="{AC44F9B8-FA92-4214-821D-F6DCF839FF83}" destId="{B90C47E0-8172-44DD-8A18-1EB0C9F92DC4}" srcOrd="0" destOrd="0" parTransId="{68464500-57BF-40C9-AB44-B92E04599565}" sibTransId="{A60073B5-0D5F-4667-82B7-0CBC879609C2}"/>
    <dgm:cxn modelId="{9A36E122-76C6-42E5-B4EB-847D214E71C3}" srcId="{FEACE738-D544-4A6A-8012-5A617B98DEDD}" destId="{7685755D-9F48-45F3-9445-8DF58CC78056}" srcOrd="0" destOrd="0" parTransId="{7D0101ED-9AA7-4EBD-874D-BB758D618E51}" sibTransId="{F42BBF91-12ED-4164-A537-528C71C9F6DD}"/>
    <dgm:cxn modelId="{6B620B2D-4208-453A-912D-DD3AF09639C0}" type="presOf" srcId="{B90C47E0-8172-44DD-8A18-1EB0C9F92DC4}" destId="{1B43C267-AD68-48A2-88C6-F287F2D188CC}" srcOrd="0" destOrd="0" presId="urn:microsoft.com/office/officeart/2005/8/layout/hierarchy4"/>
    <dgm:cxn modelId="{1B53871D-98BD-4092-A1C6-63FE2F90C52E}" srcId="{B90C47E0-8172-44DD-8A18-1EB0C9F92DC4}" destId="{F847466F-EFE6-42D4-8B2D-E107827D2FC2}" srcOrd="0" destOrd="0" parTransId="{382FD05D-AAE7-4AC1-97D4-A2619BFD4570}" sibTransId="{6094DD42-BC61-47EF-AAB5-D345BFB6BD07}"/>
    <dgm:cxn modelId="{AD51AE2E-92E7-4AB2-957D-63B902C2D1D6}" srcId="{B90C47E0-8172-44DD-8A18-1EB0C9F92DC4}" destId="{FEACE738-D544-4A6A-8012-5A617B98DEDD}" srcOrd="1" destOrd="0" parTransId="{DB0D6114-C7DF-4E07-8FCF-C8E674EE76C3}" sibTransId="{1BE4ED9C-844D-432C-83C2-8AA270E0E9AD}"/>
    <dgm:cxn modelId="{84401834-3AD5-4202-8A83-F7494A803733}" type="presOf" srcId="{F847466F-EFE6-42D4-8B2D-E107827D2FC2}" destId="{F6F1E2AD-6D35-4A89-BEE0-3ACDDE402308}" srcOrd="0" destOrd="0" presId="urn:microsoft.com/office/officeart/2005/8/layout/hierarchy4"/>
    <dgm:cxn modelId="{73EE2DB6-4CA7-4A09-9F1A-D3FF8844A031}" srcId="{F847466F-EFE6-42D4-8B2D-E107827D2FC2}" destId="{E31EE78F-1EF5-44B4-9C24-5DC42172708B}" srcOrd="1" destOrd="0" parTransId="{1809C100-B4DB-4FB0-A0B2-EFBC6F73CF67}" sibTransId="{C6ECF828-2234-4230-9A14-B8E8E7A9B15C}"/>
    <dgm:cxn modelId="{7123D0C2-090E-452E-B672-01A3D6819C12}" type="presOf" srcId="{7685755D-9F48-45F3-9445-8DF58CC78056}" destId="{F4C73F82-0CAB-42D8-9380-6CB0DBAE9895}" srcOrd="0" destOrd="0" presId="urn:microsoft.com/office/officeart/2005/8/layout/hierarchy4"/>
    <dgm:cxn modelId="{F287408A-DD1E-44BC-A824-A735BFB1CA70}" type="presParOf" srcId="{32550099-7C13-4508-869A-8439FE32A17F}" destId="{D42D8C0E-3BCA-410A-99AE-112C4B202E19}" srcOrd="0" destOrd="0" presId="urn:microsoft.com/office/officeart/2005/8/layout/hierarchy4"/>
    <dgm:cxn modelId="{B9102589-4DD4-431D-B3D4-AEB33CBA94E2}" type="presParOf" srcId="{D42D8C0E-3BCA-410A-99AE-112C4B202E19}" destId="{1B43C267-AD68-48A2-88C6-F287F2D188CC}" srcOrd="0" destOrd="0" presId="urn:microsoft.com/office/officeart/2005/8/layout/hierarchy4"/>
    <dgm:cxn modelId="{EFD66730-1821-4B61-8B77-2D953093A77B}" type="presParOf" srcId="{D42D8C0E-3BCA-410A-99AE-112C4B202E19}" destId="{6859FCD1-B0A8-4514-9E6E-B83259232CBA}" srcOrd="1" destOrd="0" presId="urn:microsoft.com/office/officeart/2005/8/layout/hierarchy4"/>
    <dgm:cxn modelId="{AC3C3A67-6FC2-47B8-8DED-9B85581B371F}" type="presParOf" srcId="{D42D8C0E-3BCA-410A-99AE-112C4B202E19}" destId="{3EFADE06-9691-43C1-986E-66FB33B8BB29}" srcOrd="2" destOrd="0" presId="urn:microsoft.com/office/officeart/2005/8/layout/hierarchy4"/>
    <dgm:cxn modelId="{4D8EE232-B9F5-43C7-BD7D-27A0EB86682C}" type="presParOf" srcId="{3EFADE06-9691-43C1-986E-66FB33B8BB29}" destId="{0882F208-8C7B-46D5-9139-B742AC3FE03C}" srcOrd="0" destOrd="0" presId="urn:microsoft.com/office/officeart/2005/8/layout/hierarchy4"/>
    <dgm:cxn modelId="{EFB32FD1-FB56-4B12-888E-AF791DF36AE1}" type="presParOf" srcId="{0882F208-8C7B-46D5-9139-B742AC3FE03C}" destId="{F6F1E2AD-6D35-4A89-BEE0-3ACDDE402308}" srcOrd="0" destOrd="0" presId="urn:microsoft.com/office/officeart/2005/8/layout/hierarchy4"/>
    <dgm:cxn modelId="{AFE2ACF4-0694-4875-B0DA-1C06DC7C0748}" type="presParOf" srcId="{0882F208-8C7B-46D5-9139-B742AC3FE03C}" destId="{6986E18B-D1DA-4B28-A1BC-2B963BAC4FFA}" srcOrd="1" destOrd="0" presId="urn:microsoft.com/office/officeart/2005/8/layout/hierarchy4"/>
    <dgm:cxn modelId="{B2E1825E-02CE-4A7E-92BF-A86F9DFC349D}" type="presParOf" srcId="{0882F208-8C7B-46D5-9139-B742AC3FE03C}" destId="{66039419-F333-45FD-B550-12AAAD3C521C}" srcOrd="2" destOrd="0" presId="urn:microsoft.com/office/officeart/2005/8/layout/hierarchy4"/>
    <dgm:cxn modelId="{22AD7910-6FAE-4924-A7C9-8765204BCF84}" type="presParOf" srcId="{66039419-F333-45FD-B550-12AAAD3C521C}" destId="{74801AD0-45E8-419C-99A8-C52075996016}" srcOrd="0" destOrd="0" presId="urn:microsoft.com/office/officeart/2005/8/layout/hierarchy4"/>
    <dgm:cxn modelId="{9BF23AE9-07E4-43F2-BF4C-9FFD66BEB598}" type="presParOf" srcId="{74801AD0-45E8-419C-99A8-C52075996016}" destId="{E2D286E6-F9A0-45C6-9BC6-5537C8AEBBFC}" srcOrd="0" destOrd="0" presId="urn:microsoft.com/office/officeart/2005/8/layout/hierarchy4"/>
    <dgm:cxn modelId="{50CA488A-4740-4669-945D-87F1EE641E53}" type="presParOf" srcId="{74801AD0-45E8-419C-99A8-C52075996016}" destId="{3C45D252-F68F-4617-8ADC-A8B02CA92149}" srcOrd="1" destOrd="0" presId="urn:microsoft.com/office/officeart/2005/8/layout/hierarchy4"/>
    <dgm:cxn modelId="{B39716CF-0647-48AC-8E7D-D343E9ED71A6}" type="presParOf" srcId="{66039419-F333-45FD-B550-12AAAD3C521C}" destId="{BF8AC0D8-BDD0-46F7-9E73-BA389AC2ADEC}" srcOrd="1" destOrd="0" presId="urn:microsoft.com/office/officeart/2005/8/layout/hierarchy4"/>
    <dgm:cxn modelId="{B9E9E1F1-21A8-4DB0-B8D9-FC9945D847BC}" type="presParOf" srcId="{66039419-F333-45FD-B550-12AAAD3C521C}" destId="{722826D4-6DF1-4B63-91CC-52C56A9CCFF1}" srcOrd="2" destOrd="0" presId="urn:microsoft.com/office/officeart/2005/8/layout/hierarchy4"/>
    <dgm:cxn modelId="{15113AFA-710E-41A9-946D-A3404AAA4716}" type="presParOf" srcId="{722826D4-6DF1-4B63-91CC-52C56A9CCFF1}" destId="{73C3EBC4-1354-496B-9F7C-3AE6A19EC960}" srcOrd="0" destOrd="0" presId="urn:microsoft.com/office/officeart/2005/8/layout/hierarchy4"/>
    <dgm:cxn modelId="{620E2B29-4AAA-40FB-93D0-4BFA92696590}" type="presParOf" srcId="{722826D4-6DF1-4B63-91CC-52C56A9CCFF1}" destId="{039C2154-1122-444F-B242-937DC89116A7}" srcOrd="1" destOrd="0" presId="urn:microsoft.com/office/officeart/2005/8/layout/hierarchy4"/>
    <dgm:cxn modelId="{0A1EB982-2E22-4C8A-8382-FD81A5A29DC8}" type="presParOf" srcId="{3EFADE06-9691-43C1-986E-66FB33B8BB29}" destId="{FF0C74C4-5F8F-4934-BDE2-4856FE399BF8}" srcOrd="1" destOrd="0" presId="urn:microsoft.com/office/officeart/2005/8/layout/hierarchy4"/>
    <dgm:cxn modelId="{909D1113-42C9-4A08-99A3-779279B37E53}" type="presParOf" srcId="{3EFADE06-9691-43C1-986E-66FB33B8BB29}" destId="{06DA4A5A-95AA-4CE9-8B56-6F20A093891E}" srcOrd="2" destOrd="0" presId="urn:microsoft.com/office/officeart/2005/8/layout/hierarchy4"/>
    <dgm:cxn modelId="{E6D6EE7C-B71A-4F0C-A7D7-10A8B09C0C4B}" type="presParOf" srcId="{06DA4A5A-95AA-4CE9-8B56-6F20A093891E}" destId="{9A975456-F982-448B-81AC-77DA3C4725C8}" srcOrd="0" destOrd="0" presId="urn:microsoft.com/office/officeart/2005/8/layout/hierarchy4"/>
    <dgm:cxn modelId="{12F97E9F-3A62-48C4-9EC7-70588329DE55}" type="presParOf" srcId="{06DA4A5A-95AA-4CE9-8B56-6F20A093891E}" destId="{24BF8143-A9A7-43BA-9773-881E326ECC8A}" srcOrd="1" destOrd="0" presId="urn:microsoft.com/office/officeart/2005/8/layout/hierarchy4"/>
    <dgm:cxn modelId="{C2EC9745-AB18-40BD-956C-249CA4E80318}" type="presParOf" srcId="{06DA4A5A-95AA-4CE9-8B56-6F20A093891E}" destId="{BF472A93-E238-4065-BDB5-0ED100798A97}" srcOrd="2" destOrd="0" presId="urn:microsoft.com/office/officeart/2005/8/layout/hierarchy4"/>
    <dgm:cxn modelId="{19AA89DC-EDEF-4ADC-A369-071402941A50}" type="presParOf" srcId="{BF472A93-E238-4065-BDB5-0ED100798A97}" destId="{F04BC100-40CB-4022-99E4-DFFDC6DE061D}" srcOrd="0" destOrd="0" presId="urn:microsoft.com/office/officeart/2005/8/layout/hierarchy4"/>
    <dgm:cxn modelId="{342AAB7C-2EFE-48C2-B330-0185F3F1DF8A}" type="presParOf" srcId="{F04BC100-40CB-4022-99E4-DFFDC6DE061D}" destId="{F4C73F82-0CAB-42D8-9380-6CB0DBAE9895}" srcOrd="0" destOrd="0" presId="urn:microsoft.com/office/officeart/2005/8/layout/hierarchy4"/>
    <dgm:cxn modelId="{57C38B53-CD00-4B2B-A132-C1B3CA7F92F5}" type="presParOf" srcId="{F04BC100-40CB-4022-99E4-DFFDC6DE061D}" destId="{B322DE7E-8588-4BA4-B99B-C9F7F4106C54}"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2D8A5CD3-B821-40BB-A068-273B5382F3E9}" type="doc">
      <dgm:prSet loTypeId="urn:microsoft.com/office/officeart/2005/8/layout/vList2" loCatId="list" qsTypeId="urn:microsoft.com/office/officeart/2005/8/quickstyle/3d2" qsCatId="3D" csTypeId="urn:microsoft.com/office/officeart/2005/8/colors/colorful4" csCatId="colorful" phldr="1"/>
      <dgm:spPr/>
      <dgm:t>
        <a:bodyPr/>
        <a:lstStyle/>
        <a:p>
          <a:endParaRPr lang="fr-FR"/>
        </a:p>
      </dgm:t>
    </dgm:pt>
    <dgm:pt modelId="{0C655578-32EE-46E4-969E-56C66B9F8E12}">
      <dgm:prSet phldrT="[Texte]"/>
      <dgm:spPr>
        <a:solidFill>
          <a:schemeClr val="accent4">
            <a:lumMod val="50000"/>
          </a:schemeClr>
        </a:solidFill>
      </dgm:spPr>
      <dgm:t>
        <a:bodyPr/>
        <a:lstStyle/>
        <a:p>
          <a:r>
            <a:rPr lang="fr-FR" dirty="0" smtClean="0"/>
            <a:t>L’examen exige patience et disponibilité.</a:t>
          </a:r>
          <a:endParaRPr lang="fr-FR" dirty="0"/>
        </a:p>
      </dgm:t>
    </dgm:pt>
    <dgm:pt modelId="{85AE59C1-DDC8-48FE-AB1C-CF62A8FEEB5C}" type="parTrans" cxnId="{6BB12DEF-FA4F-4C41-935E-F63C13C2BBEB}">
      <dgm:prSet/>
      <dgm:spPr/>
      <dgm:t>
        <a:bodyPr/>
        <a:lstStyle/>
        <a:p>
          <a:endParaRPr lang="fr-FR"/>
        </a:p>
      </dgm:t>
    </dgm:pt>
    <dgm:pt modelId="{1DBF6FE3-8731-4AA3-A8FA-203787D986E9}" type="sibTrans" cxnId="{6BB12DEF-FA4F-4C41-935E-F63C13C2BBEB}">
      <dgm:prSet/>
      <dgm:spPr/>
      <dgm:t>
        <a:bodyPr/>
        <a:lstStyle/>
        <a:p>
          <a:endParaRPr lang="fr-FR"/>
        </a:p>
      </dgm:t>
    </dgm:pt>
    <dgm:pt modelId="{8B36E26A-209E-4073-A2AD-B43AC8948CFA}">
      <dgm:prSet phldrT="[Texte]" phldr="1"/>
      <dgm:spPr/>
      <dgm:t>
        <a:bodyPr/>
        <a:lstStyle/>
        <a:p>
          <a:endParaRPr lang="fr-FR" dirty="0"/>
        </a:p>
      </dgm:t>
    </dgm:pt>
    <dgm:pt modelId="{77EB6F0F-7E71-4A7D-864D-4B429B5BD7D4}" type="parTrans" cxnId="{0185C86F-3460-4B83-A49F-70D47A1763E5}">
      <dgm:prSet/>
      <dgm:spPr/>
      <dgm:t>
        <a:bodyPr/>
        <a:lstStyle/>
        <a:p>
          <a:endParaRPr lang="fr-FR"/>
        </a:p>
      </dgm:t>
    </dgm:pt>
    <dgm:pt modelId="{A43AC4C8-0F1F-4B44-A6C5-6BFFF597AA99}" type="sibTrans" cxnId="{0185C86F-3460-4B83-A49F-70D47A1763E5}">
      <dgm:prSet/>
      <dgm:spPr/>
      <dgm:t>
        <a:bodyPr/>
        <a:lstStyle/>
        <a:p>
          <a:endParaRPr lang="fr-FR"/>
        </a:p>
      </dgm:t>
    </dgm:pt>
    <dgm:pt modelId="{7A85DCAF-6DDE-4C88-BD72-35B04CEAF939}">
      <dgm:prSet phldrT="[Texte]"/>
      <dgm:spPr>
        <a:solidFill>
          <a:srgbClr val="002060"/>
        </a:solidFill>
      </dgm:spPr>
      <dgm:t>
        <a:bodyPr/>
        <a:lstStyle/>
        <a:p>
          <a:r>
            <a:rPr lang="fr-FR" dirty="0" smtClean="0"/>
            <a:t>La présence d’une tierce personne est habituellement recommandé : Membre de la famille, membre de l’équipe médicale pour rassurer la victime et aider le médecin.</a:t>
          </a:r>
          <a:endParaRPr lang="fr-FR" dirty="0"/>
        </a:p>
      </dgm:t>
    </dgm:pt>
    <dgm:pt modelId="{00182471-7B99-4B82-9BE0-437094AAFE02}" type="parTrans" cxnId="{B91C5048-DD40-48D2-9DFC-B4099133A3A9}">
      <dgm:prSet/>
      <dgm:spPr/>
      <dgm:t>
        <a:bodyPr/>
        <a:lstStyle/>
        <a:p>
          <a:endParaRPr lang="fr-FR"/>
        </a:p>
      </dgm:t>
    </dgm:pt>
    <dgm:pt modelId="{B17EC856-49AD-45BD-970B-A04DE2A5A9F4}" type="sibTrans" cxnId="{B91C5048-DD40-48D2-9DFC-B4099133A3A9}">
      <dgm:prSet/>
      <dgm:spPr/>
      <dgm:t>
        <a:bodyPr/>
        <a:lstStyle/>
        <a:p>
          <a:endParaRPr lang="fr-FR"/>
        </a:p>
      </dgm:t>
    </dgm:pt>
    <dgm:pt modelId="{A77A46CF-9FC3-4C93-A806-E9A3D9B1A405}" type="pres">
      <dgm:prSet presAssocID="{2D8A5CD3-B821-40BB-A068-273B5382F3E9}" presName="linear" presStyleCnt="0">
        <dgm:presLayoutVars>
          <dgm:animLvl val="lvl"/>
          <dgm:resizeHandles val="exact"/>
        </dgm:presLayoutVars>
      </dgm:prSet>
      <dgm:spPr/>
      <dgm:t>
        <a:bodyPr/>
        <a:lstStyle/>
        <a:p>
          <a:endParaRPr lang="fr-FR"/>
        </a:p>
      </dgm:t>
    </dgm:pt>
    <dgm:pt modelId="{2CDDED4D-1D0F-4EDB-A919-9C8A65A39904}" type="pres">
      <dgm:prSet presAssocID="{0C655578-32EE-46E4-969E-56C66B9F8E12}" presName="parentText" presStyleLbl="node1" presStyleIdx="0" presStyleCnt="2">
        <dgm:presLayoutVars>
          <dgm:chMax val="0"/>
          <dgm:bulletEnabled val="1"/>
        </dgm:presLayoutVars>
      </dgm:prSet>
      <dgm:spPr/>
      <dgm:t>
        <a:bodyPr/>
        <a:lstStyle/>
        <a:p>
          <a:endParaRPr lang="fr-FR"/>
        </a:p>
      </dgm:t>
    </dgm:pt>
    <dgm:pt modelId="{83D4DCC5-5958-4D13-BD60-E3E63B8BC69F}" type="pres">
      <dgm:prSet presAssocID="{0C655578-32EE-46E4-969E-56C66B9F8E12}" presName="childText" presStyleLbl="revTx" presStyleIdx="0" presStyleCnt="1">
        <dgm:presLayoutVars>
          <dgm:bulletEnabled val="1"/>
        </dgm:presLayoutVars>
      </dgm:prSet>
      <dgm:spPr/>
      <dgm:t>
        <a:bodyPr/>
        <a:lstStyle/>
        <a:p>
          <a:endParaRPr lang="fr-FR"/>
        </a:p>
      </dgm:t>
    </dgm:pt>
    <dgm:pt modelId="{2A18D40D-DF7E-4856-B656-D41926C03095}" type="pres">
      <dgm:prSet presAssocID="{7A85DCAF-6DDE-4C88-BD72-35B04CEAF939}" presName="parentText" presStyleLbl="node1" presStyleIdx="1" presStyleCnt="2">
        <dgm:presLayoutVars>
          <dgm:chMax val="0"/>
          <dgm:bulletEnabled val="1"/>
        </dgm:presLayoutVars>
      </dgm:prSet>
      <dgm:spPr/>
      <dgm:t>
        <a:bodyPr/>
        <a:lstStyle/>
        <a:p>
          <a:endParaRPr lang="fr-FR"/>
        </a:p>
      </dgm:t>
    </dgm:pt>
  </dgm:ptLst>
  <dgm:cxnLst>
    <dgm:cxn modelId="{0185C86F-3460-4B83-A49F-70D47A1763E5}" srcId="{0C655578-32EE-46E4-969E-56C66B9F8E12}" destId="{8B36E26A-209E-4073-A2AD-B43AC8948CFA}" srcOrd="0" destOrd="0" parTransId="{77EB6F0F-7E71-4A7D-864D-4B429B5BD7D4}" sibTransId="{A43AC4C8-0F1F-4B44-A6C5-6BFFF597AA99}"/>
    <dgm:cxn modelId="{6BB12DEF-FA4F-4C41-935E-F63C13C2BBEB}" srcId="{2D8A5CD3-B821-40BB-A068-273B5382F3E9}" destId="{0C655578-32EE-46E4-969E-56C66B9F8E12}" srcOrd="0" destOrd="0" parTransId="{85AE59C1-DDC8-48FE-AB1C-CF62A8FEEB5C}" sibTransId="{1DBF6FE3-8731-4AA3-A8FA-203787D986E9}"/>
    <dgm:cxn modelId="{CD3FC3F5-8100-40BA-A4B0-F2B5CC44EC2C}" type="presOf" srcId="{7A85DCAF-6DDE-4C88-BD72-35B04CEAF939}" destId="{2A18D40D-DF7E-4856-B656-D41926C03095}" srcOrd="0" destOrd="0" presId="urn:microsoft.com/office/officeart/2005/8/layout/vList2"/>
    <dgm:cxn modelId="{B91C5048-DD40-48D2-9DFC-B4099133A3A9}" srcId="{2D8A5CD3-B821-40BB-A068-273B5382F3E9}" destId="{7A85DCAF-6DDE-4C88-BD72-35B04CEAF939}" srcOrd="1" destOrd="0" parTransId="{00182471-7B99-4B82-9BE0-437094AAFE02}" sibTransId="{B17EC856-49AD-45BD-970B-A04DE2A5A9F4}"/>
    <dgm:cxn modelId="{A5ABD3AE-054D-4DDC-B818-5CF7413EEC2B}" type="presOf" srcId="{0C655578-32EE-46E4-969E-56C66B9F8E12}" destId="{2CDDED4D-1D0F-4EDB-A919-9C8A65A39904}" srcOrd="0" destOrd="0" presId="urn:microsoft.com/office/officeart/2005/8/layout/vList2"/>
    <dgm:cxn modelId="{1977C0B5-8B4A-4A70-8D38-F03B6CFE6E70}" type="presOf" srcId="{8B36E26A-209E-4073-A2AD-B43AC8948CFA}" destId="{83D4DCC5-5958-4D13-BD60-E3E63B8BC69F}" srcOrd="0" destOrd="0" presId="urn:microsoft.com/office/officeart/2005/8/layout/vList2"/>
    <dgm:cxn modelId="{CB689048-6811-4E57-A594-5E51E6A316A5}" type="presOf" srcId="{2D8A5CD3-B821-40BB-A068-273B5382F3E9}" destId="{A77A46CF-9FC3-4C93-A806-E9A3D9B1A405}" srcOrd="0" destOrd="0" presId="urn:microsoft.com/office/officeart/2005/8/layout/vList2"/>
    <dgm:cxn modelId="{852C8C6E-D626-49AC-9C41-1A93CE0F0174}" type="presParOf" srcId="{A77A46CF-9FC3-4C93-A806-E9A3D9B1A405}" destId="{2CDDED4D-1D0F-4EDB-A919-9C8A65A39904}" srcOrd="0" destOrd="0" presId="urn:microsoft.com/office/officeart/2005/8/layout/vList2"/>
    <dgm:cxn modelId="{A12AC3F1-9007-49BE-8DC4-8707F93FDC97}" type="presParOf" srcId="{A77A46CF-9FC3-4C93-A806-E9A3D9B1A405}" destId="{83D4DCC5-5958-4D13-BD60-E3E63B8BC69F}" srcOrd="1" destOrd="0" presId="urn:microsoft.com/office/officeart/2005/8/layout/vList2"/>
    <dgm:cxn modelId="{177EA009-AEAA-4CB9-8CFE-23B20EDDEA93}" type="presParOf" srcId="{A77A46CF-9FC3-4C93-A806-E9A3D9B1A405}" destId="{2A18D40D-DF7E-4856-B656-D41926C03095}" srcOrd="2"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E5643680-7148-4F4C-A584-DE3F954BB969}" type="doc">
      <dgm:prSet loTypeId="urn:microsoft.com/office/officeart/2005/8/layout/hList3" loCatId="list" qsTypeId="urn:microsoft.com/office/officeart/2005/8/quickstyle/3d2" qsCatId="3D" csTypeId="urn:microsoft.com/office/officeart/2005/8/colors/colorful4" csCatId="colorful" phldr="1"/>
      <dgm:spPr/>
      <dgm:t>
        <a:bodyPr/>
        <a:lstStyle/>
        <a:p>
          <a:endParaRPr lang="fr-FR"/>
        </a:p>
      </dgm:t>
    </dgm:pt>
    <dgm:pt modelId="{FF8DCA22-291F-408A-98C7-D910CC6FAE40}">
      <dgm:prSet phldrT="[Texte]" custT="1"/>
      <dgm:spPr>
        <a:solidFill>
          <a:srgbClr val="002060"/>
        </a:solidFill>
      </dgm:spPr>
      <dgm:t>
        <a:bodyPr/>
        <a:lstStyle/>
        <a:p>
          <a:r>
            <a:rPr lang="fr-FR" sz="4000" b="0" u="none" dirty="0" smtClean="0">
              <a:latin typeface="Times New Roman" pitchFamily="18" charset="0"/>
              <a:cs typeface="Times New Roman" pitchFamily="18" charset="0"/>
            </a:rPr>
            <a:t>Examen général recherchera : </a:t>
          </a:r>
          <a:endParaRPr lang="fr-FR" sz="4000" b="0" u="none" dirty="0">
            <a:latin typeface="Times New Roman" pitchFamily="18" charset="0"/>
            <a:cs typeface="Times New Roman" pitchFamily="18" charset="0"/>
          </a:endParaRPr>
        </a:p>
      </dgm:t>
    </dgm:pt>
    <dgm:pt modelId="{FF90D5A6-D618-4221-88DF-657450486A84}" type="parTrans" cxnId="{1583DFAB-4273-407A-B7E7-C239606B37EF}">
      <dgm:prSet/>
      <dgm:spPr/>
      <dgm:t>
        <a:bodyPr/>
        <a:lstStyle/>
        <a:p>
          <a:endParaRPr lang="fr-FR"/>
        </a:p>
      </dgm:t>
    </dgm:pt>
    <dgm:pt modelId="{417C9B4A-28AA-4DF1-BABE-783999745912}" type="sibTrans" cxnId="{1583DFAB-4273-407A-B7E7-C239606B37EF}">
      <dgm:prSet/>
      <dgm:spPr/>
      <dgm:t>
        <a:bodyPr/>
        <a:lstStyle/>
        <a:p>
          <a:endParaRPr lang="fr-FR"/>
        </a:p>
      </dgm:t>
    </dgm:pt>
    <dgm:pt modelId="{DF6ADFF2-23B5-4F31-8BB9-CF7FBA266164}">
      <dgm:prSet phldrT="[Texte]" custT="1"/>
      <dgm:spPr>
        <a:solidFill>
          <a:srgbClr val="7030A0"/>
        </a:solidFill>
      </dgm:spPr>
      <dgm:t>
        <a:bodyPr/>
        <a:lstStyle/>
        <a:p>
          <a:r>
            <a:rPr lang="fr-FR" sz="2800" dirty="0" smtClean="0">
              <a:latin typeface="Times New Roman" pitchFamily="18" charset="0"/>
              <a:cs typeface="Times New Roman" pitchFamily="18" charset="0"/>
            </a:rPr>
            <a:t>La présence de stigmates de lutte ou de violence, qui seront recherchés sur tout le corps, en particulier dans les zones de défense (face externe des bras) ou de préhension, au cou s’il y’a eu tentative de strangulation.</a:t>
          </a:r>
          <a:endParaRPr lang="fr-FR" sz="3000" dirty="0"/>
        </a:p>
      </dgm:t>
    </dgm:pt>
    <dgm:pt modelId="{0C44C6CD-8D54-4C5B-BD64-ED17C0883814}" type="parTrans" cxnId="{BE0C36E1-300D-47B4-8705-9B35CD9C1C39}">
      <dgm:prSet/>
      <dgm:spPr/>
      <dgm:t>
        <a:bodyPr/>
        <a:lstStyle/>
        <a:p>
          <a:endParaRPr lang="fr-FR"/>
        </a:p>
      </dgm:t>
    </dgm:pt>
    <dgm:pt modelId="{F62AC00F-649F-4836-B5C0-D124908D2F3B}" type="sibTrans" cxnId="{BE0C36E1-300D-47B4-8705-9B35CD9C1C39}">
      <dgm:prSet/>
      <dgm:spPr/>
      <dgm:t>
        <a:bodyPr/>
        <a:lstStyle/>
        <a:p>
          <a:endParaRPr lang="fr-FR"/>
        </a:p>
      </dgm:t>
    </dgm:pt>
    <dgm:pt modelId="{827CB147-CF21-4784-A535-4F5730BFC4A8}" type="pres">
      <dgm:prSet presAssocID="{E5643680-7148-4F4C-A584-DE3F954BB969}" presName="composite" presStyleCnt="0">
        <dgm:presLayoutVars>
          <dgm:chMax val="1"/>
          <dgm:dir/>
          <dgm:resizeHandles val="exact"/>
        </dgm:presLayoutVars>
      </dgm:prSet>
      <dgm:spPr/>
      <dgm:t>
        <a:bodyPr/>
        <a:lstStyle/>
        <a:p>
          <a:endParaRPr lang="fr-FR"/>
        </a:p>
      </dgm:t>
    </dgm:pt>
    <dgm:pt modelId="{E2301C00-5F26-4E44-879F-63CB93806F9C}" type="pres">
      <dgm:prSet presAssocID="{FF8DCA22-291F-408A-98C7-D910CC6FAE40}" presName="roof" presStyleLbl="dkBgShp" presStyleIdx="0" presStyleCnt="2"/>
      <dgm:spPr/>
      <dgm:t>
        <a:bodyPr/>
        <a:lstStyle/>
        <a:p>
          <a:endParaRPr lang="fr-FR"/>
        </a:p>
      </dgm:t>
    </dgm:pt>
    <dgm:pt modelId="{50D59F26-1F6F-4192-AB1C-2104F0302294}" type="pres">
      <dgm:prSet presAssocID="{FF8DCA22-291F-408A-98C7-D910CC6FAE40}" presName="pillars" presStyleCnt="0"/>
      <dgm:spPr/>
    </dgm:pt>
    <dgm:pt modelId="{2F44DD9E-2805-4EA0-A87B-124955F33FE8}" type="pres">
      <dgm:prSet presAssocID="{FF8DCA22-291F-408A-98C7-D910CC6FAE40}" presName="pillar1" presStyleLbl="node1" presStyleIdx="0" presStyleCnt="1">
        <dgm:presLayoutVars>
          <dgm:bulletEnabled val="1"/>
        </dgm:presLayoutVars>
      </dgm:prSet>
      <dgm:spPr/>
      <dgm:t>
        <a:bodyPr/>
        <a:lstStyle/>
        <a:p>
          <a:endParaRPr lang="fr-FR"/>
        </a:p>
      </dgm:t>
    </dgm:pt>
    <dgm:pt modelId="{6DCFEF9D-2E0E-4593-AAEC-D6C340E651C2}" type="pres">
      <dgm:prSet presAssocID="{FF8DCA22-291F-408A-98C7-D910CC6FAE40}" presName="base" presStyleLbl="dkBgShp" presStyleIdx="1" presStyleCnt="2"/>
      <dgm:spPr>
        <a:solidFill>
          <a:srgbClr val="002060"/>
        </a:solidFill>
      </dgm:spPr>
      <dgm:t>
        <a:bodyPr/>
        <a:lstStyle/>
        <a:p>
          <a:endParaRPr lang="fr-FR"/>
        </a:p>
      </dgm:t>
    </dgm:pt>
  </dgm:ptLst>
  <dgm:cxnLst>
    <dgm:cxn modelId="{1B8498D0-5D81-4C3A-A101-5719FD72867D}" type="presOf" srcId="{DF6ADFF2-23B5-4F31-8BB9-CF7FBA266164}" destId="{2F44DD9E-2805-4EA0-A87B-124955F33FE8}" srcOrd="0" destOrd="0" presId="urn:microsoft.com/office/officeart/2005/8/layout/hList3"/>
    <dgm:cxn modelId="{1583DFAB-4273-407A-B7E7-C239606B37EF}" srcId="{E5643680-7148-4F4C-A584-DE3F954BB969}" destId="{FF8DCA22-291F-408A-98C7-D910CC6FAE40}" srcOrd="0" destOrd="0" parTransId="{FF90D5A6-D618-4221-88DF-657450486A84}" sibTransId="{417C9B4A-28AA-4DF1-BABE-783999745912}"/>
    <dgm:cxn modelId="{AD9B82BE-DE0E-49E2-8A84-78FCA0F945AF}" type="presOf" srcId="{E5643680-7148-4F4C-A584-DE3F954BB969}" destId="{827CB147-CF21-4784-A535-4F5730BFC4A8}" srcOrd="0" destOrd="0" presId="urn:microsoft.com/office/officeart/2005/8/layout/hList3"/>
    <dgm:cxn modelId="{BE0C36E1-300D-47B4-8705-9B35CD9C1C39}" srcId="{FF8DCA22-291F-408A-98C7-D910CC6FAE40}" destId="{DF6ADFF2-23B5-4F31-8BB9-CF7FBA266164}" srcOrd="0" destOrd="0" parTransId="{0C44C6CD-8D54-4C5B-BD64-ED17C0883814}" sibTransId="{F62AC00F-649F-4836-B5C0-D124908D2F3B}"/>
    <dgm:cxn modelId="{91813A93-371B-4DB0-94DF-42888C863722}" type="presOf" srcId="{FF8DCA22-291F-408A-98C7-D910CC6FAE40}" destId="{E2301C00-5F26-4E44-879F-63CB93806F9C}" srcOrd="0" destOrd="0" presId="urn:microsoft.com/office/officeart/2005/8/layout/hList3"/>
    <dgm:cxn modelId="{FD429AD0-4E47-4A88-A964-6740CB4E3F2C}" type="presParOf" srcId="{827CB147-CF21-4784-A535-4F5730BFC4A8}" destId="{E2301C00-5F26-4E44-879F-63CB93806F9C}" srcOrd="0" destOrd="0" presId="urn:microsoft.com/office/officeart/2005/8/layout/hList3"/>
    <dgm:cxn modelId="{2EB629B3-42E8-4CAA-920C-414CE73F6603}" type="presParOf" srcId="{827CB147-CF21-4784-A535-4F5730BFC4A8}" destId="{50D59F26-1F6F-4192-AB1C-2104F0302294}" srcOrd="1" destOrd="0" presId="urn:microsoft.com/office/officeart/2005/8/layout/hList3"/>
    <dgm:cxn modelId="{B6EDA599-AB45-4F2C-A34E-7C4F2BB65325}" type="presParOf" srcId="{50D59F26-1F6F-4192-AB1C-2104F0302294}" destId="{2F44DD9E-2805-4EA0-A87B-124955F33FE8}" srcOrd="0" destOrd="0" presId="urn:microsoft.com/office/officeart/2005/8/layout/hList3"/>
    <dgm:cxn modelId="{2C78325F-7AEF-4134-9C84-38B3A37BE954}" type="presParOf" srcId="{827CB147-CF21-4784-A535-4F5730BFC4A8}" destId="{6DCFEF9D-2E0E-4593-AAEC-D6C340E651C2}" srcOrd="2" destOrd="0" presId="urn:microsoft.com/office/officeart/2005/8/layout/hLis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6DB9025A-4AD2-47D5-A8CF-F5CDFFB28961}" type="doc">
      <dgm:prSet loTypeId="urn:microsoft.com/office/officeart/2005/8/layout/hierarchy4" loCatId="list" qsTypeId="urn:microsoft.com/office/officeart/2005/8/quickstyle/3d2" qsCatId="3D" csTypeId="urn:microsoft.com/office/officeart/2005/8/colors/colorful5" csCatId="colorful" phldr="1"/>
      <dgm:spPr/>
      <dgm:t>
        <a:bodyPr/>
        <a:lstStyle/>
        <a:p>
          <a:endParaRPr lang="fr-FR"/>
        </a:p>
      </dgm:t>
    </dgm:pt>
    <dgm:pt modelId="{CF725516-0509-42AB-9B37-E089FD916B5A}">
      <dgm:prSet phldrT="[Texte]" custT="1"/>
      <dgm:spPr>
        <a:solidFill>
          <a:srgbClr val="6600FF"/>
        </a:solidFill>
      </dgm:spPr>
      <dgm:t>
        <a:bodyPr/>
        <a:lstStyle/>
        <a:p>
          <a:r>
            <a:rPr lang="fr-FR" sz="4000" b="0" u="none" dirty="0" smtClean="0">
              <a:latin typeface="Times New Roman" pitchFamily="18" charset="0"/>
              <a:cs typeface="Times New Roman" pitchFamily="18" charset="0"/>
            </a:rPr>
            <a:t>Examen gynécologique </a:t>
          </a:r>
          <a:endParaRPr lang="fr-FR" sz="4000" b="0" u="none" dirty="0">
            <a:latin typeface="Times New Roman" pitchFamily="18" charset="0"/>
            <a:cs typeface="Times New Roman" pitchFamily="18" charset="0"/>
          </a:endParaRPr>
        </a:p>
      </dgm:t>
    </dgm:pt>
    <dgm:pt modelId="{9B51D0DD-0266-472B-837E-B79E0D2E6E66}" type="parTrans" cxnId="{5F907436-DFE5-49D1-9355-4AB5F05A9BA1}">
      <dgm:prSet/>
      <dgm:spPr/>
      <dgm:t>
        <a:bodyPr/>
        <a:lstStyle/>
        <a:p>
          <a:endParaRPr lang="fr-FR"/>
        </a:p>
      </dgm:t>
    </dgm:pt>
    <dgm:pt modelId="{63C0E0E5-FB79-47C0-B10C-A2E1836B6BCE}" type="sibTrans" cxnId="{5F907436-DFE5-49D1-9355-4AB5F05A9BA1}">
      <dgm:prSet/>
      <dgm:spPr/>
      <dgm:t>
        <a:bodyPr/>
        <a:lstStyle/>
        <a:p>
          <a:endParaRPr lang="fr-FR"/>
        </a:p>
      </dgm:t>
    </dgm:pt>
    <dgm:pt modelId="{B034EB00-88C0-4711-97B1-8251F1D7C176}">
      <dgm:prSet phldrT="[Texte]" custT="1"/>
      <dgm:spPr>
        <a:solidFill>
          <a:schemeClr val="accent2">
            <a:lumMod val="50000"/>
          </a:schemeClr>
        </a:solidFill>
      </dgm:spPr>
      <dgm:t>
        <a:bodyPr/>
        <a:lstStyle/>
        <a:p>
          <a:r>
            <a:rPr lang="fr-FR" sz="2400" dirty="0" smtClean="0">
              <a:latin typeface="Times New Roman" pitchFamily="18" charset="0"/>
              <a:cs typeface="Times New Roman" pitchFamily="18" charset="0"/>
            </a:rPr>
            <a:t>l’utilisation d’instruments n’est pas systématique, l’inspection suffit souvent.</a:t>
          </a:r>
          <a:endParaRPr lang="fr-FR" sz="2400" dirty="0">
            <a:latin typeface="Times New Roman" pitchFamily="18" charset="0"/>
            <a:cs typeface="Times New Roman" pitchFamily="18" charset="0"/>
          </a:endParaRPr>
        </a:p>
      </dgm:t>
    </dgm:pt>
    <dgm:pt modelId="{E02BC6CC-12E7-41E0-8431-B8918CD64304}" type="parTrans" cxnId="{05C2967C-9182-437A-A3B4-5298D7638155}">
      <dgm:prSet/>
      <dgm:spPr/>
      <dgm:t>
        <a:bodyPr/>
        <a:lstStyle/>
        <a:p>
          <a:endParaRPr lang="fr-FR"/>
        </a:p>
      </dgm:t>
    </dgm:pt>
    <dgm:pt modelId="{93757E76-6A83-45EF-9C25-2B7D6135B533}" type="sibTrans" cxnId="{05C2967C-9182-437A-A3B4-5298D7638155}">
      <dgm:prSet/>
      <dgm:spPr/>
      <dgm:t>
        <a:bodyPr/>
        <a:lstStyle/>
        <a:p>
          <a:endParaRPr lang="fr-FR"/>
        </a:p>
      </dgm:t>
    </dgm:pt>
    <dgm:pt modelId="{A9A88C87-BF06-453A-B2AF-CD3179C65FE0}">
      <dgm:prSet phldrT="[Texte]" custT="1"/>
      <dgm:spPr>
        <a:solidFill>
          <a:srgbClr val="002060"/>
        </a:solidFill>
      </dgm:spPr>
      <dgm:t>
        <a:bodyPr/>
        <a:lstStyle/>
        <a:p>
          <a:r>
            <a:rPr lang="fr-FR" sz="1600" dirty="0" smtClean="0">
              <a:latin typeface="Times New Roman" pitchFamily="18" charset="0"/>
              <a:cs typeface="Times New Roman" pitchFamily="18" charset="0"/>
            </a:rPr>
            <a:t>Chez la jeune enfant, en décubitus dorsal, dans la position dite de la grenouille, bras fléchies, mains sous la nuque, jambes fléchies, talons rapprochés.</a:t>
          </a:r>
          <a:endParaRPr lang="fr-FR" sz="1600" dirty="0">
            <a:latin typeface="Times New Roman" pitchFamily="18" charset="0"/>
            <a:cs typeface="Times New Roman" pitchFamily="18" charset="0"/>
          </a:endParaRPr>
        </a:p>
      </dgm:t>
    </dgm:pt>
    <dgm:pt modelId="{C5185F44-606C-4575-8F8F-DE465C8A03E5}" type="parTrans" cxnId="{368C1522-4882-4C2D-92CB-BD9955AF8101}">
      <dgm:prSet/>
      <dgm:spPr/>
      <dgm:t>
        <a:bodyPr/>
        <a:lstStyle/>
        <a:p>
          <a:endParaRPr lang="fr-FR"/>
        </a:p>
      </dgm:t>
    </dgm:pt>
    <dgm:pt modelId="{EB30CDF8-1CD4-41E4-95FF-EB325DF9F1A4}" type="sibTrans" cxnId="{368C1522-4882-4C2D-92CB-BD9955AF8101}">
      <dgm:prSet/>
      <dgm:spPr/>
      <dgm:t>
        <a:bodyPr/>
        <a:lstStyle/>
        <a:p>
          <a:endParaRPr lang="fr-FR"/>
        </a:p>
      </dgm:t>
    </dgm:pt>
    <dgm:pt modelId="{B08BB0A5-BF5A-413E-BD59-37B4F4D27E72}">
      <dgm:prSet phldrT="[Texte]"/>
      <dgm:spPr>
        <a:solidFill>
          <a:schemeClr val="accent2">
            <a:lumMod val="50000"/>
          </a:schemeClr>
        </a:solidFill>
      </dgm:spPr>
      <dgm:t>
        <a:bodyPr/>
        <a:lstStyle/>
        <a:p>
          <a:r>
            <a:rPr lang="fr-FR" dirty="0" smtClean="0"/>
            <a:t>L’examen en position gynécologique</a:t>
          </a:r>
          <a:endParaRPr lang="fr-FR" dirty="0"/>
        </a:p>
      </dgm:t>
    </dgm:pt>
    <dgm:pt modelId="{5A979A25-63A7-4EEE-9629-A089630AC4AA}" type="parTrans" cxnId="{FC8A0CCE-4F35-42A7-8A0E-41204ED368F2}">
      <dgm:prSet/>
      <dgm:spPr/>
      <dgm:t>
        <a:bodyPr/>
        <a:lstStyle/>
        <a:p>
          <a:endParaRPr lang="fr-FR"/>
        </a:p>
      </dgm:t>
    </dgm:pt>
    <dgm:pt modelId="{62F6879F-720F-4145-9894-1A76E457DDA1}" type="sibTrans" cxnId="{FC8A0CCE-4F35-42A7-8A0E-41204ED368F2}">
      <dgm:prSet/>
      <dgm:spPr/>
      <dgm:t>
        <a:bodyPr/>
        <a:lstStyle/>
        <a:p>
          <a:endParaRPr lang="fr-FR"/>
        </a:p>
      </dgm:t>
    </dgm:pt>
    <dgm:pt modelId="{B3717628-A295-46C6-A77F-3AD6A1895AF0}">
      <dgm:prSet phldrT="[Texte]"/>
      <dgm:spPr>
        <a:solidFill>
          <a:srgbClr val="002060"/>
        </a:solidFill>
      </dgm:spPr>
      <dgm:t>
        <a:bodyPr/>
        <a:lstStyle/>
        <a:p>
          <a:r>
            <a:rPr lang="fr-FR" dirty="0" smtClean="0"/>
            <a:t>Le toucher vaginal n’est pas systématique</a:t>
          </a:r>
          <a:endParaRPr lang="fr-FR" dirty="0"/>
        </a:p>
      </dgm:t>
    </dgm:pt>
    <dgm:pt modelId="{3B449AE1-40A5-4602-A7A7-605161148948}" type="parTrans" cxnId="{4A53C78A-5FE4-464E-8646-BCD24C932681}">
      <dgm:prSet/>
      <dgm:spPr/>
      <dgm:t>
        <a:bodyPr/>
        <a:lstStyle/>
        <a:p>
          <a:endParaRPr lang="fr-FR"/>
        </a:p>
      </dgm:t>
    </dgm:pt>
    <dgm:pt modelId="{DBA743B6-555A-4B03-AD94-A9B5A252AC30}" type="sibTrans" cxnId="{4A53C78A-5FE4-464E-8646-BCD24C932681}">
      <dgm:prSet/>
      <dgm:spPr/>
      <dgm:t>
        <a:bodyPr/>
        <a:lstStyle/>
        <a:p>
          <a:endParaRPr lang="fr-FR"/>
        </a:p>
      </dgm:t>
    </dgm:pt>
    <dgm:pt modelId="{CE3C9D42-DE18-4EDA-A219-AEFC083D6DD0}" type="pres">
      <dgm:prSet presAssocID="{6DB9025A-4AD2-47D5-A8CF-F5CDFFB28961}" presName="Name0" presStyleCnt="0">
        <dgm:presLayoutVars>
          <dgm:chPref val="1"/>
          <dgm:dir/>
          <dgm:animOne val="branch"/>
          <dgm:animLvl val="lvl"/>
          <dgm:resizeHandles/>
        </dgm:presLayoutVars>
      </dgm:prSet>
      <dgm:spPr/>
      <dgm:t>
        <a:bodyPr/>
        <a:lstStyle/>
        <a:p>
          <a:endParaRPr lang="fr-FR"/>
        </a:p>
      </dgm:t>
    </dgm:pt>
    <dgm:pt modelId="{86E0778C-4256-44ED-8601-932E28ED8498}" type="pres">
      <dgm:prSet presAssocID="{CF725516-0509-42AB-9B37-E089FD916B5A}" presName="vertOne" presStyleCnt="0"/>
      <dgm:spPr/>
    </dgm:pt>
    <dgm:pt modelId="{CCB8FA8B-1C12-4BB3-872F-071780A3AE4D}" type="pres">
      <dgm:prSet presAssocID="{CF725516-0509-42AB-9B37-E089FD916B5A}" presName="txOne" presStyleLbl="node0" presStyleIdx="0" presStyleCnt="1">
        <dgm:presLayoutVars>
          <dgm:chPref val="3"/>
        </dgm:presLayoutVars>
      </dgm:prSet>
      <dgm:spPr/>
      <dgm:t>
        <a:bodyPr/>
        <a:lstStyle/>
        <a:p>
          <a:endParaRPr lang="fr-FR"/>
        </a:p>
      </dgm:t>
    </dgm:pt>
    <dgm:pt modelId="{D947BA47-A411-472F-9111-CAB0A3B5202C}" type="pres">
      <dgm:prSet presAssocID="{CF725516-0509-42AB-9B37-E089FD916B5A}" presName="parTransOne" presStyleCnt="0"/>
      <dgm:spPr/>
    </dgm:pt>
    <dgm:pt modelId="{39ACCC6F-36E8-4E31-BFAD-5B3604630109}" type="pres">
      <dgm:prSet presAssocID="{CF725516-0509-42AB-9B37-E089FD916B5A}" presName="horzOne" presStyleCnt="0"/>
      <dgm:spPr/>
    </dgm:pt>
    <dgm:pt modelId="{05AF61DF-EC2A-4D08-A734-CD44653314BA}" type="pres">
      <dgm:prSet presAssocID="{B034EB00-88C0-4711-97B1-8251F1D7C176}" presName="vertTwo" presStyleCnt="0"/>
      <dgm:spPr/>
    </dgm:pt>
    <dgm:pt modelId="{EF12F611-EFD3-4A07-BF5E-DCF63EA6EC3F}" type="pres">
      <dgm:prSet presAssocID="{B034EB00-88C0-4711-97B1-8251F1D7C176}" presName="txTwo" presStyleLbl="node2" presStyleIdx="0" presStyleCnt="2">
        <dgm:presLayoutVars>
          <dgm:chPref val="3"/>
        </dgm:presLayoutVars>
      </dgm:prSet>
      <dgm:spPr/>
      <dgm:t>
        <a:bodyPr/>
        <a:lstStyle/>
        <a:p>
          <a:endParaRPr lang="fr-FR"/>
        </a:p>
      </dgm:t>
    </dgm:pt>
    <dgm:pt modelId="{B128F4DB-AA03-4869-BD12-EDE552F4B022}" type="pres">
      <dgm:prSet presAssocID="{B034EB00-88C0-4711-97B1-8251F1D7C176}" presName="parTransTwo" presStyleCnt="0"/>
      <dgm:spPr/>
    </dgm:pt>
    <dgm:pt modelId="{CA21BA5D-80AB-44D4-B3DA-32B4BF1BAA96}" type="pres">
      <dgm:prSet presAssocID="{B034EB00-88C0-4711-97B1-8251F1D7C176}" presName="horzTwo" presStyleCnt="0"/>
      <dgm:spPr/>
    </dgm:pt>
    <dgm:pt modelId="{486EB5FE-05D8-4356-B522-A582E4BFD18B}" type="pres">
      <dgm:prSet presAssocID="{A9A88C87-BF06-453A-B2AF-CD3179C65FE0}" presName="vertThree" presStyleCnt="0"/>
      <dgm:spPr/>
    </dgm:pt>
    <dgm:pt modelId="{C2161364-ABA4-4565-A253-D398CEC7E14D}" type="pres">
      <dgm:prSet presAssocID="{A9A88C87-BF06-453A-B2AF-CD3179C65FE0}" presName="txThree" presStyleLbl="node3" presStyleIdx="0" presStyleCnt="2">
        <dgm:presLayoutVars>
          <dgm:chPref val="3"/>
        </dgm:presLayoutVars>
      </dgm:prSet>
      <dgm:spPr/>
      <dgm:t>
        <a:bodyPr/>
        <a:lstStyle/>
        <a:p>
          <a:endParaRPr lang="fr-FR"/>
        </a:p>
      </dgm:t>
    </dgm:pt>
    <dgm:pt modelId="{C39376ED-6425-459A-AAF5-E081E6EF3AD9}" type="pres">
      <dgm:prSet presAssocID="{A9A88C87-BF06-453A-B2AF-CD3179C65FE0}" presName="horzThree" presStyleCnt="0"/>
      <dgm:spPr/>
    </dgm:pt>
    <dgm:pt modelId="{A8824A7E-C6E0-45E2-A44E-0E94D577CCF9}" type="pres">
      <dgm:prSet presAssocID="{93757E76-6A83-45EF-9C25-2B7D6135B533}" presName="sibSpaceTwo" presStyleCnt="0"/>
      <dgm:spPr/>
    </dgm:pt>
    <dgm:pt modelId="{AEA3BF39-1633-4121-B13E-097A17548ADD}" type="pres">
      <dgm:prSet presAssocID="{B08BB0A5-BF5A-413E-BD59-37B4F4D27E72}" presName="vertTwo" presStyleCnt="0"/>
      <dgm:spPr/>
    </dgm:pt>
    <dgm:pt modelId="{B4DCB216-9E5A-4814-B693-88CDA90C83D3}" type="pres">
      <dgm:prSet presAssocID="{B08BB0A5-BF5A-413E-BD59-37B4F4D27E72}" presName="txTwo" presStyleLbl="node2" presStyleIdx="1" presStyleCnt="2">
        <dgm:presLayoutVars>
          <dgm:chPref val="3"/>
        </dgm:presLayoutVars>
      </dgm:prSet>
      <dgm:spPr/>
      <dgm:t>
        <a:bodyPr/>
        <a:lstStyle/>
        <a:p>
          <a:endParaRPr lang="fr-FR"/>
        </a:p>
      </dgm:t>
    </dgm:pt>
    <dgm:pt modelId="{22BA3249-7D03-4D36-9819-DB6785884371}" type="pres">
      <dgm:prSet presAssocID="{B08BB0A5-BF5A-413E-BD59-37B4F4D27E72}" presName="parTransTwo" presStyleCnt="0"/>
      <dgm:spPr/>
    </dgm:pt>
    <dgm:pt modelId="{96E381FB-1EB8-45E5-97B0-10807A72DC5C}" type="pres">
      <dgm:prSet presAssocID="{B08BB0A5-BF5A-413E-BD59-37B4F4D27E72}" presName="horzTwo" presStyleCnt="0"/>
      <dgm:spPr/>
    </dgm:pt>
    <dgm:pt modelId="{CA24EA9D-C7E5-4773-9D7A-8459444839CE}" type="pres">
      <dgm:prSet presAssocID="{B3717628-A295-46C6-A77F-3AD6A1895AF0}" presName="vertThree" presStyleCnt="0"/>
      <dgm:spPr/>
    </dgm:pt>
    <dgm:pt modelId="{4DBC6454-1D6C-4390-9820-055AE6D774AF}" type="pres">
      <dgm:prSet presAssocID="{B3717628-A295-46C6-A77F-3AD6A1895AF0}" presName="txThree" presStyleLbl="node3" presStyleIdx="1" presStyleCnt="2">
        <dgm:presLayoutVars>
          <dgm:chPref val="3"/>
        </dgm:presLayoutVars>
      </dgm:prSet>
      <dgm:spPr/>
      <dgm:t>
        <a:bodyPr/>
        <a:lstStyle/>
        <a:p>
          <a:endParaRPr lang="fr-FR"/>
        </a:p>
      </dgm:t>
    </dgm:pt>
    <dgm:pt modelId="{9941EB63-E1A7-4293-BD80-51E5F764FF66}" type="pres">
      <dgm:prSet presAssocID="{B3717628-A295-46C6-A77F-3AD6A1895AF0}" presName="horzThree" presStyleCnt="0"/>
      <dgm:spPr/>
    </dgm:pt>
  </dgm:ptLst>
  <dgm:cxnLst>
    <dgm:cxn modelId="{AC320EE6-291D-4B0A-9952-892D00CC4B60}" type="presOf" srcId="{B034EB00-88C0-4711-97B1-8251F1D7C176}" destId="{EF12F611-EFD3-4A07-BF5E-DCF63EA6EC3F}" srcOrd="0" destOrd="0" presId="urn:microsoft.com/office/officeart/2005/8/layout/hierarchy4"/>
    <dgm:cxn modelId="{55D7CB02-C395-429E-806B-371EED0AC444}" type="presOf" srcId="{CF725516-0509-42AB-9B37-E089FD916B5A}" destId="{CCB8FA8B-1C12-4BB3-872F-071780A3AE4D}" srcOrd="0" destOrd="0" presId="urn:microsoft.com/office/officeart/2005/8/layout/hierarchy4"/>
    <dgm:cxn modelId="{229E2E36-7CBA-45AE-942E-0B74BA1171BC}" type="presOf" srcId="{6DB9025A-4AD2-47D5-A8CF-F5CDFFB28961}" destId="{CE3C9D42-DE18-4EDA-A219-AEFC083D6DD0}" srcOrd="0" destOrd="0" presId="urn:microsoft.com/office/officeart/2005/8/layout/hierarchy4"/>
    <dgm:cxn modelId="{D8C34B28-4FF7-4B0A-A5D0-697B11B18FBB}" type="presOf" srcId="{B3717628-A295-46C6-A77F-3AD6A1895AF0}" destId="{4DBC6454-1D6C-4390-9820-055AE6D774AF}" srcOrd="0" destOrd="0" presId="urn:microsoft.com/office/officeart/2005/8/layout/hierarchy4"/>
    <dgm:cxn modelId="{4A53C78A-5FE4-464E-8646-BCD24C932681}" srcId="{B08BB0A5-BF5A-413E-BD59-37B4F4D27E72}" destId="{B3717628-A295-46C6-A77F-3AD6A1895AF0}" srcOrd="0" destOrd="0" parTransId="{3B449AE1-40A5-4602-A7A7-605161148948}" sibTransId="{DBA743B6-555A-4B03-AD94-A9B5A252AC30}"/>
    <dgm:cxn modelId="{368C1522-4882-4C2D-92CB-BD9955AF8101}" srcId="{B034EB00-88C0-4711-97B1-8251F1D7C176}" destId="{A9A88C87-BF06-453A-B2AF-CD3179C65FE0}" srcOrd="0" destOrd="0" parTransId="{C5185F44-606C-4575-8F8F-DE465C8A03E5}" sibTransId="{EB30CDF8-1CD4-41E4-95FF-EB325DF9F1A4}"/>
    <dgm:cxn modelId="{AFAF9585-0E5C-4931-A23F-D85472105EE8}" type="presOf" srcId="{B08BB0A5-BF5A-413E-BD59-37B4F4D27E72}" destId="{B4DCB216-9E5A-4814-B693-88CDA90C83D3}" srcOrd="0" destOrd="0" presId="urn:microsoft.com/office/officeart/2005/8/layout/hierarchy4"/>
    <dgm:cxn modelId="{05C2967C-9182-437A-A3B4-5298D7638155}" srcId="{CF725516-0509-42AB-9B37-E089FD916B5A}" destId="{B034EB00-88C0-4711-97B1-8251F1D7C176}" srcOrd="0" destOrd="0" parTransId="{E02BC6CC-12E7-41E0-8431-B8918CD64304}" sibTransId="{93757E76-6A83-45EF-9C25-2B7D6135B533}"/>
    <dgm:cxn modelId="{FC8A0CCE-4F35-42A7-8A0E-41204ED368F2}" srcId="{CF725516-0509-42AB-9B37-E089FD916B5A}" destId="{B08BB0A5-BF5A-413E-BD59-37B4F4D27E72}" srcOrd="1" destOrd="0" parTransId="{5A979A25-63A7-4EEE-9629-A089630AC4AA}" sibTransId="{62F6879F-720F-4145-9894-1A76E457DDA1}"/>
    <dgm:cxn modelId="{6E9AD562-C2DA-4875-8352-2AB47CBC7A4B}" type="presOf" srcId="{A9A88C87-BF06-453A-B2AF-CD3179C65FE0}" destId="{C2161364-ABA4-4565-A253-D398CEC7E14D}" srcOrd="0" destOrd="0" presId="urn:microsoft.com/office/officeart/2005/8/layout/hierarchy4"/>
    <dgm:cxn modelId="{5F907436-DFE5-49D1-9355-4AB5F05A9BA1}" srcId="{6DB9025A-4AD2-47D5-A8CF-F5CDFFB28961}" destId="{CF725516-0509-42AB-9B37-E089FD916B5A}" srcOrd="0" destOrd="0" parTransId="{9B51D0DD-0266-472B-837E-B79E0D2E6E66}" sibTransId="{63C0E0E5-FB79-47C0-B10C-A2E1836B6BCE}"/>
    <dgm:cxn modelId="{3077CF41-C6B6-4190-A802-A79BC64DD5F3}" type="presParOf" srcId="{CE3C9D42-DE18-4EDA-A219-AEFC083D6DD0}" destId="{86E0778C-4256-44ED-8601-932E28ED8498}" srcOrd="0" destOrd="0" presId="urn:microsoft.com/office/officeart/2005/8/layout/hierarchy4"/>
    <dgm:cxn modelId="{7F7E1972-0BAC-458B-9008-AD1F34DA9CA4}" type="presParOf" srcId="{86E0778C-4256-44ED-8601-932E28ED8498}" destId="{CCB8FA8B-1C12-4BB3-872F-071780A3AE4D}" srcOrd="0" destOrd="0" presId="urn:microsoft.com/office/officeart/2005/8/layout/hierarchy4"/>
    <dgm:cxn modelId="{E0543121-EC1A-4C3F-88D8-581888A59842}" type="presParOf" srcId="{86E0778C-4256-44ED-8601-932E28ED8498}" destId="{D947BA47-A411-472F-9111-CAB0A3B5202C}" srcOrd="1" destOrd="0" presId="urn:microsoft.com/office/officeart/2005/8/layout/hierarchy4"/>
    <dgm:cxn modelId="{D2F386F5-FA95-40B8-A41A-355D48D71477}" type="presParOf" srcId="{86E0778C-4256-44ED-8601-932E28ED8498}" destId="{39ACCC6F-36E8-4E31-BFAD-5B3604630109}" srcOrd="2" destOrd="0" presId="urn:microsoft.com/office/officeart/2005/8/layout/hierarchy4"/>
    <dgm:cxn modelId="{B296B854-A89D-4173-AD80-F37C18A92BFE}" type="presParOf" srcId="{39ACCC6F-36E8-4E31-BFAD-5B3604630109}" destId="{05AF61DF-EC2A-4D08-A734-CD44653314BA}" srcOrd="0" destOrd="0" presId="urn:microsoft.com/office/officeart/2005/8/layout/hierarchy4"/>
    <dgm:cxn modelId="{BF5BB02C-86EE-4EBE-95F5-96D466E3BBDA}" type="presParOf" srcId="{05AF61DF-EC2A-4D08-A734-CD44653314BA}" destId="{EF12F611-EFD3-4A07-BF5E-DCF63EA6EC3F}" srcOrd="0" destOrd="0" presId="urn:microsoft.com/office/officeart/2005/8/layout/hierarchy4"/>
    <dgm:cxn modelId="{88C5F6F0-7380-4FEE-B5C9-D98FA9140D8B}" type="presParOf" srcId="{05AF61DF-EC2A-4D08-A734-CD44653314BA}" destId="{B128F4DB-AA03-4869-BD12-EDE552F4B022}" srcOrd="1" destOrd="0" presId="urn:microsoft.com/office/officeart/2005/8/layout/hierarchy4"/>
    <dgm:cxn modelId="{3FAFA906-5F8F-4890-B1E5-CBC077066410}" type="presParOf" srcId="{05AF61DF-EC2A-4D08-A734-CD44653314BA}" destId="{CA21BA5D-80AB-44D4-B3DA-32B4BF1BAA96}" srcOrd="2" destOrd="0" presId="urn:microsoft.com/office/officeart/2005/8/layout/hierarchy4"/>
    <dgm:cxn modelId="{00608329-F4D3-4D26-9F25-B29DEE71391F}" type="presParOf" srcId="{CA21BA5D-80AB-44D4-B3DA-32B4BF1BAA96}" destId="{486EB5FE-05D8-4356-B522-A582E4BFD18B}" srcOrd="0" destOrd="0" presId="urn:microsoft.com/office/officeart/2005/8/layout/hierarchy4"/>
    <dgm:cxn modelId="{381205BE-9904-4B74-9DCE-56B33ED07B9F}" type="presParOf" srcId="{486EB5FE-05D8-4356-B522-A582E4BFD18B}" destId="{C2161364-ABA4-4565-A253-D398CEC7E14D}" srcOrd="0" destOrd="0" presId="urn:microsoft.com/office/officeart/2005/8/layout/hierarchy4"/>
    <dgm:cxn modelId="{EC7DE5D2-79B5-4158-ADAF-6CCDEF07D6EC}" type="presParOf" srcId="{486EB5FE-05D8-4356-B522-A582E4BFD18B}" destId="{C39376ED-6425-459A-AAF5-E081E6EF3AD9}" srcOrd="1" destOrd="0" presId="urn:microsoft.com/office/officeart/2005/8/layout/hierarchy4"/>
    <dgm:cxn modelId="{17A5C167-7689-4812-B91D-1ADBF39E5EAC}" type="presParOf" srcId="{39ACCC6F-36E8-4E31-BFAD-5B3604630109}" destId="{A8824A7E-C6E0-45E2-A44E-0E94D577CCF9}" srcOrd="1" destOrd="0" presId="urn:microsoft.com/office/officeart/2005/8/layout/hierarchy4"/>
    <dgm:cxn modelId="{1DE4C75C-C0FC-45B7-9F1A-C75A82058EFC}" type="presParOf" srcId="{39ACCC6F-36E8-4E31-BFAD-5B3604630109}" destId="{AEA3BF39-1633-4121-B13E-097A17548ADD}" srcOrd="2" destOrd="0" presId="urn:microsoft.com/office/officeart/2005/8/layout/hierarchy4"/>
    <dgm:cxn modelId="{139FBA01-60F9-4A15-91BD-5DE5256DC5CB}" type="presParOf" srcId="{AEA3BF39-1633-4121-B13E-097A17548ADD}" destId="{B4DCB216-9E5A-4814-B693-88CDA90C83D3}" srcOrd="0" destOrd="0" presId="urn:microsoft.com/office/officeart/2005/8/layout/hierarchy4"/>
    <dgm:cxn modelId="{D92C61AD-B112-4A3B-BE30-6596B499785C}" type="presParOf" srcId="{AEA3BF39-1633-4121-B13E-097A17548ADD}" destId="{22BA3249-7D03-4D36-9819-DB6785884371}" srcOrd="1" destOrd="0" presId="urn:microsoft.com/office/officeart/2005/8/layout/hierarchy4"/>
    <dgm:cxn modelId="{B6BC3BF9-CCC1-4F58-A7D6-19F36682BCD3}" type="presParOf" srcId="{AEA3BF39-1633-4121-B13E-097A17548ADD}" destId="{96E381FB-1EB8-45E5-97B0-10807A72DC5C}" srcOrd="2" destOrd="0" presId="urn:microsoft.com/office/officeart/2005/8/layout/hierarchy4"/>
    <dgm:cxn modelId="{53BC50C5-2931-46D8-AF6D-3EF0F55A62C7}" type="presParOf" srcId="{96E381FB-1EB8-45E5-97B0-10807A72DC5C}" destId="{CA24EA9D-C7E5-4773-9D7A-8459444839CE}" srcOrd="0" destOrd="0" presId="urn:microsoft.com/office/officeart/2005/8/layout/hierarchy4"/>
    <dgm:cxn modelId="{49297136-6846-4267-B720-C8E6FF140058}" type="presParOf" srcId="{CA24EA9D-C7E5-4773-9D7A-8459444839CE}" destId="{4DBC6454-1D6C-4390-9820-055AE6D774AF}" srcOrd="0" destOrd="0" presId="urn:microsoft.com/office/officeart/2005/8/layout/hierarchy4"/>
    <dgm:cxn modelId="{F28DBF3D-CC4E-45C6-9D5D-C24C1579F465}" type="presParOf" srcId="{CA24EA9D-C7E5-4773-9D7A-8459444839CE}" destId="{9941EB63-E1A7-4293-BD80-51E5F764FF66}"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2F4507B4-BDD8-4D40-BF0C-A79C41EBEB62}" type="doc">
      <dgm:prSet loTypeId="urn:microsoft.com/office/officeart/2005/8/layout/hierarchy4" loCatId="list" qsTypeId="urn:microsoft.com/office/officeart/2005/8/quickstyle/3d2" qsCatId="3D" csTypeId="urn:microsoft.com/office/officeart/2005/8/colors/colorful2" csCatId="colorful" phldr="1"/>
      <dgm:spPr/>
      <dgm:t>
        <a:bodyPr/>
        <a:lstStyle/>
        <a:p>
          <a:endParaRPr lang="fr-FR"/>
        </a:p>
      </dgm:t>
    </dgm:pt>
    <dgm:pt modelId="{E60BD5F1-49E9-48F6-8C5E-1C430C707C6B}">
      <dgm:prSet phldrT="[Texte]" custT="1"/>
      <dgm:spPr>
        <a:solidFill>
          <a:srgbClr val="002060"/>
        </a:solidFill>
      </dgm:spPr>
      <dgm:t>
        <a:bodyPr/>
        <a:lstStyle/>
        <a:p>
          <a:endParaRPr lang="fr-FR" sz="3600" b="0" u="none" dirty="0" smtClean="0">
            <a:latin typeface="Times New Roman" pitchFamily="18" charset="0"/>
            <a:cs typeface="Times New Roman" pitchFamily="18" charset="0"/>
          </a:endParaRPr>
        </a:p>
        <a:p>
          <a:r>
            <a:rPr lang="fr-FR" sz="3600" b="0" u="none" dirty="0" smtClean="0">
              <a:latin typeface="Times New Roman" pitchFamily="18" charset="0"/>
              <a:cs typeface="Times New Roman" pitchFamily="18" charset="0"/>
            </a:rPr>
            <a:t>Examen anal :</a:t>
          </a:r>
          <a:br>
            <a:rPr lang="fr-FR" sz="3600" b="0" u="none" dirty="0" smtClean="0">
              <a:latin typeface="Times New Roman" pitchFamily="18" charset="0"/>
              <a:cs typeface="Times New Roman" pitchFamily="18" charset="0"/>
            </a:rPr>
          </a:br>
          <a:endParaRPr lang="fr-FR" sz="3600" b="0" u="none" dirty="0">
            <a:latin typeface="Times New Roman" pitchFamily="18" charset="0"/>
            <a:cs typeface="Times New Roman" pitchFamily="18" charset="0"/>
          </a:endParaRPr>
        </a:p>
      </dgm:t>
    </dgm:pt>
    <dgm:pt modelId="{9B9D500D-9658-491F-BBC1-A86419F4EA4C}" type="parTrans" cxnId="{840E4362-7DD4-4DAF-A23A-1EEEC3677972}">
      <dgm:prSet/>
      <dgm:spPr/>
      <dgm:t>
        <a:bodyPr/>
        <a:lstStyle/>
        <a:p>
          <a:endParaRPr lang="fr-FR"/>
        </a:p>
      </dgm:t>
    </dgm:pt>
    <dgm:pt modelId="{A56CCB9B-60CA-4C52-93F0-AA4A66C62469}" type="sibTrans" cxnId="{840E4362-7DD4-4DAF-A23A-1EEEC3677972}">
      <dgm:prSet/>
      <dgm:spPr/>
      <dgm:t>
        <a:bodyPr/>
        <a:lstStyle/>
        <a:p>
          <a:endParaRPr lang="fr-FR"/>
        </a:p>
      </dgm:t>
    </dgm:pt>
    <dgm:pt modelId="{D65CEAF3-8E70-4123-B2E9-46E268EB4A98}">
      <dgm:prSet phldrT="[Texte]"/>
      <dgm:spPr>
        <a:solidFill>
          <a:srgbClr val="6600FF"/>
        </a:solidFill>
      </dgm:spPr>
      <dgm:t>
        <a:bodyPr/>
        <a:lstStyle/>
        <a:p>
          <a:r>
            <a:rPr lang="fr-FR" dirty="0" smtClean="0"/>
            <a:t>L’inspection anale nécessite de déplisser doucement les plis radiés</a:t>
          </a:r>
          <a:endParaRPr lang="fr-FR" dirty="0"/>
        </a:p>
      </dgm:t>
    </dgm:pt>
    <dgm:pt modelId="{0A4A8821-7262-402D-8B62-A2675A607F8C}" type="parTrans" cxnId="{A46D48E7-33FC-4F51-8D61-12183157A952}">
      <dgm:prSet/>
      <dgm:spPr/>
      <dgm:t>
        <a:bodyPr/>
        <a:lstStyle/>
        <a:p>
          <a:endParaRPr lang="fr-FR"/>
        </a:p>
      </dgm:t>
    </dgm:pt>
    <dgm:pt modelId="{7F16E842-386D-4F25-90C6-C42991C40FAD}" type="sibTrans" cxnId="{A46D48E7-33FC-4F51-8D61-12183157A952}">
      <dgm:prSet/>
      <dgm:spPr/>
      <dgm:t>
        <a:bodyPr/>
        <a:lstStyle/>
        <a:p>
          <a:endParaRPr lang="fr-FR"/>
        </a:p>
      </dgm:t>
    </dgm:pt>
    <dgm:pt modelId="{0F780F94-DF3A-4D83-B7E9-59E0A0FE8B6E}">
      <dgm:prSet phldrT="[Texte]"/>
      <dgm:spPr>
        <a:solidFill>
          <a:srgbClr val="181E0C"/>
        </a:solidFill>
      </dgm:spPr>
      <dgm:t>
        <a:bodyPr/>
        <a:lstStyle/>
        <a:p>
          <a:r>
            <a:rPr lang="fr-FR" dirty="0" smtClean="0"/>
            <a:t>examiner  avec une grande précision la région para anale : sillon inter fessier, fesses, raphé médian </a:t>
          </a:r>
          <a:endParaRPr lang="fr-FR" dirty="0"/>
        </a:p>
      </dgm:t>
    </dgm:pt>
    <dgm:pt modelId="{290D43D1-C487-43DC-9A32-6402FD54B4AA}" type="parTrans" cxnId="{6F934FBB-97B5-47B7-BCBA-6986488C36ED}">
      <dgm:prSet/>
      <dgm:spPr/>
      <dgm:t>
        <a:bodyPr/>
        <a:lstStyle/>
        <a:p>
          <a:endParaRPr lang="fr-FR"/>
        </a:p>
      </dgm:t>
    </dgm:pt>
    <dgm:pt modelId="{24113E93-9731-49FA-A466-B360DFB3A3ED}" type="sibTrans" cxnId="{6F934FBB-97B5-47B7-BCBA-6986488C36ED}">
      <dgm:prSet/>
      <dgm:spPr/>
      <dgm:t>
        <a:bodyPr/>
        <a:lstStyle/>
        <a:p>
          <a:endParaRPr lang="fr-FR"/>
        </a:p>
      </dgm:t>
    </dgm:pt>
    <dgm:pt modelId="{A6BAA4F5-96A2-4E58-A72A-1585908A661B}">
      <dgm:prSet phldrT="[Texte]" custT="1"/>
      <dgm:spPr>
        <a:solidFill>
          <a:srgbClr val="181E0C"/>
        </a:solidFill>
      </dgm:spPr>
      <dgm:t>
        <a:bodyPr/>
        <a:lstStyle/>
        <a:p>
          <a:r>
            <a:rPr lang="fr-FR" sz="3200" b="0" u="none" dirty="0" smtClean="0">
              <a:latin typeface="Times New Roman" pitchFamily="18" charset="0"/>
              <a:cs typeface="Times New Roman" pitchFamily="18" charset="0"/>
            </a:rPr>
            <a:t>réalisé en position </a:t>
          </a:r>
          <a:r>
            <a:rPr lang="fr-FR" sz="3200" b="0" u="none" dirty="0" err="1" smtClean="0">
              <a:latin typeface="Times New Roman" pitchFamily="18" charset="0"/>
              <a:cs typeface="Times New Roman" pitchFamily="18" charset="0"/>
            </a:rPr>
            <a:t>génupéctoral</a:t>
          </a:r>
          <a:endParaRPr lang="fr-FR" sz="3200" b="0" u="none" dirty="0">
            <a:latin typeface="Times New Roman" pitchFamily="18" charset="0"/>
            <a:cs typeface="Times New Roman" pitchFamily="18" charset="0"/>
          </a:endParaRPr>
        </a:p>
      </dgm:t>
    </dgm:pt>
    <dgm:pt modelId="{E761F810-5740-4577-A092-C95C58C922D7}" type="sibTrans" cxnId="{14980FFE-FA94-4381-8ECD-6A4F77FAB1F0}">
      <dgm:prSet/>
      <dgm:spPr/>
      <dgm:t>
        <a:bodyPr/>
        <a:lstStyle/>
        <a:p>
          <a:endParaRPr lang="fr-FR"/>
        </a:p>
      </dgm:t>
    </dgm:pt>
    <dgm:pt modelId="{3E499779-070B-4D5C-8499-836A08EE31FC}" type="parTrans" cxnId="{14980FFE-FA94-4381-8ECD-6A4F77FAB1F0}">
      <dgm:prSet/>
      <dgm:spPr/>
      <dgm:t>
        <a:bodyPr/>
        <a:lstStyle/>
        <a:p>
          <a:endParaRPr lang="fr-FR"/>
        </a:p>
      </dgm:t>
    </dgm:pt>
    <dgm:pt modelId="{EA47F503-7410-42CF-BCAE-0D306D5527EA}">
      <dgm:prSet phldrT="[Texte]" custT="1"/>
      <dgm:spPr>
        <a:solidFill>
          <a:srgbClr val="6600FF"/>
        </a:solidFill>
      </dgm:spPr>
      <dgm:t>
        <a:bodyPr/>
        <a:lstStyle/>
        <a:p>
          <a:r>
            <a:rPr lang="fr-FR" sz="2000" dirty="0" smtClean="0">
              <a:latin typeface="Times New Roman" pitchFamily="18" charset="0"/>
              <a:cs typeface="Times New Roman" pitchFamily="18" charset="0"/>
            </a:rPr>
            <a:t>fissures anales, situés le plus souvent à midi (diagnostic différentiel avec constipation, </a:t>
          </a:r>
          <a:r>
            <a:rPr lang="fr-FR" sz="2000" dirty="0" err="1" smtClean="0">
              <a:latin typeface="Times New Roman" pitchFamily="18" charset="0"/>
              <a:cs typeface="Times New Roman" pitchFamily="18" charset="0"/>
            </a:rPr>
            <a:t>anite</a:t>
          </a:r>
          <a:r>
            <a:rPr lang="fr-FR" sz="2000" dirty="0" smtClean="0">
              <a:latin typeface="Times New Roman" pitchFamily="18" charset="0"/>
              <a:cs typeface="Times New Roman" pitchFamily="18" charset="0"/>
            </a:rPr>
            <a:t> hémorroïdaire et maladie de crohn.</a:t>
          </a:r>
          <a:endParaRPr lang="fr-FR" sz="2000" dirty="0">
            <a:latin typeface="Times New Roman" pitchFamily="18" charset="0"/>
            <a:cs typeface="Times New Roman" pitchFamily="18" charset="0"/>
          </a:endParaRPr>
        </a:p>
      </dgm:t>
    </dgm:pt>
    <dgm:pt modelId="{021BBF08-BEE2-4C0E-8F42-87DFACA81A3D}" type="sibTrans" cxnId="{19DFD589-8776-428D-A7F6-52837897A56E}">
      <dgm:prSet/>
      <dgm:spPr/>
      <dgm:t>
        <a:bodyPr/>
        <a:lstStyle/>
        <a:p>
          <a:endParaRPr lang="fr-FR"/>
        </a:p>
      </dgm:t>
    </dgm:pt>
    <dgm:pt modelId="{AF6180AD-3744-42A0-B0E0-9784685C425E}" type="parTrans" cxnId="{19DFD589-8776-428D-A7F6-52837897A56E}">
      <dgm:prSet/>
      <dgm:spPr/>
      <dgm:t>
        <a:bodyPr/>
        <a:lstStyle/>
        <a:p>
          <a:endParaRPr lang="fr-FR"/>
        </a:p>
      </dgm:t>
    </dgm:pt>
    <dgm:pt modelId="{77CE0FCF-5029-49AE-A274-FEB3D8CE8620}" type="pres">
      <dgm:prSet presAssocID="{2F4507B4-BDD8-4D40-BF0C-A79C41EBEB62}" presName="Name0" presStyleCnt="0">
        <dgm:presLayoutVars>
          <dgm:chPref val="1"/>
          <dgm:dir/>
          <dgm:animOne val="branch"/>
          <dgm:animLvl val="lvl"/>
          <dgm:resizeHandles/>
        </dgm:presLayoutVars>
      </dgm:prSet>
      <dgm:spPr/>
      <dgm:t>
        <a:bodyPr/>
        <a:lstStyle/>
        <a:p>
          <a:endParaRPr lang="fr-FR"/>
        </a:p>
      </dgm:t>
    </dgm:pt>
    <dgm:pt modelId="{7BA914EA-CF7E-4382-A2B6-327E38FBB11A}" type="pres">
      <dgm:prSet presAssocID="{E60BD5F1-49E9-48F6-8C5E-1C430C707C6B}" presName="vertOne" presStyleCnt="0"/>
      <dgm:spPr/>
    </dgm:pt>
    <dgm:pt modelId="{2D5F0251-6162-4E42-AF53-8CCCE21E504C}" type="pres">
      <dgm:prSet presAssocID="{E60BD5F1-49E9-48F6-8C5E-1C430C707C6B}" presName="txOne" presStyleLbl="node0" presStyleIdx="0" presStyleCnt="1">
        <dgm:presLayoutVars>
          <dgm:chPref val="3"/>
        </dgm:presLayoutVars>
      </dgm:prSet>
      <dgm:spPr/>
      <dgm:t>
        <a:bodyPr/>
        <a:lstStyle/>
        <a:p>
          <a:endParaRPr lang="fr-FR"/>
        </a:p>
      </dgm:t>
    </dgm:pt>
    <dgm:pt modelId="{FC3C340D-9040-4C11-9667-9ECAC316E4E8}" type="pres">
      <dgm:prSet presAssocID="{E60BD5F1-49E9-48F6-8C5E-1C430C707C6B}" presName="parTransOne" presStyleCnt="0"/>
      <dgm:spPr/>
    </dgm:pt>
    <dgm:pt modelId="{B99484D9-15E9-4DD1-AD02-3C526550804E}" type="pres">
      <dgm:prSet presAssocID="{E60BD5F1-49E9-48F6-8C5E-1C430C707C6B}" presName="horzOne" presStyleCnt="0"/>
      <dgm:spPr/>
    </dgm:pt>
    <dgm:pt modelId="{7FF69ACD-15B1-447B-8358-C2E0FD3D963B}" type="pres">
      <dgm:prSet presAssocID="{A6BAA4F5-96A2-4E58-A72A-1585908A661B}" presName="vertTwo" presStyleCnt="0"/>
      <dgm:spPr/>
    </dgm:pt>
    <dgm:pt modelId="{56296F99-F793-4AAD-936C-E20D5DA4FEA3}" type="pres">
      <dgm:prSet presAssocID="{A6BAA4F5-96A2-4E58-A72A-1585908A661B}" presName="txTwo" presStyleLbl="node2" presStyleIdx="0" presStyleCnt="2">
        <dgm:presLayoutVars>
          <dgm:chPref val="3"/>
        </dgm:presLayoutVars>
      </dgm:prSet>
      <dgm:spPr/>
      <dgm:t>
        <a:bodyPr/>
        <a:lstStyle/>
        <a:p>
          <a:endParaRPr lang="fr-FR"/>
        </a:p>
      </dgm:t>
    </dgm:pt>
    <dgm:pt modelId="{A3A671A7-6876-4D67-9EB5-13531E47ADE5}" type="pres">
      <dgm:prSet presAssocID="{A6BAA4F5-96A2-4E58-A72A-1585908A661B}" presName="parTransTwo" presStyleCnt="0"/>
      <dgm:spPr/>
    </dgm:pt>
    <dgm:pt modelId="{3DD2676A-3BD1-4C39-B5AD-EDC63E42278C}" type="pres">
      <dgm:prSet presAssocID="{A6BAA4F5-96A2-4E58-A72A-1585908A661B}" presName="horzTwo" presStyleCnt="0"/>
      <dgm:spPr/>
    </dgm:pt>
    <dgm:pt modelId="{7D9F10F7-14E5-4B78-8FBD-381594273801}" type="pres">
      <dgm:prSet presAssocID="{D65CEAF3-8E70-4123-B2E9-46E268EB4A98}" presName="vertThree" presStyleCnt="0"/>
      <dgm:spPr/>
    </dgm:pt>
    <dgm:pt modelId="{F80AF134-CAFF-45D9-A1F5-9D1A9AEF2FD7}" type="pres">
      <dgm:prSet presAssocID="{D65CEAF3-8E70-4123-B2E9-46E268EB4A98}" presName="txThree" presStyleLbl="node3" presStyleIdx="0" presStyleCnt="2">
        <dgm:presLayoutVars>
          <dgm:chPref val="3"/>
        </dgm:presLayoutVars>
      </dgm:prSet>
      <dgm:spPr/>
      <dgm:t>
        <a:bodyPr/>
        <a:lstStyle/>
        <a:p>
          <a:endParaRPr lang="fr-FR"/>
        </a:p>
      </dgm:t>
    </dgm:pt>
    <dgm:pt modelId="{943B755A-6110-483A-A421-A13797933C28}" type="pres">
      <dgm:prSet presAssocID="{D65CEAF3-8E70-4123-B2E9-46E268EB4A98}" presName="horzThree" presStyleCnt="0"/>
      <dgm:spPr/>
    </dgm:pt>
    <dgm:pt modelId="{C5A38961-CCF0-4A59-A02A-B7925F76CA30}" type="pres">
      <dgm:prSet presAssocID="{E761F810-5740-4577-A092-C95C58C922D7}" presName="sibSpaceTwo" presStyleCnt="0"/>
      <dgm:spPr/>
    </dgm:pt>
    <dgm:pt modelId="{FCA1DB69-E8B1-46AF-B11F-EA36CFAFE6BC}" type="pres">
      <dgm:prSet presAssocID="{0F780F94-DF3A-4D83-B7E9-59E0A0FE8B6E}" presName="vertTwo" presStyleCnt="0"/>
      <dgm:spPr/>
    </dgm:pt>
    <dgm:pt modelId="{BC0694A5-23BB-4759-9A5A-FFF542B0CD89}" type="pres">
      <dgm:prSet presAssocID="{0F780F94-DF3A-4D83-B7E9-59E0A0FE8B6E}" presName="txTwo" presStyleLbl="node2" presStyleIdx="1" presStyleCnt="2">
        <dgm:presLayoutVars>
          <dgm:chPref val="3"/>
        </dgm:presLayoutVars>
      </dgm:prSet>
      <dgm:spPr/>
      <dgm:t>
        <a:bodyPr/>
        <a:lstStyle/>
        <a:p>
          <a:endParaRPr lang="fr-FR"/>
        </a:p>
      </dgm:t>
    </dgm:pt>
    <dgm:pt modelId="{53A89D0C-39B9-4A9C-8E45-D3296772160C}" type="pres">
      <dgm:prSet presAssocID="{0F780F94-DF3A-4D83-B7E9-59E0A0FE8B6E}" presName="parTransTwo" presStyleCnt="0"/>
      <dgm:spPr/>
    </dgm:pt>
    <dgm:pt modelId="{CA8CF3A4-AC91-4996-9245-DD829F57D36C}" type="pres">
      <dgm:prSet presAssocID="{0F780F94-DF3A-4D83-B7E9-59E0A0FE8B6E}" presName="horzTwo" presStyleCnt="0"/>
      <dgm:spPr/>
    </dgm:pt>
    <dgm:pt modelId="{5E0108CD-FB5C-410E-9114-E5956DF74154}" type="pres">
      <dgm:prSet presAssocID="{EA47F503-7410-42CF-BCAE-0D306D5527EA}" presName="vertThree" presStyleCnt="0"/>
      <dgm:spPr/>
    </dgm:pt>
    <dgm:pt modelId="{48B1C95D-04DE-488D-A3CC-42B3DC826880}" type="pres">
      <dgm:prSet presAssocID="{EA47F503-7410-42CF-BCAE-0D306D5527EA}" presName="txThree" presStyleLbl="node3" presStyleIdx="1" presStyleCnt="2">
        <dgm:presLayoutVars>
          <dgm:chPref val="3"/>
        </dgm:presLayoutVars>
      </dgm:prSet>
      <dgm:spPr/>
      <dgm:t>
        <a:bodyPr/>
        <a:lstStyle/>
        <a:p>
          <a:endParaRPr lang="fr-FR"/>
        </a:p>
      </dgm:t>
    </dgm:pt>
    <dgm:pt modelId="{7D3A187C-D490-4FCD-8E2F-45E6780F317B}" type="pres">
      <dgm:prSet presAssocID="{EA47F503-7410-42CF-BCAE-0D306D5527EA}" presName="horzThree" presStyleCnt="0"/>
      <dgm:spPr/>
    </dgm:pt>
  </dgm:ptLst>
  <dgm:cxnLst>
    <dgm:cxn modelId="{A3DE7630-8E09-4118-98D8-E996BD645C1A}" type="presOf" srcId="{A6BAA4F5-96A2-4E58-A72A-1585908A661B}" destId="{56296F99-F793-4AAD-936C-E20D5DA4FEA3}" srcOrd="0" destOrd="0" presId="urn:microsoft.com/office/officeart/2005/8/layout/hierarchy4"/>
    <dgm:cxn modelId="{A46D48E7-33FC-4F51-8D61-12183157A952}" srcId="{A6BAA4F5-96A2-4E58-A72A-1585908A661B}" destId="{D65CEAF3-8E70-4123-B2E9-46E268EB4A98}" srcOrd="0" destOrd="0" parTransId="{0A4A8821-7262-402D-8B62-A2675A607F8C}" sibTransId="{7F16E842-386D-4F25-90C6-C42991C40FAD}"/>
    <dgm:cxn modelId="{BED6FEFE-4B07-479E-A708-EDB844758119}" type="presOf" srcId="{EA47F503-7410-42CF-BCAE-0D306D5527EA}" destId="{48B1C95D-04DE-488D-A3CC-42B3DC826880}" srcOrd="0" destOrd="0" presId="urn:microsoft.com/office/officeart/2005/8/layout/hierarchy4"/>
    <dgm:cxn modelId="{840E4362-7DD4-4DAF-A23A-1EEEC3677972}" srcId="{2F4507B4-BDD8-4D40-BF0C-A79C41EBEB62}" destId="{E60BD5F1-49E9-48F6-8C5E-1C430C707C6B}" srcOrd="0" destOrd="0" parTransId="{9B9D500D-9658-491F-BBC1-A86419F4EA4C}" sibTransId="{A56CCB9B-60CA-4C52-93F0-AA4A66C62469}"/>
    <dgm:cxn modelId="{14980FFE-FA94-4381-8ECD-6A4F77FAB1F0}" srcId="{E60BD5F1-49E9-48F6-8C5E-1C430C707C6B}" destId="{A6BAA4F5-96A2-4E58-A72A-1585908A661B}" srcOrd="0" destOrd="0" parTransId="{3E499779-070B-4D5C-8499-836A08EE31FC}" sibTransId="{E761F810-5740-4577-A092-C95C58C922D7}"/>
    <dgm:cxn modelId="{AA661DB4-71B4-4A9A-A265-77FD748734F2}" type="presOf" srcId="{2F4507B4-BDD8-4D40-BF0C-A79C41EBEB62}" destId="{77CE0FCF-5029-49AE-A274-FEB3D8CE8620}" srcOrd="0" destOrd="0" presId="urn:microsoft.com/office/officeart/2005/8/layout/hierarchy4"/>
    <dgm:cxn modelId="{8CB0EC08-3357-4EC8-A1EC-5ADD4369E32A}" type="presOf" srcId="{D65CEAF3-8E70-4123-B2E9-46E268EB4A98}" destId="{F80AF134-CAFF-45D9-A1F5-9D1A9AEF2FD7}" srcOrd="0" destOrd="0" presId="urn:microsoft.com/office/officeart/2005/8/layout/hierarchy4"/>
    <dgm:cxn modelId="{6F934FBB-97B5-47B7-BCBA-6986488C36ED}" srcId="{E60BD5F1-49E9-48F6-8C5E-1C430C707C6B}" destId="{0F780F94-DF3A-4D83-B7E9-59E0A0FE8B6E}" srcOrd="1" destOrd="0" parTransId="{290D43D1-C487-43DC-9A32-6402FD54B4AA}" sibTransId="{24113E93-9731-49FA-A466-B360DFB3A3ED}"/>
    <dgm:cxn modelId="{30BC15DB-97AE-4E75-85B8-AEA9A0A489A5}" type="presOf" srcId="{0F780F94-DF3A-4D83-B7E9-59E0A0FE8B6E}" destId="{BC0694A5-23BB-4759-9A5A-FFF542B0CD89}" srcOrd="0" destOrd="0" presId="urn:microsoft.com/office/officeart/2005/8/layout/hierarchy4"/>
    <dgm:cxn modelId="{19DFD589-8776-428D-A7F6-52837897A56E}" srcId="{0F780F94-DF3A-4D83-B7E9-59E0A0FE8B6E}" destId="{EA47F503-7410-42CF-BCAE-0D306D5527EA}" srcOrd="0" destOrd="0" parTransId="{AF6180AD-3744-42A0-B0E0-9784685C425E}" sibTransId="{021BBF08-BEE2-4C0E-8F42-87DFACA81A3D}"/>
    <dgm:cxn modelId="{1DFBFB0A-A860-41B3-B234-7E618B35CBB5}" type="presOf" srcId="{E60BD5F1-49E9-48F6-8C5E-1C430C707C6B}" destId="{2D5F0251-6162-4E42-AF53-8CCCE21E504C}" srcOrd="0" destOrd="0" presId="urn:microsoft.com/office/officeart/2005/8/layout/hierarchy4"/>
    <dgm:cxn modelId="{23D9A5FA-BD43-4B74-B3C1-C814648A5A6E}" type="presParOf" srcId="{77CE0FCF-5029-49AE-A274-FEB3D8CE8620}" destId="{7BA914EA-CF7E-4382-A2B6-327E38FBB11A}" srcOrd="0" destOrd="0" presId="urn:microsoft.com/office/officeart/2005/8/layout/hierarchy4"/>
    <dgm:cxn modelId="{D4A93049-283C-4253-A022-9339B9AF3DB0}" type="presParOf" srcId="{7BA914EA-CF7E-4382-A2B6-327E38FBB11A}" destId="{2D5F0251-6162-4E42-AF53-8CCCE21E504C}" srcOrd="0" destOrd="0" presId="urn:microsoft.com/office/officeart/2005/8/layout/hierarchy4"/>
    <dgm:cxn modelId="{E4DCAFBF-8C8A-42CE-8610-F213834D20CB}" type="presParOf" srcId="{7BA914EA-CF7E-4382-A2B6-327E38FBB11A}" destId="{FC3C340D-9040-4C11-9667-9ECAC316E4E8}" srcOrd="1" destOrd="0" presId="urn:microsoft.com/office/officeart/2005/8/layout/hierarchy4"/>
    <dgm:cxn modelId="{0A6FE043-4632-4C87-BFF1-FD2ED2B8D427}" type="presParOf" srcId="{7BA914EA-CF7E-4382-A2B6-327E38FBB11A}" destId="{B99484D9-15E9-4DD1-AD02-3C526550804E}" srcOrd="2" destOrd="0" presId="urn:microsoft.com/office/officeart/2005/8/layout/hierarchy4"/>
    <dgm:cxn modelId="{94DB3F38-7369-4132-A1F2-A0D96D35E53D}" type="presParOf" srcId="{B99484D9-15E9-4DD1-AD02-3C526550804E}" destId="{7FF69ACD-15B1-447B-8358-C2E0FD3D963B}" srcOrd="0" destOrd="0" presId="urn:microsoft.com/office/officeart/2005/8/layout/hierarchy4"/>
    <dgm:cxn modelId="{03E763CA-2330-4531-88EC-BB28DC923863}" type="presParOf" srcId="{7FF69ACD-15B1-447B-8358-C2E0FD3D963B}" destId="{56296F99-F793-4AAD-936C-E20D5DA4FEA3}" srcOrd="0" destOrd="0" presId="urn:microsoft.com/office/officeart/2005/8/layout/hierarchy4"/>
    <dgm:cxn modelId="{04509EB1-1736-4CE4-944B-91D7D5B748D6}" type="presParOf" srcId="{7FF69ACD-15B1-447B-8358-C2E0FD3D963B}" destId="{A3A671A7-6876-4D67-9EB5-13531E47ADE5}" srcOrd="1" destOrd="0" presId="urn:microsoft.com/office/officeart/2005/8/layout/hierarchy4"/>
    <dgm:cxn modelId="{A64CF4E2-C053-44DB-B076-361C6D194061}" type="presParOf" srcId="{7FF69ACD-15B1-447B-8358-C2E0FD3D963B}" destId="{3DD2676A-3BD1-4C39-B5AD-EDC63E42278C}" srcOrd="2" destOrd="0" presId="urn:microsoft.com/office/officeart/2005/8/layout/hierarchy4"/>
    <dgm:cxn modelId="{B5C922A2-ECB0-4FFA-9A09-EC08D47FC8CB}" type="presParOf" srcId="{3DD2676A-3BD1-4C39-B5AD-EDC63E42278C}" destId="{7D9F10F7-14E5-4B78-8FBD-381594273801}" srcOrd="0" destOrd="0" presId="urn:microsoft.com/office/officeart/2005/8/layout/hierarchy4"/>
    <dgm:cxn modelId="{B5CEF6C5-0FD0-49AF-A3EB-9786AC085751}" type="presParOf" srcId="{7D9F10F7-14E5-4B78-8FBD-381594273801}" destId="{F80AF134-CAFF-45D9-A1F5-9D1A9AEF2FD7}" srcOrd="0" destOrd="0" presId="urn:microsoft.com/office/officeart/2005/8/layout/hierarchy4"/>
    <dgm:cxn modelId="{EECF597B-EDE3-47F3-A8DD-E8B61F7B87A7}" type="presParOf" srcId="{7D9F10F7-14E5-4B78-8FBD-381594273801}" destId="{943B755A-6110-483A-A421-A13797933C28}" srcOrd="1" destOrd="0" presId="urn:microsoft.com/office/officeart/2005/8/layout/hierarchy4"/>
    <dgm:cxn modelId="{70598669-4EEF-417A-A5EF-C1ACF0356B09}" type="presParOf" srcId="{B99484D9-15E9-4DD1-AD02-3C526550804E}" destId="{C5A38961-CCF0-4A59-A02A-B7925F76CA30}" srcOrd="1" destOrd="0" presId="urn:microsoft.com/office/officeart/2005/8/layout/hierarchy4"/>
    <dgm:cxn modelId="{90E464C8-75DF-4DC3-93FD-874DD722E5FF}" type="presParOf" srcId="{B99484D9-15E9-4DD1-AD02-3C526550804E}" destId="{FCA1DB69-E8B1-46AF-B11F-EA36CFAFE6BC}" srcOrd="2" destOrd="0" presId="urn:microsoft.com/office/officeart/2005/8/layout/hierarchy4"/>
    <dgm:cxn modelId="{F4A6FB4F-7D38-429A-AB33-1FB08A4A3032}" type="presParOf" srcId="{FCA1DB69-E8B1-46AF-B11F-EA36CFAFE6BC}" destId="{BC0694A5-23BB-4759-9A5A-FFF542B0CD89}" srcOrd="0" destOrd="0" presId="urn:microsoft.com/office/officeart/2005/8/layout/hierarchy4"/>
    <dgm:cxn modelId="{527DF314-3AF1-47B1-A51C-DE7F8409625B}" type="presParOf" srcId="{FCA1DB69-E8B1-46AF-B11F-EA36CFAFE6BC}" destId="{53A89D0C-39B9-4A9C-8E45-D3296772160C}" srcOrd="1" destOrd="0" presId="urn:microsoft.com/office/officeart/2005/8/layout/hierarchy4"/>
    <dgm:cxn modelId="{B2B7F3E1-0149-4CB7-8713-1D10AF6BD5CA}" type="presParOf" srcId="{FCA1DB69-E8B1-46AF-B11F-EA36CFAFE6BC}" destId="{CA8CF3A4-AC91-4996-9245-DD829F57D36C}" srcOrd="2" destOrd="0" presId="urn:microsoft.com/office/officeart/2005/8/layout/hierarchy4"/>
    <dgm:cxn modelId="{70A1E19F-81F5-4320-A812-433935C7FFFD}" type="presParOf" srcId="{CA8CF3A4-AC91-4996-9245-DD829F57D36C}" destId="{5E0108CD-FB5C-410E-9114-E5956DF74154}" srcOrd="0" destOrd="0" presId="urn:microsoft.com/office/officeart/2005/8/layout/hierarchy4"/>
    <dgm:cxn modelId="{2A782AA2-2801-491B-98A5-69F59D3BEC01}" type="presParOf" srcId="{5E0108CD-FB5C-410E-9114-E5956DF74154}" destId="{48B1C95D-04DE-488D-A3CC-42B3DC826880}" srcOrd="0" destOrd="0" presId="urn:microsoft.com/office/officeart/2005/8/layout/hierarchy4"/>
    <dgm:cxn modelId="{28616723-066B-4718-AFB8-5C4661AE3CD7}" type="presParOf" srcId="{5E0108CD-FB5C-410E-9114-E5956DF74154}" destId="{7D3A187C-D490-4FCD-8E2F-45E6780F317B}"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08D2363-6B84-4ED9-95EE-B1C23F532B83}" type="doc">
      <dgm:prSet loTypeId="urn:microsoft.com/office/officeart/2005/8/layout/chevron2" loCatId="list" qsTypeId="urn:microsoft.com/office/officeart/2005/8/quickstyle/3d2" qsCatId="3D" csTypeId="urn:microsoft.com/office/officeart/2005/8/colors/accent2_2" csCatId="accent2" phldr="1"/>
      <dgm:spPr/>
      <dgm:t>
        <a:bodyPr/>
        <a:lstStyle/>
        <a:p>
          <a:endParaRPr lang="fr-FR"/>
        </a:p>
      </dgm:t>
    </dgm:pt>
    <dgm:pt modelId="{D1CEB473-3C76-4D20-810E-E7E86E843A5F}">
      <dgm:prSet phldrT="[Texte]" phldr="1"/>
      <dgm:spPr/>
      <dgm:t>
        <a:bodyPr/>
        <a:lstStyle/>
        <a:p>
          <a:endParaRPr lang="fr-FR" dirty="0"/>
        </a:p>
      </dgm:t>
    </dgm:pt>
    <dgm:pt modelId="{76792284-2AA7-4F2F-8D89-04619B70DD72}" type="parTrans" cxnId="{7AE0A253-235B-456F-A58C-5BD594AD3FE2}">
      <dgm:prSet/>
      <dgm:spPr/>
      <dgm:t>
        <a:bodyPr/>
        <a:lstStyle/>
        <a:p>
          <a:endParaRPr lang="fr-FR"/>
        </a:p>
      </dgm:t>
    </dgm:pt>
    <dgm:pt modelId="{6DDAE6CD-5A5F-4C8F-8890-16DB53AD176E}" type="sibTrans" cxnId="{7AE0A253-235B-456F-A58C-5BD594AD3FE2}">
      <dgm:prSet/>
      <dgm:spPr/>
      <dgm:t>
        <a:bodyPr/>
        <a:lstStyle/>
        <a:p>
          <a:endParaRPr lang="fr-FR"/>
        </a:p>
      </dgm:t>
    </dgm:pt>
    <dgm:pt modelId="{E9540B4A-4D1C-4D8C-BD16-50FD639580A0}">
      <dgm:prSet phldrT="[Texte]"/>
      <dgm:spPr>
        <a:solidFill>
          <a:schemeClr val="accent2">
            <a:lumMod val="60000"/>
            <a:lumOff val="40000"/>
            <a:alpha val="90000"/>
          </a:schemeClr>
        </a:solidFill>
      </dgm:spPr>
      <dgm:t>
        <a:bodyPr/>
        <a:lstStyle/>
        <a:p>
          <a:r>
            <a:rPr lang="fr-FR" dirty="0" smtClean="0">
              <a:latin typeface="Times New Roman" pitchFamily="18" charset="0"/>
              <a:cs typeface="Times New Roman" pitchFamily="18" charset="0"/>
            </a:rPr>
            <a:t>Effectués  dans le but de tenter d’identifier l’auteur de l’agression.</a:t>
          </a:r>
          <a:endParaRPr lang="fr-FR" dirty="0">
            <a:latin typeface="Times New Roman" pitchFamily="18" charset="0"/>
            <a:cs typeface="Times New Roman" pitchFamily="18" charset="0"/>
          </a:endParaRPr>
        </a:p>
      </dgm:t>
    </dgm:pt>
    <dgm:pt modelId="{B6647C23-750A-48E3-89D6-5CAE95A031A0}" type="parTrans" cxnId="{7784CD9E-140C-4CFC-A70A-3E5C5ABB30BF}">
      <dgm:prSet/>
      <dgm:spPr/>
      <dgm:t>
        <a:bodyPr/>
        <a:lstStyle/>
        <a:p>
          <a:endParaRPr lang="fr-FR"/>
        </a:p>
      </dgm:t>
    </dgm:pt>
    <dgm:pt modelId="{82E1778F-9184-4357-BC5E-D603020DE887}" type="sibTrans" cxnId="{7784CD9E-140C-4CFC-A70A-3E5C5ABB30BF}">
      <dgm:prSet/>
      <dgm:spPr/>
      <dgm:t>
        <a:bodyPr/>
        <a:lstStyle/>
        <a:p>
          <a:endParaRPr lang="fr-FR"/>
        </a:p>
      </dgm:t>
    </dgm:pt>
    <dgm:pt modelId="{C380160C-F4B3-48AC-B76A-2AF8DB33B343}">
      <dgm:prSet phldrT="[Texte]" phldr="1"/>
      <dgm:spPr/>
      <dgm:t>
        <a:bodyPr/>
        <a:lstStyle/>
        <a:p>
          <a:endParaRPr lang="fr-FR" dirty="0"/>
        </a:p>
      </dgm:t>
    </dgm:pt>
    <dgm:pt modelId="{FF020625-9C69-497F-9BF8-F6A59CC53469}" type="parTrans" cxnId="{CA424401-5722-4E87-9E3D-EAC8A8CF0AB7}">
      <dgm:prSet/>
      <dgm:spPr/>
      <dgm:t>
        <a:bodyPr/>
        <a:lstStyle/>
        <a:p>
          <a:endParaRPr lang="fr-FR"/>
        </a:p>
      </dgm:t>
    </dgm:pt>
    <dgm:pt modelId="{A4D661D5-6817-479E-8A64-54FA470BD5D7}" type="sibTrans" cxnId="{CA424401-5722-4E87-9E3D-EAC8A8CF0AB7}">
      <dgm:prSet/>
      <dgm:spPr/>
      <dgm:t>
        <a:bodyPr/>
        <a:lstStyle/>
        <a:p>
          <a:endParaRPr lang="fr-FR"/>
        </a:p>
      </dgm:t>
    </dgm:pt>
    <dgm:pt modelId="{3F3AAF77-3DE8-4DB2-955E-93F71F4EEC50}">
      <dgm:prSet phldrT="[Texte]"/>
      <dgm:spPr>
        <a:solidFill>
          <a:schemeClr val="accent2">
            <a:lumMod val="60000"/>
            <a:lumOff val="40000"/>
            <a:alpha val="90000"/>
          </a:schemeClr>
        </a:solidFill>
      </dgm:spPr>
      <dgm:t>
        <a:bodyPr/>
        <a:lstStyle/>
        <a:p>
          <a:r>
            <a:rPr lang="fr-FR" dirty="0" smtClean="0">
              <a:latin typeface="Times New Roman" pitchFamily="18" charset="0"/>
              <a:cs typeface="Times New Roman" pitchFamily="18" charset="0"/>
            </a:rPr>
            <a:t>Doivent  être placés sous scellé par l’O.P.J, policier ou gendarme, en charge de l’affaire.</a:t>
          </a:r>
          <a:endParaRPr lang="fr-FR" dirty="0">
            <a:latin typeface="Times New Roman" pitchFamily="18" charset="0"/>
            <a:cs typeface="Times New Roman" pitchFamily="18" charset="0"/>
          </a:endParaRPr>
        </a:p>
      </dgm:t>
    </dgm:pt>
    <dgm:pt modelId="{9F01B7B5-98F2-4C58-ACF7-A1A8E9753273}" type="parTrans" cxnId="{071FA77E-8849-4330-8EF7-C3AC25E207F0}">
      <dgm:prSet/>
      <dgm:spPr/>
      <dgm:t>
        <a:bodyPr/>
        <a:lstStyle/>
        <a:p>
          <a:endParaRPr lang="fr-FR"/>
        </a:p>
      </dgm:t>
    </dgm:pt>
    <dgm:pt modelId="{FDF82EFF-964F-4437-AE94-1FC6589DC019}" type="sibTrans" cxnId="{071FA77E-8849-4330-8EF7-C3AC25E207F0}">
      <dgm:prSet/>
      <dgm:spPr/>
      <dgm:t>
        <a:bodyPr/>
        <a:lstStyle/>
        <a:p>
          <a:endParaRPr lang="fr-FR"/>
        </a:p>
      </dgm:t>
    </dgm:pt>
    <dgm:pt modelId="{E7E7A27E-BDA4-4D02-A49D-BE8C35B069DF}">
      <dgm:prSet phldrT="[Texte]" phldr="1"/>
      <dgm:spPr/>
      <dgm:t>
        <a:bodyPr/>
        <a:lstStyle/>
        <a:p>
          <a:endParaRPr lang="fr-FR" dirty="0"/>
        </a:p>
      </dgm:t>
    </dgm:pt>
    <dgm:pt modelId="{F888999B-3506-4017-9B52-137DD015EC12}" type="parTrans" cxnId="{588CA7F8-4378-4136-8D23-0BF06DD07871}">
      <dgm:prSet/>
      <dgm:spPr/>
      <dgm:t>
        <a:bodyPr/>
        <a:lstStyle/>
        <a:p>
          <a:endParaRPr lang="fr-FR"/>
        </a:p>
      </dgm:t>
    </dgm:pt>
    <dgm:pt modelId="{6C9F75EB-CCA3-4E61-8374-75326D1A8EFD}" type="sibTrans" cxnId="{588CA7F8-4378-4136-8D23-0BF06DD07871}">
      <dgm:prSet/>
      <dgm:spPr/>
      <dgm:t>
        <a:bodyPr/>
        <a:lstStyle/>
        <a:p>
          <a:endParaRPr lang="fr-FR"/>
        </a:p>
      </dgm:t>
    </dgm:pt>
    <dgm:pt modelId="{81FA5978-0580-4CA3-9120-C62134FBB161}">
      <dgm:prSet phldrT="[Texte]"/>
      <dgm:spPr>
        <a:solidFill>
          <a:schemeClr val="accent2">
            <a:lumMod val="60000"/>
            <a:lumOff val="40000"/>
            <a:alpha val="90000"/>
          </a:schemeClr>
        </a:solidFill>
      </dgm:spPr>
      <dgm:t>
        <a:bodyPr/>
        <a:lstStyle/>
        <a:p>
          <a:r>
            <a:rPr lang="fr-FR" dirty="0" smtClean="0">
              <a:latin typeface="Times New Roman" pitchFamily="18" charset="0"/>
              <a:cs typeface="Times New Roman" pitchFamily="18" charset="0"/>
            </a:rPr>
            <a:t>A partir d’un écouvillonnage.</a:t>
          </a:r>
          <a:endParaRPr lang="fr-FR" dirty="0">
            <a:latin typeface="Times New Roman" pitchFamily="18" charset="0"/>
            <a:cs typeface="Times New Roman" pitchFamily="18" charset="0"/>
          </a:endParaRPr>
        </a:p>
      </dgm:t>
    </dgm:pt>
    <dgm:pt modelId="{E0E43003-9D64-4E09-82D3-087DB8F2579A}" type="parTrans" cxnId="{C233AE8F-01B1-4C07-AA58-AEA2E3DBC1EE}">
      <dgm:prSet/>
      <dgm:spPr/>
      <dgm:t>
        <a:bodyPr/>
        <a:lstStyle/>
        <a:p>
          <a:endParaRPr lang="fr-FR"/>
        </a:p>
      </dgm:t>
    </dgm:pt>
    <dgm:pt modelId="{413D3133-F927-4C1C-84E1-8B3CA0EC6041}" type="sibTrans" cxnId="{C233AE8F-01B1-4C07-AA58-AEA2E3DBC1EE}">
      <dgm:prSet/>
      <dgm:spPr/>
      <dgm:t>
        <a:bodyPr/>
        <a:lstStyle/>
        <a:p>
          <a:endParaRPr lang="fr-FR"/>
        </a:p>
      </dgm:t>
    </dgm:pt>
    <dgm:pt modelId="{C635ABDB-1C0E-4561-98A0-AF0BFEA98758}" type="pres">
      <dgm:prSet presAssocID="{E08D2363-6B84-4ED9-95EE-B1C23F532B83}" presName="linearFlow" presStyleCnt="0">
        <dgm:presLayoutVars>
          <dgm:dir/>
          <dgm:animLvl val="lvl"/>
          <dgm:resizeHandles val="exact"/>
        </dgm:presLayoutVars>
      </dgm:prSet>
      <dgm:spPr/>
      <dgm:t>
        <a:bodyPr/>
        <a:lstStyle/>
        <a:p>
          <a:endParaRPr lang="fr-FR"/>
        </a:p>
      </dgm:t>
    </dgm:pt>
    <dgm:pt modelId="{ED7ADFBD-A0E0-4B1D-BC6A-BFE61BF32E3E}" type="pres">
      <dgm:prSet presAssocID="{D1CEB473-3C76-4D20-810E-E7E86E843A5F}" presName="composite" presStyleCnt="0"/>
      <dgm:spPr/>
      <dgm:t>
        <a:bodyPr/>
        <a:lstStyle/>
        <a:p>
          <a:endParaRPr lang="fr-FR"/>
        </a:p>
      </dgm:t>
    </dgm:pt>
    <dgm:pt modelId="{570283AB-951D-41D9-B2F0-802CF59DA3B4}" type="pres">
      <dgm:prSet presAssocID="{D1CEB473-3C76-4D20-810E-E7E86E843A5F}" presName="parentText" presStyleLbl="alignNode1" presStyleIdx="0" presStyleCnt="3">
        <dgm:presLayoutVars>
          <dgm:chMax val="1"/>
          <dgm:bulletEnabled val="1"/>
        </dgm:presLayoutVars>
      </dgm:prSet>
      <dgm:spPr/>
      <dgm:t>
        <a:bodyPr/>
        <a:lstStyle/>
        <a:p>
          <a:endParaRPr lang="fr-FR"/>
        </a:p>
      </dgm:t>
    </dgm:pt>
    <dgm:pt modelId="{F934AA4F-73F1-46A2-8458-10A0C6377F91}" type="pres">
      <dgm:prSet presAssocID="{D1CEB473-3C76-4D20-810E-E7E86E843A5F}" presName="descendantText" presStyleLbl="alignAcc1" presStyleIdx="0" presStyleCnt="3">
        <dgm:presLayoutVars>
          <dgm:bulletEnabled val="1"/>
        </dgm:presLayoutVars>
      </dgm:prSet>
      <dgm:spPr/>
      <dgm:t>
        <a:bodyPr/>
        <a:lstStyle/>
        <a:p>
          <a:endParaRPr lang="fr-FR"/>
        </a:p>
      </dgm:t>
    </dgm:pt>
    <dgm:pt modelId="{F21F81DE-7326-46F6-8C7B-F555968CB663}" type="pres">
      <dgm:prSet presAssocID="{6DDAE6CD-5A5F-4C8F-8890-16DB53AD176E}" presName="sp" presStyleCnt="0"/>
      <dgm:spPr/>
      <dgm:t>
        <a:bodyPr/>
        <a:lstStyle/>
        <a:p>
          <a:endParaRPr lang="fr-FR"/>
        </a:p>
      </dgm:t>
    </dgm:pt>
    <dgm:pt modelId="{B1054F81-4A69-418E-957F-3C2CA17527A4}" type="pres">
      <dgm:prSet presAssocID="{C380160C-F4B3-48AC-B76A-2AF8DB33B343}" presName="composite" presStyleCnt="0"/>
      <dgm:spPr/>
      <dgm:t>
        <a:bodyPr/>
        <a:lstStyle/>
        <a:p>
          <a:endParaRPr lang="fr-FR"/>
        </a:p>
      </dgm:t>
    </dgm:pt>
    <dgm:pt modelId="{BC83FB29-CE3F-4A32-98CF-0BB9C77475C0}" type="pres">
      <dgm:prSet presAssocID="{C380160C-F4B3-48AC-B76A-2AF8DB33B343}" presName="parentText" presStyleLbl="alignNode1" presStyleIdx="1" presStyleCnt="3">
        <dgm:presLayoutVars>
          <dgm:chMax val="1"/>
          <dgm:bulletEnabled val="1"/>
        </dgm:presLayoutVars>
      </dgm:prSet>
      <dgm:spPr/>
      <dgm:t>
        <a:bodyPr/>
        <a:lstStyle/>
        <a:p>
          <a:endParaRPr lang="fr-FR"/>
        </a:p>
      </dgm:t>
    </dgm:pt>
    <dgm:pt modelId="{D10A04D7-F7D5-4C94-A497-FB6E27975A78}" type="pres">
      <dgm:prSet presAssocID="{C380160C-F4B3-48AC-B76A-2AF8DB33B343}" presName="descendantText" presStyleLbl="alignAcc1" presStyleIdx="1" presStyleCnt="3">
        <dgm:presLayoutVars>
          <dgm:bulletEnabled val="1"/>
        </dgm:presLayoutVars>
      </dgm:prSet>
      <dgm:spPr/>
      <dgm:t>
        <a:bodyPr/>
        <a:lstStyle/>
        <a:p>
          <a:endParaRPr lang="fr-FR"/>
        </a:p>
      </dgm:t>
    </dgm:pt>
    <dgm:pt modelId="{5F536C87-9D8E-4E02-A108-DBD9968F8F74}" type="pres">
      <dgm:prSet presAssocID="{A4D661D5-6817-479E-8A64-54FA470BD5D7}" presName="sp" presStyleCnt="0"/>
      <dgm:spPr/>
      <dgm:t>
        <a:bodyPr/>
        <a:lstStyle/>
        <a:p>
          <a:endParaRPr lang="fr-FR"/>
        </a:p>
      </dgm:t>
    </dgm:pt>
    <dgm:pt modelId="{49A3AD70-5CDA-4779-A5C1-A030A2F635BC}" type="pres">
      <dgm:prSet presAssocID="{E7E7A27E-BDA4-4D02-A49D-BE8C35B069DF}" presName="composite" presStyleCnt="0"/>
      <dgm:spPr/>
      <dgm:t>
        <a:bodyPr/>
        <a:lstStyle/>
        <a:p>
          <a:endParaRPr lang="fr-FR"/>
        </a:p>
      </dgm:t>
    </dgm:pt>
    <dgm:pt modelId="{3CDF5382-E606-4778-A886-8AAB8C7E0A62}" type="pres">
      <dgm:prSet presAssocID="{E7E7A27E-BDA4-4D02-A49D-BE8C35B069DF}" presName="parentText" presStyleLbl="alignNode1" presStyleIdx="2" presStyleCnt="3">
        <dgm:presLayoutVars>
          <dgm:chMax val="1"/>
          <dgm:bulletEnabled val="1"/>
        </dgm:presLayoutVars>
      </dgm:prSet>
      <dgm:spPr/>
      <dgm:t>
        <a:bodyPr/>
        <a:lstStyle/>
        <a:p>
          <a:endParaRPr lang="fr-FR"/>
        </a:p>
      </dgm:t>
    </dgm:pt>
    <dgm:pt modelId="{413A1D76-401D-4190-904D-475ADB4319D6}" type="pres">
      <dgm:prSet presAssocID="{E7E7A27E-BDA4-4D02-A49D-BE8C35B069DF}" presName="descendantText" presStyleLbl="alignAcc1" presStyleIdx="2" presStyleCnt="3">
        <dgm:presLayoutVars>
          <dgm:bulletEnabled val="1"/>
        </dgm:presLayoutVars>
      </dgm:prSet>
      <dgm:spPr/>
      <dgm:t>
        <a:bodyPr/>
        <a:lstStyle/>
        <a:p>
          <a:endParaRPr lang="fr-FR"/>
        </a:p>
      </dgm:t>
    </dgm:pt>
  </dgm:ptLst>
  <dgm:cxnLst>
    <dgm:cxn modelId="{C233AE8F-01B1-4C07-AA58-AEA2E3DBC1EE}" srcId="{E7E7A27E-BDA4-4D02-A49D-BE8C35B069DF}" destId="{81FA5978-0580-4CA3-9120-C62134FBB161}" srcOrd="0" destOrd="0" parTransId="{E0E43003-9D64-4E09-82D3-087DB8F2579A}" sibTransId="{413D3133-F927-4C1C-84E1-8B3CA0EC6041}"/>
    <dgm:cxn modelId="{2B9867E0-0B26-4389-BEC6-86EC8E7497A7}" type="presOf" srcId="{C380160C-F4B3-48AC-B76A-2AF8DB33B343}" destId="{BC83FB29-CE3F-4A32-98CF-0BB9C77475C0}" srcOrd="0" destOrd="0" presId="urn:microsoft.com/office/officeart/2005/8/layout/chevron2"/>
    <dgm:cxn modelId="{678F8F33-0861-4286-B180-1787A99D58EB}" type="presOf" srcId="{D1CEB473-3C76-4D20-810E-E7E86E843A5F}" destId="{570283AB-951D-41D9-B2F0-802CF59DA3B4}" srcOrd="0" destOrd="0" presId="urn:microsoft.com/office/officeart/2005/8/layout/chevron2"/>
    <dgm:cxn modelId="{071FA77E-8849-4330-8EF7-C3AC25E207F0}" srcId="{C380160C-F4B3-48AC-B76A-2AF8DB33B343}" destId="{3F3AAF77-3DE8-4DB2-955E-93F71F4EEC50}" srcOrd="0" destOrd="0" parTransId="{9F01B7B5-98F2-4C58-ACF7-A1A8E9753273}" sibTransId="{FDF82EFF-964F-4437-AE94-1FC6589DC019}"/>
    <dgm:cxn modelId="{7784CD9E-140C-4CFC-A70A-3E5C5ABB30BF}" srcId="{D1CEB473-3C76-4D20-810E-E7E86E843A5F}" destId="{E9540B4A-4D1C-4D8C-BD16-50FD639580A0}" srcOrd="0" destOrd="0" parTransId="{B6647C23-750A-48E3-89D6-5CAE95A031A0}" sibTransId="{82E1778F-9184-4357-BC5E-D603020DE887}"/>
    <dgm:cxn modelId="{702D1C56-AEC5-4DDD-93F1-A7A3336979D1}" type="presOf" srcId="{E08D2363-6B84-4ED9-95EE-B1C23F532B83}" destId="{C635ABDB-1C0E-4561-98A0-AF0BFEA98758}" srcOrd="0" destOrd="0" presId="urn:microsoft.com/office/officeart/2005/8/layout/chevron2"/>
    <dgm:cxn modelId="{CA424401-5722-4E87-9E3D-EAC8A8CF0AB7}" srcId="{E08D2363-6B84-4ED9-95EE-B1C23F532B83}" destId="{C380160C-F4B3-48AC-B76A-2AF8DB33B343}" srcOrd="1" destOrd="0" parTransId="{FF020625-9C69-497F-9BF8-F6A59CC53469}" sibTransId="{A4D661D5-6817-479E-8A64-54FA470BD5D7}"/>
    <dgm:cxn modelId="{7AE0A253-235B-456F-A58C-5BD594AD3FE2}" srcId="{E08D2363-6B84-4ED9-95EE-B1C23F532B83}" destId="{D1CEB473-3C76-4D20-810E-E7E86E843A5F}" srcOrd="0" destOrd="0" parTransId="{76792284-2AA7-4F2F-8D89-04619B70DD72}" sibTransId="{6DDAE6CD-5A5F-4C8F-8890-16DB53AD176E}"/>
    <dgm:cxn modelId="{588CA7F8-4378-4136-8D23-0BF06DD07871}" srcId="{E08D2363-6B84-4ED9-95EE-B1C23F532B83}" destId="{E7E7A27E-BDA4-4D02-A49D-BE8C35B069DF}" srcOrd="2" destOrd="0" parTransId="{F888999B-3506-4017-9B52-137DD015EC12}" sibTransId="{6C9F75EB-CCA3-4E61-8374-75326D1A8EFD}"/>
    <dgm:cxn modelId="{1030176F-707E-4A78-939B-84835DC54898}" type="presOf" srcId="{3F3AAF77-3DE8-4DB2-955E-93F71F4EEC50}" destId="{D10A04D7-F7D5-4C94-A497-FB6E27975A78}" srcOrd="0" destOrd="0" presId="urn:microsoft.com/office/officeart/2005/8/layout/chevron2"/>
    <dgm:cxn modelId="{076E6B1B-B82B-45DB-92D1-89A733D3C2A4}" type="presOf" srcId="{81FA5978-0580-4CA3-9120-C62134FBB161}" destId="{413A1D76-401D-4190-904D-475ADB4319D6}" srcOrd="0" destOrd="0" presId="urn:microsoft.com/office/officeart/2005/8/layout/chevron2"/>
    <dgm:cxn modelId="{4770804C-CB92-4D4C-8E10-5D274D0F924C}" type="presOf" srcId="{E7E7A27E-BDA4-4D02-A49D-BE8C35B069DF}" destId="{3CDF5382-E606-4778-A886-8AAB8C7E0A62}" srcOrd="0" destOrd="0" presId="urn:microsoft.com/office/officeart/2005/8/layout/chevron2"/>
    <dgm:cxn modelId="{3DC029F0-52CC-4635-AC34-C3AD42EB1173}" type="presOf" srcId="{E9540B4A-4D1C-4D8C-BD16-50FD639580A0}" destId="{F934AA4F-73F1-46A2-8458-10A0C6377F91}" srcOrd="0" destOrd="0" presId="urn:microsoft.com/office/officeart/2005/8/layout/chevron2"/>
    <dgm:cxn modelId="{C1BCBC03-5181-4238-8B86-D8F7F08ED16F}" type="presParOf" srcId="{C635ABDB-1C0E-4561-98A0-AF0BFEA98758}" destId="{ED7ADFBD-A0E0-4B1D-BC6A-BFE61BF32E3E}" srcOrd="0" destOrd="0" presId="urn:microsoft.com/office/officeart/2005/8/layout/chevron2"/>
    <dgm:cxn modelId="{D369DABF-322C-41BE-A6A4-9F58E0002669}" type="presParOf" srcId="{ED7ADFBD-A0E0-4B1D-BC6A-BFE61BF32E3E}" destId="{570283AB-951D-41D9-B2F0-802CF59DA3B4}" srcOrd="0" destOrd="0" presId="urn:microsoft.com/office/officeart/2005/8/layout/chevron2"/>
    <dgm:cxn modelId="{8572AA51-1F87-4764-B840-2D61E3482986}" type="presParOf" srcId="{ED7ADFBD-A0E0-4B1D-BC6A-BFE61BF32E3E}" destId="{F934AA4F-73F1-46A2-8458-10A0C6377F91}" srcOrd="1" destOrd="0" presId="urn:microsoft.com/office/officeart/2005/8/layout/chevron2"/>
    <dgm:cxn modelId="{B2C4F0E8-79D0-43D6-9EA5-D8CE02890B00}" type="presParOf" srcId="{C635ABDB-1C0E-4561-98A0-AF0BFEA98758}" destId="{F21F81DE-7326-46F6-8C7B-F555968CB663}" srcOrd="1" destOrd="0" presId="urn:microsoft.com/office/officeart/2005/8/layout/chevron2"/>
    <dgm:cxn modelId="{2FAD00BE-18CB-476C-B195-64CB312DD87F}" type="presParOf" srcId="{C635ABDB-1C0E-4561-98A0-AF0BFEA98758}" destId="{B1054F81-4A69-418E-957F-3C2CA17527A4}" srcOrd="2" destOrd="0" presId="urn:microsoft.com/office/officeart/2005/8/layout/chevron2"/>
    <dgm:cxn modelId="{7D882B02-5974-468D-B8A1-470AB33CA653}" type="presParOf" srcId="{B1054F81-4A69-418E-957F-3C2CA17527A4}" destId="{BC83FB29-CE3F-4A32-98CF-0BB9C77475C0}" srcOrd="0" destOrd="0" presId="urn:microsoft.com/office/officeart/2005/8/layout/chevron2"/>
    <dgm:cxn modelId="{F8C406D5-B37C-4014-9476-FF6E239D31F5}" type="presParOf" srcId="{B1054F81-4A69-418E-957F-3C2CA17527A4}" destId="{D10A04D7-F7D5-4C94-A497-FB6E27975A78}" srcOrd="1" destOrd="0" presId="urn:microsoft.com/office/officeart/2005/8/layout/chevron2"/>
    <dgm:cxn modelId="{D02FC22E-C028-4966-9B87-7954F7DBCD4D}" type="presParOf" srcId="{C635ABDB-1C0E-4561-98A0-AF0BFEA98758}" destId="{5F536C87-9D8E-4E02-A108-DBD9968F8F74}" srcOrd="3" destOrd="0" presId="urn:microsoft.com/office/officeart/2005/8/layout/chevron2"/>
    <dgm:cxn modelId="{89B33B9F-02AC-4AAF-BEE8-9686F690C2A6}" type="presParOf" srcId="{C635ABDB-1C0E-4561-98A0-AF0BFEA98758}" destId="{49A3AD70-5CDA-4779-A5C1-A030A2F635BC}" srcOrd="4" destOrd="0" presId="urn:microsoft.com/office/officeart/2005/8/layout/chevron2"/>
    <dgm:cxn modelId="{0583DDFD-3AE9-4083-B4CD-790146B31D9A}" type="presParOf" srcId="{49A3AD70-5CDA-4779-A5C1-A030A2F635BC}" destId="{3CDF5382-E606-4778-A886-8AAB8C7E0A62}" srcOrd="0" destOrd="0" presId="urn:microsoft.com/office/officeart/2005/8/layout/chevron2"/>
    <dgm:cxn modelId="{C8379C95-DE74-4996-A4E9-F6BD81767DEC}" type="presParOf" srcId="{49A3AD70-5CDA-4779-A5C1-A030A2F635BC}" destId="{413A1D76-401D-4190-904D-475ADB4319D6}" srcOrd="1" destOrd="0" presId="urn:microsoft.com/office/officeart/2005/8/layout/chevron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572F999E-F834-47BC-835B-6A24D4DDA60B}" type="doc">
      <dgm:prSet loTypeId="urn:microsoft.com/office/officeart/2005/8/layout/hierarchy4" loCatId="list" qsTypeId="urn:microsoft.com/office/officeart/2005/8/quickstyle/3d2" qsCatId="3D" csTypeId="urn:microsoft.com/office/officeart/2005/8/colors/accent2_4" csCatId="accent2" phldr="1"/>
      <dgm:spPr/>
      <dgm:t>
        <a:bodyPr/>
        <a:lstStyle/>
        <a:p>
          <a:endParaRPr lang="fr-FR"/>
        </a:p>
      </dgm:t>
    </dgm:pt>
    <dgm:pt modelId="{A2292B6F-A130-4729-B011-448918D98C73}">
      <dgm:prSet phldrT="[Texte]" custT="1"/>
      <dgm:spPr/>
      <dgm:t>
        <a:bodyPr/>
        <a:lstStyle/>
        <a:p>
          <a:r>
            <a:rPr lang="fr-FR" sz="4000" dirty="0" smtClean="0">
              <a:latin typeface="Times New Roman" pitchFamily="18" charset="0"/>
              <a:cs typeface="Times New Roman" pitchFamily="18" charset="0"/>
            </a:rPr>
            <a:t>Dépister :</a:t>
          </a:r>
          <a:endParaRPr lang="fr-FR" sz="4000" dirty="0">
            <a:latin typeface="Times New Roman" pitchFamily="18" charset="0"/>
            <a:cs typeface="Times New Roman" pitchFamily="18" charset="0"/>
          </a:endParaRPr>
        </a:p>
      </dgm:t>
    </dgm:pt>
    <dgm:pt modelId="{77987B1D-2AED-4530-8368-F3A7D168064B}" type="parTrans" cxnId="{A52951DD-76C8-4003-81C6-8E33993A7902}">
      <dgm:prSet/>
      <dgm:spPr/>
      <dgm:t>
        <a:bodyPr/>
        <a:lstStyle/>
        <a:p>
          <a:endParaRPr lang="fr-FR"/>
        </a:p>
      </dgm:t>
    </dgm:pt>
    <dgm:pt modelId="{0E33ACDC-505F-4413-AE08-6B3263D7997A}" type="sibTrans" cxnId="{A52951DD-76C8-4003-81C6-8E33993A7902}">
      <dgm:prSet/>
      <dgm:spPr/>
      <dgm:t>
        <a:bodyPr/>
        <a:lstStyle/>
        <a:p>
          <a:endParaRPr lang="fr-FR"/>
        </a:p>
      </dgm:t>
    </dgm:pt>
    <dgm:pt modelId="{16B248F4-824A-46F7-B79E-FBEBE9BA819B}">
      <dgm:prSet phldrT="[Texte]" custT="1"/>
      <dgm:spPr/>
      <dgm:t>
        <a:bodyPr/>
        <a:lstStyle/>
        <a:p>
          <a:r>
            <a:rPr lang="fr-FR" sz="2800" dirty="0" smtClean="0">
              <a:latin typeface="Times New Roman" pitchFamily="18" charset="0"/>
              <a:cs typeface="Times New Roman" pitchFamily="18" charset="0"/>
            </a:rPr>
            <a:t>une grossesse en cours par un dosage de B-HCG</a:t>
          </a:r>
          <a:endParaRPr lang="fr-FR" sz="2800" dirty="0">
            <a:latin typeface="Times New Roman" pitchFamily="18" charset="0"/>
            <a:cs typeface="Times New Roman" pitchFamily="18" charset="0"/>
          </a:endParaRPr>
        </a:p>
      </dgm:t>
    </dgm:pt>
    <dgm:pt modelId="{3BD1CAE5-3A36-4719-9CA4-71980D418DD6}" type="parTrans" cxnId="{26997960-DB01-4BF7-9405-95B4B6D4643D}">
      <dgm:prSet/>
      <dgm:spPr/>
      <dgm:t>
        <a:bodyPr/>
        <a:lstStyle/>
        <a:p>
          <a:endParaRPr lang="fr-FR"/>
        </a:p>
      </dgm:t>
    </dgm:pt>
    <dgm:pt modelId="{E67FB3AD-32D7-47F0-B2B9-F4ADC9679692}" type="sibTrans" cxnId="{26997960-DB01-4BF7-9405-95B4B6D4643D}">
      <dgm:prSet/>
      <dgm:spPr/>
      <dgm:t>
        <a:bodyPr/>
        <a:lstStyle/>
        <a:p>
          <a:endParaRPr lang="fr-FR"/>
        </a:p>
      </dgm:t>
    </dgm:pt>
    <dgm:pt modelId="{721F43F0-00EC-424F-8D39-12B2ABC1A9CF}">
      <dgm:prSet phldrT="[Texte]"/>
      <dgm:spPr/>
      <dgm:t>
        <a:bodyPr/>
        <a:lstStyle/>
        <a:p>
          <a:r>
            <a:rPr lang="fr-FR" dirty="0" smtClean="0">
              <a:latin typeface="Times New Roman" pitchFamily="18" charset="0"/>
              <a:cs typeface="Times New Roman" pitchFamily="18" charset="0"/>
            </a:rPr>
            <a:t>Réaliser les sérologies de départ (HIV, hépatite B et C).</a:t>
          </a:r>
          <a:endParaRPr lang="fr-FR" dirty="0">
            <a:latin typeface="Times New Roman" pitchFamily="18" charset="0"/>
            <a:cs typeface="Times New Roman" pitchFamily="18" charset="0"/>
          </a:endParaRPr>
        </a:p>
      </dgm:t>
    </dgm:pt>
    <dgm:pt modelId="{70B5E12D-B5A9-4FCF-8FD4-A1F54E6C98FE}" type="parTrans" cxnId="{DDC015C5-E01F-4600-A4F3-A343B6FCC4B0}">
      <dgm:prSet/>
      <dgm:spPr/>
      <dgm:t>
        <a:bodyPr/>
        <a:lstStyle/>
        <a:p>
          <a:endParaRPr lang="fr-FR"/>
        </a:p>
      </dgm:t>
    </dgm:pt>
    <dgm:pt modelId="{22C7C6D5-641D-4A44-8218-ADB6492BE082}" type="sibTrans" cxnId="{DDC015C5-E01F-4600-A4F3-A343B6FCC4B0}">
      <dgm:prSet/>
      <dgm:spPr/>
      <dgm:t>
        <a:bodyPr/>
        <a:lstStyle/>
        <a:p>
          <a:endParaRPr lang="fr-FR"/>
        </a:p>
      </dgm:t>
    </dgm:pt>
    <dgm:pt modelId="{257E89DF-C30C-49CB-A4A7-6C2C2AF2368D}">
      <dgm:prSet phldrT="[Texte]"/>
      <dgm:spPr/>
      <dgm:t>
        <a:bodyPr/>
        <a:lstStyle/>
        <a:p>
          <a:r>
            <a:rPr lang="fr-FR" dirty="0" smtClean="0">
              <a:latin typeface="Times New Roman" pitchFamily="18" charset="0"/>
              <a:cs typeface="Times New Roman" pitchFamily="18" charset="0"/>
            </a:rPr>
            <a:t>Dépister une maladie sexuellement transmissible (gonococcie, chlamydia, trichomonas, syphilis) </a:t>
          </a:r>
          <a:endParaRPr lang="fr-FR" dirty="0">
            <a:latin typeface="Times New Roman" pitchFamily="18" charset="0"/>
            <a:cs typeface="Times New Roman" pitchFamily="18" charset="0"/>
          </a:endParaRPr>
        </a:p>
      </dgm:t>
    </dgm:pt>
    <dgm:pt modelId="{ED26F8D0-B1F6-4AA5-BD33-0F01C50E8AFA}" type="parTrans" cxnId="{CD9F8CD0-DAF9-4B46-B701-CFB054E1470F}">
      <dgm:prSet/>
      <dgm:spPr/>
      <dgm:t>
        <a:bodyPr/>
        <a:lstStyle/>
        <a:p>
          <a:endParaRPr lang="fr-FR"/>
        </a:p>
      </dgm:t>
    </dgm:pt>
    <dgm:pt modelId="{67601187-1C48-4689-9850-10E7273C10F1}" type="sibTrans" cxnId="{CD9F8CD0-DAF9-4B46-B701-CFB054E1470F}">
      <dgm:prSet/>
      <dgm:spPr/>
      <dgm:t>
        <a:bodyPr/>
        <a:lstStyle/>
        <a:p>
          <a:endParaRPr lang="fr-FR"/>
        </a:p>
      </dgm:t>
    </dgm:pt>
    <dgm:pt modelId="{23350EB3-A3EA-4C11-B387-5BD1CECAD634}" type="pres">
      <dgm:prSet presAssocID="{572F999E-F834-47BC-835B-6A24D4DDA60B}" presName="Name0" presStyleCnt="0">
        <dgm:presLayoutVars>
          <dgm:chPref val="1"/>
          <dgm:dir/>
          <dgm:animOne val="branch"/>
          <dgm:animLvl val="lvl"/>
          <dgm:resizeHandles/>
        </dgm:presLayoutVars>
      </dgm:prSet>
      <dgm:spPr/>
      <dgm:t>
        <a:bodyPr/>
        <a:lstStyle/>
        <a:p>
          <a:endParaRPr lang="fr-FR"/>
        </a:p>
      </dgm:t>
    </dgm:pt>
    <dgm:pt modelId="{8F68D521-1BEA-4EEB-AF3D-7B91BC3B605C}" type="pres">
      <dgm:prSet presAssocID="{A2292B6F-A130-4729-B011-448918D98C73}" presName="vertOne" presStyleCnt="0"/>
      <dgm:spPr/>
    </dgm:pt>
    <dgm:pt modelId="{25AD0AEA-8609-4F88-974E-95FD3FD36425}" type="pres">
      <dgm:prSet presAssocID="{A2292B6F-A130-4729-B011-448918D98C73}" presName="txOne" presStyleLbl="node0" presStyleIdx="0" presStyleCnt="1">
        <dgm:presLayoutVars>
          <dgm:chPref val="3"/>
        </dgm:presLayoutVars>
      </dgm:prSet>
      <dgm:spPr/>
      <dgm:t>
        <a:bodyPr/>
        <a:lstStyle/>
        <a:p>
          <a:endParaRPr lang="fr-FR"/>
        </a:p>
      </dgm:t>
    </dgm:pt>
    <dgm:pt modelId="{F69D4B0D-D476-48EE-8A9F-634F15D4B7C6}" type="pres">
      <dgm:prSet presAssocID="{A2292B6F-A130-4729-B011-448918D98C73}" presName="parTransOne" presStyleCnt="0"/>
      <dgm:spPr/>
    </dgm:pt>
    <dgm:pt modelId="{6C0B1967-592A-4C91-BC89-0FE64631A1EA}" type="pres">
      <dgm:prSet presAssocID="{A2292B6F-A130-4729-B011-448918D98C73}" presName="horzOne" presStyleCnt="0"/>
      <dgm:spPr/>
    </dgm:pt>
    <dgm:pt modelId="{A9EEE886-DF6B-445E-B094-AE50396E69EE}" type="pres">
      <dgm:prSet presAssocID="{16B248F4-824A-46F7-B79E-FBEBE9BA819B}" presName="vertTwo" presStyleCnt="0"/>
      <dgm:spPr/>
    </dgm:pt>
    <dgm:pt modelId="{92E5D439-8D18-43B9-B82B-97EFED88A800}" type="pres">
      <dgm:prSet presAssocID="{16B248F4-824A-46F7-B79E-FBEBE9BA819B}" presName="txTwo" presStyleLbl="node2" presStyleIdx="0" presStyleCnt="2">
        <dgm:presLayoutVars>
          <dgm:chPref val="3"/>
        </dgm:presLayoutVars>
      </dgm:prSet>
      <dgm:spPr/>
      <dgm:t>
        <a:bodyPr/>
        <a:lstStyle/>
        <a:p>
          <a:endParaRPr lang="fr-FR"/>
        </a:p>
      </dgm:t>
    </dgm:pt>
    <dgm:pt modelId="{BBB76085-17EA-4DE5-8F31-43F1B4E5F81C}" type="pres">
      <dgm:prSet presAssocID="{16B248F4-824A-46F7-B79E-FBEBE9BA819B}" presName="parTransTwo" presStyleCnt="0"/>
      <dgm:spPr/>
    </dgm:pt>
    <dgm:pt modelId="{B958D145-3751-4631-82D5-6A40CF8EF954}" type="pres">
      <dgm:prSet presAssocID="{16B248F4-824A-46F7-B79E-FBEBE9BA819B}" presName="horzTwo" presStyleCnt="0"/>
      <dgm:spPr/>
    </dgm:pt>
    <dgm:pt modelId="{EC25885F-5834-4FBF-A07E-419EC6EAD065}" type="pres">
      <dgm:prSet presAssocID="{721F43F0-00EC-424F-8D39-12B2ABC1A9CF}" presName="vertThree" presStyleCnt="0"/>
      <dgm:spPr/>
    </dgm:pt>
    <dgm:pt modelId="{82148ADF-5C2D-4DD5-9CF9-8AD51E483BB7}" type="pres">
      <dgm:prSet presAssocID="{721F43F0-00EC-424F-8D39-12B2ABC1A9CF}" presName="txThree" presStyleLbl="node3" presStyleIdx="0" presStyleCnt="1" custLinFactNeighborX="48078" custLinFactNeighborY="130">
        <dgm:presLayoutVars>
          <dgm:chPref val="3"/>
        </dgm:presLayoutVars>
      </dgm:prSet>
      <dgm:spPr/>
      <dgm:t>
        <a:bodyPr/>
        <a:lstStyle/>
        <a:p>
          <a:endParaRPr lang="fr-FR"/>
        </a:p>
      </dgm:t>
    </dgm:pt>
    <dgm:pt modelId="{19F3E99E-F85F-4CF9-9C6D-C272800F15C1}" type="pres">
      <dgm:prSet presAssocID="{721F43F0-00EC-424F-8D39-12B2ABC1A9CF}" presName="horzThree" presStyleCnt="0"/>
      <dgm:spPr/>
    </dgm:pt>
    <dgm:pt modelId="{088E8223-3161-4952-9760-F761BD60B2C9}" type="pres">
      <dgm:prSet presAssocID="{E67FB3AD-32D7-47F0-B2B9-F4ADC9679692}" presName="sibSpaceTwo" presStyleCnt="0"/>
      <dgm:spPr/>
    </dgm:pt>
    <dgm:pt modelId="{017C2C0D-F3A9-4D0B-BB84-A74C488B5FAA}" type="pres">
      <dgm:prSet presAssocID="{257E89DF-C30C-49CB-A4A7-6C2C2AF2368D}" presName="vertTwo" presStyleCnt="0"/>
      <dgm:spPr/>
    </dgm:pt>
    <dgm:pt modelId="{A7D44007-1EDD-456A-B544-EBD608C8419C}" type="pres">
      <dgm:prSet presAssocID="{257E89DF-C30C-49CB-A4A7-6C2C2AF2368D}" presName="txTwo" presStyleLbl="node2" presStyleIdx="1" presStyleCnt="2">
        <dgm:presLayoutVars>
          <dgm:chPref val="3"/>
        </dgm:presLayoutVars>
      </dgm:prSet>
      <dgm:spPr/>
      <dgm:t>
        <a:bodyPr/>
        <a:lstStyle/>
        <a:p>
          <a:endParaRPr lang="fr-FR"/>
        </a:p>
      </dgm:t>
    </dgm:pt>
    <dgm:pt modelId="{8B9B221E-893F-4BDD-9A38-80D10D29299B}" type="pres">
      <dgm:prSet presAssocID="{257E89DF-C30C-49CB-A4A7-6C2C2AF2368D}" presName="horzTwo" presStyleCnt="0"/>
      <dgm:spPr/>
    </dgm:pt>
  </dgm:ptLst>
  <dgm:cxnLst>
    <dgm:cxn modelId="{C4F354CC-0DA6-4D56-9601-231BF9F3C037}" type="presOf" srcId="{257E89DF-C30C-49CB-A4A7-6C2C2AF2368D}" destId="{A7D44007-1EDD-456A-B544-EBD608C8419C}" srcOrd="0" destOrd="0" presId="urn:microsoft.com/office/officeart/2005/8/layout/hierarchy4"/>
    <dgm:cxn modelId="{CD9F8CD0-DAF9-4B46-B701-CFB054E1470F}" srcId="{A2292B6F-A130-4729-B011-448918D98C73}" destId="{257E89DF-C30C-49CB-A4A7-6C2C2AF2368D}" srcOrd="1" destOrd="0" parTransId="{ED26F8D0-B1F6-4AA5-BD33-0F01C50E8AFA}" sibTransId="{67601187-1C48-4689-9850-10E7273C10F1}"/>
    <dgm:cxn modelId="{26997960-DB01-4BF7-9405-95B4B6D4643D}" srcId="{A2292B6F-A130-4729-B011-448918D98C73}" destId="{16B248F4-824A-46F7-B79E-FBEBE9BA819B}" srcOrd="0" destOrd="0" parTransId="{3BD1CAE5-3A36-4719-9CA4-71980D418DD6}" sibTransId="{E67FB3AD-32D7-47F0-B2B9-F4ADC9679692}"/>
    <dgm:cxn modelId="{BDCA7FE8-9202-42C0-BBEF-A8C52877DC92}" type="presOf" srcId="{721F43F0-00EC-424F-8D39-12B2ABC1A9CF}" destId="{82148ADF-5C2D-4DD5-9CF9-8AD51E483BB7}" srcOrd="0" destOrd="0" presId="urn:microsoft.com/office/officeart/2005/8/layout/hierarchy4"/>
    <dgm:cxn modelId="{6D9D50CB-4AB2-4B4A-B5FD-65E2A5F9788C}" type="presOf" srcId="{16B248F4-824A-46F7-B79E-FBEBE9BA819B}" destId="{92E5D439-8D18-43B9-B82B-97EFED88A800}" srcOrd="0" destOrd="0" presId="urn:microsoft.com/office/officeart/2005/8/layout/hierarchy4"/>
    <dgm:cxn modelId="{F250107C-3627-45A5-BAE4-3F1589C164A6}" type="presOf" srcId="{572F999E-F834-47BC-835B-6A24D4DDA60B}" destId="{23350EB3-A3EA-4C11-B387-5BD1CECAD634}" srcOrd="0" destOrd="0" presId="urn:microsoft.com/office/officeart/2005/8/layout/hierarchy4"/>
    <dgm:cxn modelId="{DDC015C5-E01F-4600-A4F3-A343B6FCC4B0}" srcId="{16B248F4-824A-46F7-B79E-FBEBE9BA819B}" destId="{721F43F0-00EC-424F-8D39-12B2ABC1A9CF}" srcOrd="0" destOrd="0" parTransId="{70B5E12D-B5A9-4FCF-8FD4-A1F54E6C98FE}" sibTransId="{22C7C6D5-641D-4A44-8218-ADB6492BE082}"/>
    <dgm:cxn modelId="{A52951DD-76C8-4003-81C6-8E33993A7902}" srcId="{572F999E-F834-47BC-835B-6A24D4DDA60B}" destId="{A2292B6F-A130-4729-B011-448918D98C73}" srcOrd="0" destOrd="0" parTransId="{77987B1D-2AED-4530-8368-F3A7D168064B}" sibTransId="{0E33ACDC-505F-4413-AE08-6B3263D7997A}"/>
    <dgm:cxn modelId="{84FCC863-73CA-449D-BDA4-41E9B111AC4F}" type="presOf" srcId="{A2292B6F-A130-4729-B011-448918D98C73}" destId="{25AD0AEA-8609-4F88-974E-95FD3FD36425}" srcOrd="0" destOrd="0" presId="urn:microsoft.com/office/officeart/2005/8/layout/hierarchy4"/>
    <dgm:cxn modelId="{B687BB19-5527-44A7-8536-553215ADB7E8}" type="presParOf" srcId="{23350EB3-A3EA-4C11-B387-5BD1CECAD634}" destId="{8F68D521-1BEA-4EEB-AF3D-7B91BC3B605C}" srcOrd="0" destOrd="0" presId="urn:microsoft.com/office/officeart/2005/8/layout/hierarchy4"/>
    <dgm:cxn modelId="{08FEFE89-14DF-43DC-98C8-EEE8226D63EC}" type="presParOf" srcId="{8F68D521-1BEA-4EEB-AF3D-7B91BC3B605C}" destId="{25AD0AEA-8609-4F88-974E-95FD3FD36425}" srcOrd="0" destOrd="0" presId="urn:microsoft.com/office/officeart/2005/8/layout/hierarchy4"/>
    <dgm:cxn modelId="{84F1C5A0-25DB-4306-9DD5-99F38EAA338C}" type="presParOf" srcId="{8F68D521-1BEA-4EEB-AF3D-7B91BC3B605C}" destId="{F69D4B0D-D476-48EE-8A9F-634F15D4B7C6}" srcOrd="1" destOrd="0" presId="urn:microsoft.com/office/officeart/2005/8/layout/hierarchy4"/>
    <dgm:cxn modelId="{BAF06018-7F99-49FD-9F82-A992F3C6AF32}" type="presParOf" srcId="{8F68D521-1BEA-4EEB-AF3D-7B91BC3B605C}" destId="{6C0B1967-592A-4C91-BC89-0FE64631A1EA}" srcOrd="2" destOrd="0" presId="urn:microsoft.com/office/officeart/2005/8/layout/hierarchy4"/>
    <dgm:cxn modelId="{09F62C73-D2E6-4DBC-A735-C4CDD96497DC}" type="presParOf" srcId="{6C0B1967-592A-4C91-BC89-0FE64631A1EA}" destId="{A9EEE886-DF6B-445E-B094-AE50396E69EE}" srcOrd="0" destOrd="0" presId="urn:microsoft.com/office/officeart/2005/8/layout/hierarchy4"/>
    <dgm:cxn modelId="{C8FDDFD5-2548-470A-8DF5-598A577545F4}" type="presParOf" srcId="{A9EEE886-DF6B-445E-B094-AE50396E69EE}" destId="{92E5D439-8D18-43B9-B82B-97EFED88A800}" srcOrd="0" destOrd="0" presId="urn:microsoft.com/office/officeart/2005/8/layout/hierarchy4"/>
    <dgm:cxn modelId="{FA944EB3-A9C8-4D08-824A-86AE13362E30}" type="presParOf" srcId="{A9EEE886-DF6B-445E-B094-AE50396E69EE}" destId="{BBB76085-17EA-4DE5-8F31-43F1B4E5F81C}" srcOrd="1" destOrd="0" presId="urn:microsoft.com/office/officeart/2005/8/layout/hierarchy4"/>
    <dgm:cxn modelId="{2E225516-FC26-41E8-8002-6BB0FF3CCA47}" type="presParOf" srcId="{A9EEE886-DF6B-445E-B094-AE50396E69EE}" destId="{B958D145-3751-4631-82D5-6A40CF8EF954}" srcOrd="2" destOrd="0" presId="urn:microsoft.com/office/officeart/2005/8/layout/hierarchy4"/>
    <dgm:cxn modelId="{53DEAACF-6CA2-4E59-ABC7-90398CE979C5}" type="presParOf" srcId="{B958D145-3751-4631-82D5-6A40CF8EF954}" destId="{EC25885F-5834-4FBF-A07E-419EC6EAD065}" srcOrd="0" destOrd="0" presId="urn:microsoft.com/office/officeart/2005/8/layout/hierarchy4"/>
    <dgm:cxn modelId="{8DF1C764-B2B0-4C5A-A17F-98856EE4F1F5}" type="presParOf" srcId="{EC25885F-5834-4FBF-A07E-419EC6EAD065}" destId="{82148ADF-5C2D-4DD5-9CF9-8AD51E483BB7}" srcOrd="0" destOrd="0" presId="urn:microsoft.com/office/officeart/2005/8/layout/hierarchy4"/>
    <dgm:cxn modelId="{8D4DCCA2-BAAE-45FD-AC2D-1A39171EAA21}" type="presParOf" srcId="{EC25885F-5834-4FBF-A07E-419EC6EAD065}" destId="{19F3E99E-F85F-4CF9-9C6D-C272800F15C1}" srcOrd="1" destOrd="0" presId="urn:microsoft.com/office/officeart/2005/8/layout/hierarchy4"/>
    <dgm:cxn modelId="{AB4E8BAB-6427-45A8-9689-0E7DD4E919C7}" type="presParOf" srcId="{6C0B1967-592A-4C91-BC89-0FE64631A1EA}" destId="{088E8223-3161-4952-9760-F761BD60B2C9}" srcOrd="1" destOrd="0" presId="urn:microsoft.com/office/officeart/2005/8/layout/hierarchy4"/>
    <dgm:cxn modelId="{544D9032-6713-4FEF-AC2E-BFD03047EFD6}" type="presParOf" srcId="{6C0B1967-592A-4C91-BC89-0FE64631A1EA}" destId="{017C2C0D-F3A9-4D0B-BB84-A74C488B5FAA}" srcOrd="2" destOrd="0" presId="urn:microsoft.com/office/officeart/2005/8/layout/hierarchy4"/>
    <dgm:cxn modelId="{02D37B2C-1306-4088-85DF-C1BD2585B4A9}" type="presParOf" srcId="{017C2C0D-F3A9-4D0B-BB84-A74C488B5FAA}" destId="{A7D44007-1EDD-456A-B544-EBD608C8419C}" srcOrd="0" destOrd="0" presId="urn:microsoft.com/office/officeart/2005/8/layout/hierarchy4"/>
    <dgm:cxn modelId="{3DD3A0EE-7684-4746-9E34-D74CF2DDFAF9}" type="presParOf" srcId="{017C2C0D-F3A9-4D0B-BB84-A74C488B5FAA}" destId="{8B9B221E-893F-4BDD-9A38-80D10D29299B}"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FBB6BE6B-1779-49E8-97C6-725687BB3548}" type="doc">
      <dgm:prSet loTypeId="urn:microsoft.com/office/officeart/2005/8/layout/hList3" loCatId="list" qsTypeId="urn:microsoft.com/office/officeart/2005/8/quickstyle/3d2" qsCatId="3D" csTypeId="urn:microsoft.com/office/officeart/2005/8/colors/accent4_5" csCatId="accent4" phldr="1"/>
      <dgm:spPr/>
      <dgm:t>
        <a:bodyPr/>
        <a:lstStyle/>
        <a:p>
          <a:endParaRPr lang="fr-FR"/>
        </a:p>
      </dgm:t>
    </dgm:pt>
    <dgm:pt modelId="{9A22CE48-6853-42E9-B082-3B4416E6B969}">
      <dgm:prSet phldrT="[Texte]" custT="1"/>
      <dgm:spPr>
        <a:solidFill>
          <a:srgbClr val="7030A0"/>
        </a:solidFill>
      </dgm:spPr>
      <dgm:t>
        <a:bodyPr/>
        <a:lstStyle/>
        <a:p>
          <a:r>
            <a:rPr lang="fr-FR" sz="3600" dirty="0" smtClean="0">
              <a:latin typeface="Times New Roman" pitchFamily="18" charset="0"/>
              <a:cs typeface="Times New Roman" pitchFamily="18" charset="0"/>
            </a:rPr>
            <a:t>Le certificat médical, établi à l’issu de l’examen </a:t>
          </a:r>
          <a:endParaRPr lang="fr-FR" sz="3600" dirty="0">
            <a:latin typeface="Times New Roman" pitchFamily="18" charset="0"/>
            <a:cs typeface="Times New Roman" pitchFamily="18" charset="0"/>
          </a:endParaRPr>
        </a:p>
      </dgm:t>
    </dgm:pt>
    <dgm:pt modelId="{8903421D-2D44-4B3C-A03D-EF9B6FC1BAD9}" type="parTrans" cxnId="{E35CAAEC-C47E-466B-99DB-BE57EBDC6E49}">
      <dgm:prSet/>
      <dgm:spPr/>
      <dgm:t>
        <a:bodyPr/>
        <a:lstStyle/>
        <a:p>
          <a:endParaRPr lang="fr-FR"/>
        </a:p>
      </dgm:t>
    </dgm:pt>
    <dgm:pt modelId="{E5F1CD14-668D-4F2A-9317-7ADEDBBF43BF}" type="sibTrans" cxnId="{E35CAAEC-C47E-466B-99DB-BE57EBDC6E49}">
      <dgm:prSet/>
      <dgm:spPr/>
      <dgm:t>
        <a:bodyPr/>
        <a:lstStyle/>
        <a:p>
          <a:endParaRPr lang="fr-FR"/>
        </a:p>
      </dgm:t>
    </dgm:pt>
    <dgm:pt modelId="{1647B435-41C5-48BF-B999-E6D825228FC7}">
      <dgm:prSet phldrT="[Texte]" custT="1"/>
      <dgm:spPr>
        <a:solidFill>
          <a:srgbClr val="002060"/>
        </a:solidFill>
      </dgm:spPr>
      <dgm:t>
        <a:bodyPr/>
        <a:lstStyle/>
        <a:p>
          <a:r>
            <a:rPr lang="fr-FR" sz="3200" dirty="0" smtClean="0">
              <a:latin typeface="Times New Roman" pitchFamily="18" charset="0"/>
              <a:cs typeface="Times New Roman" pitchFamily="18" charset="0"/>
            </a:rPr>
            <a:t>est remis à l’autorité judiciaire en cas de réquisition, et à la victime si l’examen a lieu à sa demande.</a:t>
          </a:r>
          <a:endParaRPr lang="fr-FR" sz="3200" dirty="0">
            <a:latin typeface="Times New Roman" pitchFamily="18" charset="0"/>
            <a:cs typeface="Times New Roman" pitchFamily="18" charset="0"/>
          </a:endParaRPr>
        </a:p>
      </dgm:t>
    </dgm:pt>
    <dgm:pt modelId="{5989AAB9-8CC7-4F5A-BE99-FB87DBC05197}" type="parTrans" cxnId="{625A2767-1511-4822-82D6-F8B8F29A82B5}">
      <dgm:prSet/>
      <dgm:spPr/>
      <dgm:t>
        <a:bodyPr/>
        <a:lstStyle/>
        <a:p>
          <a:endParaRPr lang="fr-FR"/>
        </a:p>
      </dgm:t>
    </dgm:pt>
    <dgm:pt modelId="{DDC0E022-D2DF-463D-BD26-C3D79320BE38}" type="sibTrans" cxnId="{625A2767-1511-4822-82D6-F8B8F29A82B5}">
      <dgm:prSet/>
      <dgm:spPr/>
      <dgm:t>
        <a:bodyPr/>
        <a:lstStyle/>
        <a:p>
          <a:endParaRPr lang="fr-FR"/>
        </a:p>
      </dgm:t>
    </dgm:pt>
    <dgm:pt modelId="{F86832B1-DA1B-4A8E-9F1D-F2FB3091A8BB}" type="pres">
      <dgm:prSet presAssocID="{FBB6BE6B-1779-49E8-97C6-725687BB3548}" presName="composite" presStyleCnt="0">
        <dgm:presLayoutVars>
          <dgm:chMax val="1"/>
          <dgm:dir/>
          <dgm:resizeHandles val="exact"/>
        </dgm:presLayoutVars>
      </dgm:prSet>
      <dgm:spPr/>
      <dgm:t>
        <a:bodyPr/>
        <a:lstStyle/>
        <a:p>
          <a:endParaRPr lang="fr-FR"/>
        </a:p>
      </dgm:t>
    </dgm:pt>
    <dgm:pt modelId="{FC849D2C-0846-4BB8-9ABB-F3A03A7B5891}" type="pres">
      <dgm:prSet presAssocID="{9A22CE48-6853-42E9-B082-3B4416E6B969}" presName="roof" presStyleLbl="dkBgShp" presStyleIdx="0" presStyleCnt="2"/>
      <dgm:spPr/>
      <dgm:t>
        <a:bodyPr/>
        <a:lstStyle/>
        <a:p>
          <a:endParaRPr lang="fr-FR"/>
        </a:p>
      </dgm:t>
    </dgm:pt>
    <dgm:pt modelId="{7112075B-BFA4-4177-82BD-D0856D067C99}" type="pres">
      <dgm:prSet presAssocID="{9A22CE48-6853-42E9-B082-3B4416E6B969}" presName="pillars" presStyleCnt="0"/>
      <dgm:spPr/>
    </dgm:pt>
    <dgm:pt modelId="{865616A1-4169-4D20-BBDA-16441D986C2C}" type="pres">
      <dgm:prSet presAssocID="{9A22CE48-6853-42E9-B082-3B4416E6B969}" presName="pillar1" presStyleLbl="node1" presStyleIdx="0" presStyleCnt="1">
        <dgm:presLayoutVars>
          <dgm:bulletEnabled val="1"/>
        </dgm:presLayoutVars>
      </dgm:prSet>
      <dgm:spPr/>
      <dgm:t>
        <a:bodyPr/>
        <a:lstStyle/>
        <a:p>
          <a:endParaRPr lang="fr-FR"/>
        </a:p>
      </dgm:t>
    </dgm:pt>
    <dgm:pt modelId="{769A3994-4DE2-4F94-811D-0CA7C9DFC68E}" type="pres">
      <dgm:prSet presAssocID="{9A22CE48-6853-42E9-B082-3B4416E6B969}" presName="base" presStyleLbl="dkBgShp" presStyleIdx="1" presStyleCnt="2"/>
      <dgm:spPr>
        <a:solidFill>
          <a:srgbClr val="6600FF"/>
        </a:solidFill>
      </dgm:spPr>
      <dgm:t>
        <a:bodyPr/>
        <a:lstStyle/>
        <a:p>
          <a:endParaRPr lang="fr-FR"/>
        </a:p>
      </dgm:t>
    </dgm:pt>
  </dgm:ptLst>
  <dgm:cxnLst>
    <dgm:cxn modelId="{91FA41E1-4C34-4C22-90F7-64913D71B07A}" type="presOf" srcId="{9A22CE48-6853-42E9-B082-3B4416E6B969}" destId="{FC849D2C-0846-4BB8-9ABB-F3A03A7B5891}" srcOrd="0" destOrd="0" presId="urn:microsoft.com/office/officeart/2005/8/layout/hList3"/>
    <dgm:cxn modelId="{F0A97E1B-9EA2-48C4-8854-766E7F979AA5}" type="presOf" srcId="{FBB6BE6B-1779-49E8-97C6-725687BB3548}" destId="{F86832B1-DA1B-4A8E-9F1D-F2FB3091A8BB}" srcOrd="0" destOrd="0" presId="urn:microsoft.com/office/officeart/2005/8/layout/hList3"/>
    <dgm:cxn modelId="{625A2767-1511-4822-82D6-F8B8F29A82B5}" srcId="{9A22CE48-6853-42E9-B082-3B4416E6B969}" destId="{1647B435-41C5-48BF-B999-E6D825228FC7}" srcOrd="0" destOrd="0" parTransId="{5989AAB9-8CC7-4F5A-BE99-FB87DBC05197}" sibTransId="{DDC0E022-D2DF-463D-BD26-C3D79320BE38}"/>
    <dgm:cxn modelId="{0EC72F4F-9CDE-4424-A47A-7A9F1CA6FAC3}" type="presOf" srcId="{1647B435-41C5-48BF-B999-E6D825228FC7}" destId="{865616A1-4169-4D20-BBDA-16441D986C2C}" srcOrd="0" destOrd="0" presId="urn:microsoft.com/office/officeart/2005/8/layout/hList3"/>
    <dgm:cxn modelId="{E35CAAEC-C47E-466B-99DB-BE57EBDC6E49}" srcId="{FBB6BE6B-1779-49E8-97C6-725687BB3548}" destId="{9A22CE48-6853-42E9-B082-3B4416E6B969}" srcOrd="0" destOrd="0" parTransId="{8903421D-2D44-4B3C-A03D-EF9B6FC1BAD9}" sibTransId="{E5F1CD14-668D-4F2A-9317-7ADEDBBF43BF}"/>
    <dgm:cxn modelId="{DBDD1FAA-5F8A-4BB9-ACBB-582C54D9138B}" type="presParOf" srcId="{F86832B1-DA1B-4A8E-9F1D-F2FB3091A8BB}" destId="{FC849D2C-0846-4BB8-9ABB-F3A03A7B5891}" srcOrd="0" destOrd="0" presId="urn:microsoft.com/office/officeart/2005/8/layout/hList3"/>
    <dgm:cxn modelId="{1044E777-D897-4C1C-B4AA-1E01506CDB67}" type="presParOf" srcId="{F86832B1-DA1B-4A8E-9F1D-F2FB3091A8BB}" destId="{7112075B-BFA4-4177-82BD-D0856D067C99}" srcOrd="1" destOrd="0" presId="urn:microsoft.com/office/officeart/2005/8/layout/hList3"/>
    <dgm:cxn modelId="{EE4EE52C-3A38-4CDA-B2C4-D058A82BDE32}" type="presParOf" srcId="{7112075B-BFA4-4177-82BD-D0856D067C99}" destId="{865616A1-4169-4D20-BBDA-16441D986C2C}" srcOrd="0" destOrd="0" presId="urn:microsoft.com/office/officeart/2005/8/layout/hList3"/>
    <dgm:cxn modelId="{7FB20BBD-FFD1-439F-90DF-BAE00CD8E72E}" type="presParOf" srcId="{F86832B1-DA1B-4A8E-9F1D-F2FB3091A8BB}" destId="{769A3994-4DE2-4F94-811D-0CA7C9DFC68E}" srcOrd="2" destOrd="0" presId="urn:microsoft.com/office/officeart/2005/8/layout/hLis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D487B8A-AE93-4E85-9E47-66947AD64AFF}">
      <dsp:nvSpPr>
        <dsp:cNvPr id="0" name=""/>
        <dsp:cNvSpPr/>
      </dsp:nvSpPr>
      <dsp:spPr>
        <a:xfrm>
          <a:off x="0" y="945268"/>
          <a:ext cx="8229600" cy="155902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47650" tIns="247650" rIns="247650" bIns="247650" numCol="1" spcCol="1270" anchor="ctr" anchorCtr="0">
          <a:noAutofit/>
        </a:bodyPr>
        <a:lstStyle/>
        <a:p>
          <a:pPr lvl="0" algn="l" defTabSz="2889250">
            <a:lnSpc>
              <a:spcPct val="90000"/>
            </a:lnSpc>
            <a:spcBef>
              <a:spcPct val="0"/>
            </a:spcBef>
            <a:spcAft>
              <a:spcPct val="35000"/>
            </a:spcAft>
          </a:pPr>
          <a:r>
            <a:rPr lang="fr-FR" sz="6500" kern="1200" dirty="0" smtClean="0"/>
            <a:t>Le secret médical</a:t>
          </a:r>
          <a:endParaRPr lang="fr-FR" sz="6500" kern="1200" dirty="0"/>
        </a:p>
      </dsp:txBody>
      <dsp:txXfrm>
        <a:off x="0" y="945268"/>
        <a:ext cx="8229600" cy="1559025"/>
      </dsp:txXfrm>
    </dsp:sp>
    <dsp:sp modelId="{295A6C32-C7BA-4735-8C65-700018B71F76}">
      <dsp:nvSpPr>
        <dsp:cNvPr id="0" name=""/>
        <dsp:cNvSpPr/>
      </dsp:nvSpPr>
      <dsp:spPr>
        <a:xfrm>
          <a:off x="0" y="2504294"/>
          <a:ext cx="82296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82550" rIns="462280" bIns="82550" numCol="1" spcCol="1270" anchor="t" anchorCtr="0">
          <a:noAutofit/>
        </a:bodyPr>
        <a:lstStyle/>
        <a:p>
          <a:pPr marL="285750" lvl="1" indent="-285750" algn="l" defTabSz="2266950">
            <a:lnSpc>
              <a:spcPct val="90000"/>
            </a:lnSpc>
            <a:spcBef>
              <a:spcPct val="0"/>
            </a:spcBef>
            <a:spcAft>
              <a:spcPct val="20000"/>
            </a:spcAft>
            <a:buChar char="••"/>
          </a:pPr>
          <a:endParaRPr lang="fr-FR" sz="5100" kern="1200"/>
        </a:p>
      </dsp:txBody>
      <dsp:txXfrm>
        <a:off x="0" y="2504294"/>
        <a:ext cx="8229600" cy="107640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3BA5B63-CA5F-4D62-9F0B-C21DF3EABBCB}">
      <dsp:nvSpPr>
        <dsp:cNvPr id="0" name=""/>
        <dsp:cNvSpPr/>
      </dsp:nvSpPr>
      <dsp:spPr>
        <a:xfrm>
          <a:off x="0" y="0"/>
          <a:ext cx="4525963" cy="452596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46FAAC1-0EFA-4E2F-B66C-F7BD079AE854}">
      <dsp:nvSpPr>
        <dsp:cNvPr id="0" name=""/>
        <dsp:cNvSpPr/>
      </dsp:nvSpPr>
      <dsp:spPr>
        <a:xfrm>
          <a:off x="2262981" y="0"/>
          <a:ext cx="5966618" cy="452596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r-FR" sz="1700" kern="1200" dirty="0" smtClean="0"/>
            <a:t>Définition du secret professionnel :  Obligation, dont le non-respect est sanctionné par la loi pénale, imposant à certains professionnels de taire les confidences et informations venues à leur connaissance dans le cadre de l'exercice de leur profession.</a:t>
          </a:r>
          <a:endParaRPr lang="fr-FR" sz="1700" kern="1200" dirty="0"/>
        </a:p>
      </dsp:txBody>
      <dsp:txXfrm>
        <a:off x="2262981" y="0"/>
        <a:ext cx="5966618" cy="1357791"/>
      </dsp:txXfrm>
    </dsp:sp>
    <dsp:sp modelId="{9FF67CDB-7564-4346-8793-428F6087952B}">
      <dsp:nvSpPr>
        <dsp:cNvPr id="0" name=""/>
        <dsp:cNvSpPr/>
      </dsp:nvSpPr>
      <dsp:spPr>
        <a:xfrm>
          <a:off x="792044" y="1357791"/>
          <a:ext cx="2941873" cy="294187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D896900-D086-48B2-909F-E78C60339A9B}">
      <dsp:nvSpPr>
        <dsp:cNvPr id="0" name=""/>
        <dsp:cNvSpPr/>
      </dsp:nvSpPr>
      <dsp:spPr>
        <a:xfrm>
          <a:off x="2262981" y="1357791"/>
          <a:ext cx="5966618" cy="294187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r-FR" sz="1700" kern="1200" dirty="0" smtClean="0"/>
            <a:t>Finalités du secret professionnel = protéger et respecter la vie privée du patient + favoriser la création du lien de confiance.</a:t>
          </a:r>
          <a:endParaRPr lang="fr-FR" sz="1700" kern="1200" dirty="0"/>
        </a:p>
      </dsp:txBody>
      <dsp:txXfrm>
        <a:off x="2262981" y="1357791"/>
        <a:ext cx="5966618" cy="1357787"/>
      </dsp:txXfrm>
    </dsp:sp>
    <dsp:sp modelId="{549E2036-E439-40BD-AE83-54E12B64EE12}">
      <dsp:nvSpPr>
        <dsp:cNvPr id="0" name=""/>
        <dsp:cNvSpPr/>
      </dsp:nvSpPr>
      <dsp:spPr>
        <a:xfrm>
          <a:off x="1584087" y="2715579"/>
          <a:ext cx="1357787" cy="1357787"/>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773FCDC-A23B-4CD8-8AC5-BD7DA5597EB6}">
      <dsp:nvSpPr>
        <dsp:cNvPr id="0" name=""/>
        <dsp:cNvSpPr/>
      </dsp:nvSpPr>
      <dsp:spPr>
        <a:xfrm>
          <a:off x="2262981" y="2715579"/>
          <a:ext cx="5966618" cy="1357787"/>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r-FR" sz="1700" kern="1200" dirty="0" smtClean="0"/>
            <a:t>Fondements juridiques du secret professionnel  : Code Pénal, code de déontologie, code de santé publique et code de procédure pénale</a:t>
          </a:r>
          <a:endParaRPr lang="fr-FR" sz="1700" kern="1200" dirty="0"/>
        </a:p>
      </dsp:txBody>
      <dsp:txXfrm>
        <a:off x="2262981" y="2715579"/>
        <a:ext cx="5966618" cy="1357787"/>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311ECE8-0177-49BC-8723-C8B0B1A87400}">
      <dsp:nvSpPr>
        <dsp:cNvPr id="0" name=""/>
        <dsp:cNvSpPr/>
      </dsp:nvSpPr>
      <dsp:spPr>
        <a:xfrm>
          <a:off x="0" y="-1732"/>
          <a:ext cx="4525963" cy="452596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23736EA-3BCB-499A-A8CF-E9DF0E046FC4}">
      <dsp:nvSpPr>
        <dsp:cNvPr id="0" name=""/>
        <dsp:cNvSpPr/>
      </dsp:nvSpPr>
      <dsp:spPr>
        <a:xfrm>
          <a:off x="2262981" y="-1732"/>
          <a:ext cx="5966618" cy="452596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t>Personnes tenues au secret  tout professionnel de santé + tout professionnel intervenant dans le système de santé. </a:t>
          </a:r>
          <a:endParaRPr lang="fr-FR" sz="2100" kern="1200" dirty="0"/>
        </a:p>
      </dsp:txBody>
      <dsp:txXfrm>
        <a:off x="2262981" y="-1732"/>
        <a:ext cx="5966618" cy="2149832"/>
      </dsp:txXfrm>
    </dsp:sp>
    <dsp:sp modelId="{3316479C-CDC3-4B58-8B3E-EEABE4101467}">
      <dsp:nvSpPr>
        <dsp:cNvPr id="0" name=""/>
        <dsp:cNvSpPr/>
      </dsp:nvSpPr>
      <dsp:spPr>
        <a:xfrm>
          <a:off x="1188065" y="2148099"/>
          <a:ext cx="2149832" cy="2149832"/>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707A1A9-F206-4597-AA1E-58CB79D7BE65}">
      <dsp:nvSpPr>
        <dsp:cNvPr id="0" name=""/>
        <dsp:cNvSpPr/>
      </dsp:nvSpPr>
      <dsp:spPr>
        <a:xfrm>
          <a:off x="2242575" y="1525304"/>
          <a:ext cx="5966618" cy="2609359"/>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t>Informations couvertes par le secret :  ensemble des informations concernant la personne, venue à la connaissance du professionnel.</a:t>
          </a:r>
        </a:p>
        <a:p>
          <a:pPr lvl="0" algn="ctr" defTabSz="933450" rtl="0">
            <a:lnSpc>
              <a:spcPct val="90000"/>
            </a:lnSpc>
            <a:spcBef>
              <a:spcPct val="0"/>
            </a:spcBef>
            <a:spcAft>
              <a:spcPct val="35000"/>
            </a:spcAft>
          </a:pPr>
          <a:r>
            <a:rPr lang="fr-FR" sz="2100" kern="1200" dirty="0" smtClean="0"/>
            <a:t>Données administratives, données relatives à la santé : diagnostic, thérapeutique mais aussi les confidences de la famille, tous les éléments de la vie privée…</a:t>
          </a:r>
          <a:endParaRPr lang="fr-FR" sz="2100" kern="1200" dirty="0"/>
        </a:p>
      </dsp:txBody>
      <dsp:txXfrm>
        <a:off x="2242575" y="1525304"/>
        <a:ext cx="5966618" cy="2609359"/>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6EBBB8D-08A8-4C43-A804-9F349DA21B8F}">
      <dsp:nvSpPr>
        <dsp:cNvPr id="0" name=""/>
        <dsp:cNvSpPr/>
      </dsp:nvSpPr>
      <dsp:spPr>
        <a:xfrm>
          <a:off x="0" y="0"/>
          <a:ext cx="4525963" cy="452596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18FC61D-ACCE-44D1-851D-F3C1DF861749}">
      <dsp:nvSpPr>
        <dsp:cNvPr id="0" name=""/>
        <dsp:cNvSpPr/>
      </dsp:nvSpPr>
      <dsp:spPr>
        <a:xfrm>
          <a:off x="2262981" y="0"/>
          <a:ext cx="5966618" cy="452596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fr-FR" sz="2700" kern="1200" dirty="0" smtClean="0"/>
            <a:t>C- cas particuliers :</a:t>
          </a:r>
          <a:endParaRPr lang="fr-FR" sz="2700" kern="1200" dirty="0"/>
        </a:p>
      </dsp:txBody>
      <dsp:txXfrm>
        <a:off x="2262981" y="0"/>
        <a:ext cx="5966618" cy="961767"/>
      </dsp:txXfrm>
    </dsp:sp>
    <dsp:sp modelId="{0CBB3AAB-FCBF-4AD6-915F-366F94276F43}">
      <dsp:nvSpPr>
        <dsp:cNvPr id="0" name=""/>
        <dsp:cNvSpPr/>
      </dsp:nvSpPr>
      <dsp:spPr>
        <a:xfrm>
          <a:off x="594032" y="961767"/>
          <a:ext cx="3337897" cy="3337897"/>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83F36D4-BA8F-4B2C-B978-1ACCA2F3703D}">
      <dsp:nvSpPr>
        <dsp:cNvPr id="0" name=""/>
        <dsp:cNvSpPr/>
      </dsp:nvSpPr>
      <dsp:spPr>
        <a:xfrm>
          <a:off x="2262981" y="961767"/>
          <a:ext cx="5966618" cy="3337897"/>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fr-FR" sz="2700" kern="1200" dirty="0" smtClean="0"/>
            <a:t>Les médecins du travail</a:t>
          </a:r>
          <a:endParaRPr lang="fr-FR" sz="2700" kern="1200" dirty="0"/>
        </a:p>
      </dsp:txBody>
      <dsp:txXfrm>
        <a:off x="2262981" y="961767"/>
        <a:ext cx="5966618" cy="961767"/>
      </dsp:txXfrm>
    </dsp:sp>
    <dsp:sp modelId="{DA02094B-1E1F-45AA-9B83-E0B409F917D6}">
      <dsp:nvSpPr>
        <dsp:cNvPr id="0" name=""/>
        <dsp:cNvSpPr/>
      </dsp:nvSpPr>
      <dsp:spPr>
        <a:xfrm>
          <a:off x="1188065" y="1923534"/>
          <a:ext cx="2149832" cy="2149832"/>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F1E028A-76F3-423E-8701-95146A9973F6}">
      <dsp:nvSpPr>
        <dsp:cNvPr id="0" name=""/>
        <dsp:cNvSpPr/>
      </dsp:nvSpPr>
      <dsp:spPr>
        <a:xfrm>
          <a:off x="2262981" y="1923534"/>
          <a:ext cx="5966618" cy="2149832"/>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fr-FR" sz="2700" kern="1200" dirty="0" smtClean="0"/>
            <a:t>Les médecins des compagnies d’assurances</a:t>
          </a:r>
          <a:endParaRPr lang="fr-FR" sz="2700" kern="1200" dirty="0"/>
        </a:p>
      </dsp:txBody>
      <dsp:txXfrm>
        <a:off x="2262981" y="1923534"/>
        <a:ext cx="5966618" cy="961767"/>
      </dsp:txXfrm>
    </dsp:sp>
    <dsp:sp modelId="{804F4279-D28E-4EC2-9110-E6B6E8DCE3AC}">
      <dsp:nvSpPr>
        <dsp:cNvPr id="0" name=""/>
        <dsp:cNvSpPr/>
      </dsp:nvSpPr>
      <dsp:spPr>
        <a:xfrm>
          <a:off x="1782097" y="2885301"/>
          <a:ext cx="961767" cy="961767"/>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82BB810-7D4C-4D4A-95A5-56745BC9B3C6}">
      <dsp:nvSpPr>
        <dsp:cNvPr id="0" name=""/>
        <dsp:cNvSpPr/>
      </dsp:nvSpPr>
      <dsp:spPr>
        <a:xfrm>
          <a:off x="2262981" y="2885301"/>
          <a:ext cx="5966618" cy="961767"/>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fr-FR" sz="2700" kern="1200" dirty="0" smtClean="0"/>
            <a:t>Les médecins experts </a:t>
          </a:r>
          <a:endParaRPr lang="fr-FR" sz="2700" kern="1200" dirty="0"/>
        </a:p>
      </dsp:txBody>
      <dsp:txXfrm>
        <a:off x="2262981" y="2885301"/>
        <a:ext cx="5966618" cy="961767"/>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D36549C-D1B5-482D-AA12-192C19A2D627}">
      <dsp:nvSpPr>
        <dsp:cNvPr id="0" name=""/>
        <dsp:cNvSpPr/>
      </dsp:nvSpPr>
      <dsp:spPr>
        <a:xfrm>
          <a:off x="0" y="0"/>
          <a:ext cx="4525963" cy="452596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0E8EF5C-DE1F-4C14-B386-51F58FD65CFE}">
      <dsp:nvSpPr>
        <dsp:cNvPr id="0" name=""/>
        <dsp:cNvSpPr/>
      </dsp:nvSpPr>
      <dsp:spPr>
        <a:xfrm>
          <a:off x="2262981" y="0"/>
          <a:ext cx="5966618" cy="452596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fr-FR" sz="2300" kern="1200" dirty="0" smtClean="0"/>
            <a:t>Les médecins du travail : ne partagent pas le secret avec l’employeur.</a:t>
          </a:r>
          <a:endParaRPr lang="fr-FR" sz="2300" kern="1200" dirty="0"/>
        </a:p>
      </dsp:txBody>
      <dsp:txXfrm>
        <a:off x="2262981" y="0"/>
        <a:ext cx="5966618" cy="1357791"/>
      </dsp:txXfrm>
    </dsp:sp>
    <dsp:sp modelId="{069A5E2D-74B3-4F80-BCD9-510AFD9E83B6}">
      <dsp:nvSpPr>
        <dsp:cNvPr id="0" name=""/>
        <dsp:cNvSpPr/>
      </dsp:nvSpPr>
      <dsp:spPr>
        <a:xfrm>
          <a:off x="792044" y="1357791"/>
          <a:ext cx="2941873" cy="294187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66C7942-BD76-4C32-AAD4-D6C2D1897667}">
      <dsp:nvSpPr>
        <dsp:cNvPr id="0" name=""/>
        <dsp:cNvSpPr/>
      </dsp:nvSpPr>
      <dsp:spPr>
        <a:xfrm>
          <a:off x="2262981" y="1357791"/>
          <a:ext cx="5966618" cy="294187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fr-FR" sz="2300" kern="1200" dirty="0" smtClean="0"/>
            <a:t>Renseigner les employeurs, dans le respect du secret médical, sur l’aptitude ou l’inaptitude d’un salarié à un poste de travail. </a:t>
          </a:r>
          <a:endParaRPr lang="fr-FR" sz="2300" kern="1200" dirty="0"/>
        </a:p>
      </dsp:txBody>
      <dsp:txXfrm>
        <a:off x="2262981" y="1357791"/>
        <a:ext cx="5966618" cy="1357787"/>
      </dsp:txXfrm>
    </dsp:sp>
    <dsp:sp modelId="{2EF593DF-C199-4CEF-9D35-D5ABF720CC77}">
      <dsp:nvSpPr>
        <dsp:cNvPr id="0" name=""/>
        <dsp:cNvSpPr/>
      </dsp:nvSpPr>
      <dsp:spPr>
        <a:xfrm>
          <a:off x="1584087" y="2715579"/>
          <a:ext cx="1357787" cy="1357787"/>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5586C51-9C8B-4D93-B1EB-78D468428411}">
      <dsp:nvSpPr>
        <dsp:cNvPr id="0" name=""/>
        <dsp:cNvSpPr/>
      </dsp:nvSpPr>
      <dsp:spPr>
        <a:xfrm>
          <a:off x="2262981" y="2715579"/>
          <a:ext cx="5966618" cy="1357787"/>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fr-FR" sz="2300" kern="1200" dirty="0" smtClean="0"/>
            <a:t>Il peut communiquer des informations au médecin traitant auquel il adresse un employé pour des soins avec l’accord du patient.</a:t>
          </a:r>
          <a:endParaRPr lang="fr-FR" sz="2300" kern="1200" dirty="0"/>
        </a:p>
      </dsp:txBody>
      <dsp:txXfrm>
        <a:off x="2262981" y="2715579"/>
        <a:ext cx="5966618" cy="1357787"/>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9F8BB5F-1876-4593-8541-CF02E219C773}">
      <dsp:nvSpPr>
        <dsp:cNvPr id="0" name=""/>
        <dsp:cNvSpPr/>
      </dsp:nvSpPr>
      <dsp:spPr>
        <a:xfrm>
          <a:off x="0" y="0"/>
          <a:ext cx="4525962" cy="4525962"/>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B7EC56E-44E4-499D-AAF2-0F1E13646581}">
      <dsp:nvSpPr>
        <dsp:cNvPr id="0" name=""/>
        <dsp:cNvSpPr/>
      </dsp:nvSpPr>
      <dsp:spPr>
        <a:xfrm>
          <a:off x="2262981" y="0"/>
          <a:ext cx="5966619" cy="4525962"/>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1700" kern="1200" dirty="0" smtClean="0"/>
            <a:t>les médecins-conseils des caisses de sécurité sociale :Ils exercent une double mission :</a:t>
          </a:r>
        </a:p>
        <a:p>
          <a:pPr marL="0" marR="0" lvl="0" indent="0" algn="ctr" defTabSz="533400" rtl="0" eaLnBrk="1" fontAlgn="auto" latinLnBrk="0" hangingPunct="1">
            <a:lnSpc>
              <a:spcPct val="90000"/>
            </a:lnSpc>
            <a:spcBef>
              <a:spcPct val="0"/>
            </a:spcBef>
            <a:spcAft>
              <a:spcPct val="35000"/>
            </a:spcAft>
            <a:buClrTx/>
            <a:buSzTx/>
            <a:buFontTx/>
            <a:buNone/>
            <a:tabLst/>
            <a:defRPr/>
          </a:pPr>
          <a:r>
            <a:rPr lang="fr-FR" sz="1700" kern="1200" dirty="0" smtClean="0"/>
            <a:t>L’expertise médico-sociale qui consiste à vérifier l’application de la législation de sécurité sociale.</a:t>
          </a:r>
        </a:p>
        <a:p>
          <a:pPr marL="0" marR="0" lvl="0" indent="0" algn="ctr" defTabSz="533400" rtl="0" eaLnBrk="1" fontAlgn="auto" latinLnBrk="0" hangingPunct="1">
            <a:lnSpc>
              <a:spcPct val="90000"/>
            </a:lnSpc>
            <a:spcBef>
              <a:spcPct val="0"/>
            </a:spcBef>
            <a:spcAft>
              <a:spcPct val="35000"/>
            </a:spcAft>
            <a:buClrTx/>
            <a:buSzTx/>
            <a:buFontTx/>
            <a:buNone/>
            <a:tabLst/>
            <a:defRPr/>
          </a:pPr>
          <a:r>
            <a:rPr lang="fr-FR" sz="1700" kern="1200" dirty="0" smtClean="0"/>
            <a:t>L’expertise en santé publique qui vise à surveiller la consommation de soins et l’application des méthodes de rationalisation.</a:t>
          </a:r>
        </a:p>
        <a:p>
          <a:pPr lvl="0" algn="ctr" defTabSz="533400" rtl="0">
            <a:lnSpc>
              <a:spcPct val="90000"/>
            </a:lnSpc>
            <a:spcBef>
              <a:spcPct val="0"/>
            </a:spcBef>
            <a:spcAft>
              <a:spcPct val="35000"/>
            </a:spcAft>
          </a:pPr>
          <a:endParaRPr lang="fr-FR" sz="1700" kern="1200" dirty="0"/>
        </a:p>
      </dsp:txBody>
      <dsp:txXfrm>
        <a:off x="2262981" y="0"/>
        <a:ext cx="5966619" cy="2149831"/>
      </dsp:txXfrm>
    </dsp:sp>
    <dsp:sp modelId="{BA136B53-16D4-42F2-9A6B-73B90ED2AF45}">
      <dsp:nvSpPr>
        <dsp:cNvPr id="0" name=""/>
        <dsp:cNvSpPr/>
      </dsp:nvSpPr>
      <dsp:spPr>
        <a:xfrm>
          <a:off x="1188065" y="2149831"/>
          <a:ext cx="2149831" cy="2149831"/>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F8CE06E-CC10-45E6-A0AC-2FBABCC98BBE}">
      <dsp:nvSpPr>
        <dsp:cNvPr id="0" name=""/>
        <dsp:cNvSpPr/>
      </dsp:nvSpPr>
      <dsp:spPr>
        <a:xfrm>
          <a:off x="2262981" y="2149831"/>
          <a:ext cx="5966619" cy="2149831"/>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1700" kern="1200" dirty="0" smtClean="0"/>
            <a:t>L’échange de renseignement entre le médecin traitant et le médecin conseil lui-même est tenu au secret, et reconnu au nom du principe du « secret partagé » avec toujours l’accord du patient et des informations communiquées sous pli confidentiel.</a:t>
          </a:r>
        </a:p>
        <a:p>
          <a:pPr lvl="0" algn="ctr" defTabSz="533400" rtl="0">
            <a:lnSpc>
              <a:spcPct val="90000"/>
            </a:lnSpc>
            <a:spcBef>
              <a:spcPct val="0"/>
            </a:spcBef>
            <a:spcAft>
              <a:spcPct val="35000"/>
            </a:spcAft>
          </a:pPr>
          <a:endParaRPr lang="fr-FR" sz="1700" kern="1200" dirty="0"/>
        </a:p>
      </dsp:txBody>
      <dsp:txXfrm>
        <a:off x="2262981" y="2149831"/>
        <a:ext cx="5966619" cy="2149831"/>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A5AC813-DF6E-4AD5-B0DA-1C66BAE0C29D}">
      <dsp:nvSpPr>
        <dsp:cNvPr id="0" name=""/>
        <dsp:cNvSpPr/>
      </dsp:nvSpPr>
      <dsp:spPr>
        <a:xfrm>
          <a:off x="0" y="0"/>
          <a:ext cx="4525962" cy="4525962"/>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073598B-8DE3-4322-8C3A-0E4BF26FF1D0}">
      <dsp:nvSpPr>
        <dsp:cNvPr id="0" name=""/>
        <dsp:cNvSpPr/>
      </dsp:nvSpPr>
      <dsp:spPr>
        <a:xfrm>
          <a:off x="2262981" y="0"/>
          <a:ext cx="5966619" cy="4525962"/>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r-FR" sz="1800" kern="1200" dirty="0" smtClean="0"/>
            <a:t>Les médecins des compagnies d’assurances : rôle de constater et d’interpréter  un état de santé en rapport avec une situation médico-juridique particulière liant un assureur et un assuré. </a:t>
          </a:r>
          <a:endParaRPr lang="fr-FR" sz="1800" kern="1200" dirty="0"/>
        </a:p>
      </dsp:txBody>
      <dsp:txXfrm>
        <a:off x="2262981" y="0"/>
        <a:ext cx="5966619" cy="1357791"/>
      </dsp:txXfrm>
    </dsp:sp>
    <dsp:sp modelId="{98449548-AE7F-4E44-A589-FD767E795205}">
      <dsp:nvSpPr>
        <dsp:cNvPr id="0" name=""/>
        <dsp:cNvSpPr/>
      </dsp:nvSpPr>
      <dsp:spPr>
        <a:xfrm>
          <a:off x="792044" y="1357791"/>
          <a:ext cx="2941872" cy="2941872"/>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8652454-1F69-4E9E-92E1-4696652D0323}">
      <dsp:nvSpPr>
        <dsp:cNvPr id="0" name=""/>
        <dsp:cNvSpPr/>
      </dsp:nvSpPr>
      <dsp:spPr>
        <a:xfrm>
          <a:off x="2262981" y="1357791"/>
          <a:ext cx="5966619" cy="2941872"/>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r-FR" sz="1800" kern="1200" dirty="0" smtClean="0"/>
            <a:t>Ils sont les conseils des assureurs, avec lesquels ils ne partagent pas le secret professionnel. </a:t>
          </a:r>
          <a:endParaRPr lang="fr-FR" sz="1800" kern="1200" dirty="0"/>
        </a:p>
      </dsp:txBody>
      <dsp:txXfrm>
        <a:off x="2262981" y="1357791"/>
        <a:ext cx="5966619" cy="1357787"/>
      </dsp:txXfrm>
    </dsp:sp>
    <dsp:sp modelId="{24D085AA-B5A0-4B88-8C3E-9B5431F44575}">
      <dsp:nvSpPr>
        <dsp:cNvPr id="0" name=""/>
        <dsp:cNvSpPr/>
      </dsp:nvSpPr>
      <dsp:spPr>
        <a:xfrm>
          <a:off x="1584087" y="2715578"/>
          <a:ext cx="1357787" cy="1357787"/>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DCD22CD-D298-4E9F-808D-027D438356EB}">
      <dsp:nvSpPr>
        <dsp:cNvPr id="0" name=""/>
        <dsp:cNvSpPr/>
      </dsp:nvSpPr>
      <dsp:spPr>
        <a:xfrm>
          <a:off x="2232252" y="2736298"/>
          <a:ext cx="5966619" cy="1357787"/>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fr-FR" sz="1800" kern="1200" dirty="0" smtClean="0"/>
            <a:t>Ces médecins ne partagent pas le secret avec les médecins traitants et c’est au malade de leur fournir des informations ou un dossier médical concernant son état de santé.</a:t>
          </a:r>
        </a:p>
        <a:p>
          <a:pPr lvl="0" algn="ctr" defTabSz="711200" rtl="0">
            <a:lnSpc>
              <a:spcPct val="90000"/>
            </a:lnSpc>
            <a:spcBef>
              <a:spcPct val="0"/>
            </a:spcBef>
            <a:spcAft>
              <a:spcPct val="35000"/>
            </a:spcAft>
          </a:pPr>
          <a:endParaRPr lang="fr-FR" sz="1800" kern="1200" dirty="0"/>
        </a:p>
      </dsp:txBody>
      <dsp:txXfrm>
        <a:off x="2232252" y="2736298"/>
        <a:ext cx="5966619" cy="1357787"/>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445636B-0B42-4719-B02C-F07E44B2621A}">
      <dsp:nvSpPr>
        <dsp:cNvPr id="0" name=""/>
        <dsp:cNvSpPr/>
      </dsp:nvSpPr>
      <dsp:spPr>
        <a:xfrm>
          <a:off x="0" y="0"/>
          <a:ext cx="4525963" cy="452596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8C4FCBF-6D64-4CC3-85B7-580565A8F753}">
      <dsp:nvSpPr>
        <dsp:cNvPr id="0" name=""/>
        <dsp:cNvSpPr/>
      </dsp:nvSpPr>
      <dsp:spPr>
        <a:xfrm>
          <a:off x="2262981" y="0"/>
          <a:ext cx="5966618" cy="452596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fr-FR" sz="2700" kern="1200" dirty="0" smtClean="0"/>
            <a:t>Les médecins experts : désignés pour les éclairer la justice sur des points médicaux.</a:t>
          </a:r>
          <a:endParaRPr lang="fr-FR" sz="2700" kern="1200" dirty="0"/>
        </a:p>
      </dsp:txBody>
      <dsp:txXfrm>
        <a:off x="2262981" y="0"/>
        <a:ext cx="5966618" cy="1357791"/>
      </dsp:txXfrm>
    </dsp:sp>
    <dsp:sp modelId="{3C011838-42EE-4434-87B7-3632374DFF69}">
      <dsp:nvSpPr>
        <dsp:cNvPr id="0" name=""/>
        <dsp:cNvSpPr/>
      </dsp:nvSpPr>
      <dsp:spPr>
        <a:xfrm>
          <a:off x="792044" y="1357791"/>
          <a:ext cx="2941873" cy="2941873"/>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72E5BD7-9819-4CF8-9613-033A5F32E85E}">
      <dsp:nvSpPr>
        <dsp:cNvPr id="0" name=""/>
        <dsp:cNvSpPr/>
      </dsp:nvSpPr>
      <dsp:spPr>
        <a:xfrm>
          <a:off x="2262981" y="1357791"/>
          <a:ext cx="5966618" cy="2941873"/>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fr-FR" sz="2700" kern="1200" dirty="0" smtClean="0"/>
            <a:t>Ils doivent respecter le cadre de leur mission.</a:t>
          </a:r>
          <a:endParaRPr lang="fr-FR" sz="2700" kern="1200" dirty="0"/>
        </a:p>
      </dsp:txBody>
      <dsp:txXfrm>
        <a:off x="2262981" y="1357791"/>
        <a:ext cx="5966618" cy="1357787"/>
      </dsp:txXfrm>
    </dsp:sp>
    <dsp:sp modelId="{12E1E1BA-F964-4779-9D7C-D847C3E25C06}">
      <dsp:nvSpPr>
        <dsp:cNvPr id="0" name=""/>
        <dsp:cNvSpPr/>
      </dsp:nvSpPr>
      <dsp:spPr>
        <a:xfrm>
          <a:off x="1584087" y="2715579"/>
          <a:ext cx="1357787" cy="1357787"/>
        </a:xfrm>
        <a:prstGeom prst="pie">
          <a:avLst>
            <a:gd name="adj1" fmla="val 5400000"/>
            <a:gd name="adj2" fmla="val 1620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CE2D772-9C31-4990-BCD3-2B8941AB076D}">
      <dsp:nvSpPr>
        <dsp:cNvPr id="0" name=""/>
        <dsp:cNvSpPr/>
      </dsp:nvSpPr>
      <dsp:spPr>
        <a:xfrm>
          <a:off x="2262981" y="2715579"/>
          <a:ext cx="5966618" cy="1357787"/>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lvl="0" algn="ctr" defTabSz="1200150" rtl="0">
            <a:lnSpc>
              <a:spcPct val="90000"/>
            </a:lnSpc>
            <a:spcBef>
              <a:spcPct val="0"/>
            </a:spcBef>
            <a:spcAft>
              <a:spcPct val="35000"/>
            </a:spcAft>
          </a:pPr>
          <a:r>
            <a:rPr lang="fr-FR" sz="2700" kern="1200" dirty="0" smtClean="0"/>
            <a:t>Le dossier médical du malade peut être saisi et remis à l’expert.</a:t>
          </a:r>
          <a:endParaRPr lang="fr-FR" sz="2700" kern="1200" dirty="0"/>
        </a:p>
      </dsp:txBody>
      <dsp:txXfrm>
        <a:off x="2262981" y="2715579"/>
        <a:ext cx="5966618" cy="1357787"/>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A6F5DB4-DF8E-4789-8CD0-354CA1155C61}">
      <dsp:nvSpPr>
        <dsp:cNvPr id="0" name=""/>
        <dsp:cNvSpPr/>
      </dsp:nvSpPr>
      <dsp:spPr>
        <a:xfrm>
          <a:off x="0" y="90381"/>
          <a:ext cx="8229600" cy="2148119"/>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fr-FR" sz="1700" kern="1200" dirty="0" smtClean="0"/>
            <a:t>1</a:t>
          </a:r>
          <a:r>
            <a:rPr lang="fr-FR" sz="1700" kern="1200" baseline="30000" dirty="0" smtClean="0"/>
            <a:t>er</a:t>
          </a:r>
          <a:r>
            <a:rPr lang="fr-FR" sz="1700" kern="1200" dirty="0" smtClean="0"/>
            <a:t> but : protéger la santé publique : </a:t>
          </a:r>
        </a:p>
        <a:p>
          <a:pPr lvl="0" algn="l" defTabSz="755650" rtl="0">
            <a:lnSpc>
              <a:spcPct val="90000"/>
            </a:lnSpc>
            <a:spcBef>
              <a:spcPct val="0"/>
            </a:spcBef>
            <a:spcAft>
              <a:spcPct val="35000"/>
            </a:spcAft>
          </a:pPr>
          <a:r>
            <a:rPr lang="fr-FR" sz="1700" kern="1200" dirty="0" smtClean="0"/>
            <a:t>- La déclaration des maladies vénériennes, et contagieuses à l’autorité sanitaire est obligatoire sous couvert de l’anonymat.</a:t>
          </a:r>
        </a:p>
        <a:p>
          <a:pPr lvl="0" algn="l" defTabSz="755650" rtl="0">
            <a:lnSpc>
              <a:spcPct val="90000"/>
            </a:lnSpc>
            <a:spcBef>
              <a:spcPct val="0"/>
            </a:spcBef>
            <a:spcAft>
              <a:spcPct val="35000"/>
            </a:spcAft>
          </a:pPr>
          <a:r>
            <a:rPr lang="fr-FR" sz="1700" kern="1200" dirty="0" smtClean="0">
              <a:latin typeface="Times New Roman" pitchFamily="18" charset="0"/>
              <a:cs typeface="Times New Roman" pitchFamily="18" charset="0"/>
            </a:rPr>
            <a:t>- Déclarer à l’état civil : les naissances et  les décès.</a:t>
          </a:r>
          <a:endParaRPr lang="fr-FR" sz="1700" kern="1200" dirty="0" smtClean="0"/>
        </a:p>
        <a:p>
          <a:pPr lvl="0" algn="l" defTabSz="755650" rtl="0">
            <a:lnSpc>
              <a:spcPct val="90000"/>
            </a:lnSpc>
            <a:spcBef>
              <a:spcPct val="0"/>
            </a:spcBef>
            <a:spcAft>
              <a:spcPct val="35000"/>
            </a:spcAft>
          </a:pPr>
          <a:endParaRPr lang="fr-FR" sz="1700" kern="1200" dirty="0" smtClean="0"/>
        </a:p>
        <a:p>
          <a:pPr lvl="0" algn="l" defTabSz="755650" rtl="0">
            <a:lnSpc>
              <a:spcPct val="90000"/>
            </a:lnSpc>
            <a:spcBef>
              <a:spcPct val="0"/>
            </a:spcBef>
            <a:spcAft>
              <a:spcPct val="35000"/>
            </a:spcAft>
          </a:pPr>
          <a:endParaRPr lang="fr-FR" sz="1700" kern="1200" dirty="0"/>
        </a:p>
      </dsp:txBody>
      <dsp:txXfrm>
        <a:off x="0" y="90381"/>
        <a:ext cx="8229600" cy="2148119"/>
      </dsp:txXfrm>
    </dsp:sp>
    <dsp:sp modelId="{BDCFFE0E-7D71-4ED4-9791-C1D77EDBA4D4}">
      <dsp:nvSpPr>
        <dsp:cNvPr id="0" name=""/>
        <dsp:cNvSpPr/>
      </dsp:nvSpPr>
      <dsp:spPr>
        <a:xfrm>
          <a:off x="0" y="2287461"/>
          <a:ext cx="8229600" cy="2148119"/>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fr-FR" sz="1700" b="1" kern="1200" dirty="0" smtClean="0">
              <a:latin typeface="Times New Roman" pitchFamily="18" charset="0"/>
              <a:cs typeface="Times New Roman" pitchFamily="18" charset="0"/>
            </a:rPr>
            <a:t>2</a:t>
          </a:r>
          <a:r>
            <a:rPr lang="fr-FR" sz="1700" b="1" kern="1200" baseline="30000" dirty="0" smtClean="0">
              <a:latin typeface="Times New Roman" pitchFamily="18" charset="0"/>
              <a:cs typeface="Times New Roman" pitchFamily="18" charset="0"/>
            </a:rPr>
            <a:t>ème</a:t>
          </a:r>
          <a:r>
            <a:rPr lang="fr-FR" sz="1700" b="1" kern="1200" dirty="0" smtClean="0">
              <a:latin typeface="Times New Roman" pitchFamily="18" charset="0"/>
              <a:cs typeface="Times New Roman" pitchFamily="18" charset="0"/>
            </a:rPr>
            <a:t> but </a:t>
          </a:r>
          <a:r>
            <a:rPr lang="fr-FR" sz="1700" kern="1200" dirty="0" smtClean="0">
              <a:latin typeface="Times New Roman" pitchFamily="18" charset="0"/>
              <a:cs typeface="Times New Roman" pitchFamily="18" charset="0"/>
            </a:rPr>
            <a:t>: préserver l’intérêt du patient. </a:t>
          </a:r>
        </a:p>
        <a:p>
          <a:pPr marL="0" marR="0" lvl="0" indent="0" algn="l" defTabSz="914400" eaLnBrk="1" fontAlgn="auto" latinLnBrk="0" hangingPunct="1">
            <a:lnSpc>
              <a:spcPct val="100000"/>
            </a:lnSpc>
            <a:spcBef>
              <a:spcPct val="0"/>
            </a:spcBef>
            <a:spcAft>
              <a:spcPts val="0"/>
            </a:spcAft>
            <a:buClrTx/>
            <a:buSzTx/>
            <a:buFontTx/>
            <a:buNone/>
            <a:tabLst/>
            <a:defRPr/>
          </a:pPr>
          <a:r>
            <a:rPr lang="fr-FR" sz="1700" kern="1200" dirty="0" smtClean="0">
              <a:latin typeface="Times New Roman" pitchFamily="18" charset="0"/>
              <a:cs typeface="Times New Roman" pitchFamily="18" charset="0"/>
            </a:rPr>
            <a:t>Déclaration des accidents de travail et des maladies professionnelles  et les mauvais traitements infligés à des mineurs ou à une personne incapable de se protéger).</a:t>
          </a:r>
        </a:p>
        <a:p>
          <a:pPr lvl="0" algn="l" defTabSz="444500">
            <a:lnSpc>
              <a:spcPct val="90000"/>
            </a:lnSpc>
            <a:spcBef>
              <a:spcPct val="0"/>
            </a:spcBef>
            <a:spcAft>
              <a:spcPct val="35000"/>
            </a:spcAft>
          </a:pPr>
          <a:endParaRPr lang="fr-FR" sz="1700" kern="1200" dirty="0" smtClean="0">
            <a:latin typeface="Times New Roman" pitchFamily="18" charset="0"/>
            <a:cs typeface="Times New Roman" pitchFamily="18" charset="0"/>
          </a:endParaRPr>
        </a:p>
      </dsp:txBody>
      <dsp:txXfrm>
        <a:off x="0" y="2287461"/>
        <a:ext cx="8229600" cy="2148119"/>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B8113F6-6413-4786-A0A8-39C505AB843C}">
      <dsp:nvSpPr>
        <dsp:cNvPr id="0" name=""/>
        <dsp:cNvSpPr/>
      </dsp:nvSpPr>
      <dsp:spPr>
        <a:xfrm>
          <a:off x="0" y="457221"/>
          <a:ext cx="8229600" cy="1759680"/>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rtl="0">
            <a:lnSpc>
              <a:spcPct val="90000"/>
            </a:lnSpc>
            <a:spcBef>
              <a:spcPct val="0"/>
            </a:spcBef>
            <a:spcAft>
              <a:spcPct val="35000"/>
            </a:spcAft>
          </a:pPr>
          <a:r>
            <a:rPr lang="fr-FR" sz="3200" kern="1200" dirty="0" smtClean="0"/>
            <a:t>L’avortement criminel : en vertu de l’article 301 du code pénal « le praticien n’encourt pas de peine s’il dénonce un avortement criminel » </a:t>
          </a:r>
          <a:endParaRPr lang="fr-FR" sz="3200" kern="1200" dirty="0"/>
        </a:p>
      </dsp:txBody>
      <dsp:txXfrm>
        <a:off x="0" y="457221"/>
        <a:ext cx="8229600" cy="1759680"/>
      </dsp:txXfrm>
    </dsp:sp>
    <dsp:sp modelId="{C521F93F-E44C-4AD3-AB08-786877D33916}">
      <dsp:nvSpPr>
        <dsp:cNvPr id="0" name=""/>
        <dsp:cNvSpPr/>
      </dsp:nvSpPr>
      <dsp:spPr>
        <a:xfrm>
          <a:off x="0" y="2309061"/>
          <a:ext cx="8229600" cy="1759680"/>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rtl="0">
            <a:lnSpc>
              <a:spcPct val="90000"/>
            </a:lnSpc>
            <a:spcBef>
              <a:spcPct val="0"/>
            </a:spcBef>
            <a:spcAft>
              <a:spcPct val="35000"/>
            </a:spcAft>
          </a:pPr>
          <a:r>
            <a:rPr lang="fr-FR" sz="3200" kern="1200" dirty="0" smtClean="0"/>
            <a:t>Signalement des toxicomanies.</a:t>
          </a:r>
          <a:endParaRPr lang="fr-FR" sz="3200" kern="1200" dirty="0"/>
        </a:p>
      </dsp:txBody>
      <dsp:txXfrm>
        <a:off x="0" y="2309061"/>
        <a:ext cx="8229600" cy="1759680"/>
      </dsp:txXfrm>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5EC8024-6283-4DA2-B42F-190950E8A02D}">
      <dsp:nvSpPr>
        <dsp:cNvPr id="0" name=""/>
        <dsp:cNvSpPr/>
      </dsp:nvSpPr>
      <dsp:spPr>
        <a:xfrm>
          <a:off x="0" y="1116381"/>
          <a:ext cx="8229600" cy="1216800"/>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fr-FR" sz="4000" kern="1200" dirty="0" smtClean="0">
              <a:latin typeface="Times New Roman" pitchFamily="18" charset="0"/>
              <a:cs typeface="Times New Roman" pitchFamily="18" charset="0"/>
            </a:rPr>
            <a:t>Les agressions sexuelles</a:t>
          </a:r>
          <a:endParaRPr lang="fr-FR" sz="4000" kern="1200" dirty="0">
            <a:latin typeface="Times New Roman" pitchFamily="18" charset="0"/>
            <a:cs typeface="Times New Roman" pitchFamily="18" charset="0"/>
          </a:endParaRPr>
        </a:p>
      </dsp:txBody>
      <dsp:txXfrm>
        <a:off x="0" y="1116381"/>
        <a:ext cx="8229600" cy="1216800"/>
      </dsp:txXfrm>
    </dsp:sp>
    <dsp:sp modelId="{B14683AA-006E-402C-ADC2-A41D1CE06496}">
      <dsp:nvSpPr>
        <dsp:cNvPr id="0" name=""/>
        <dsp:cNvSpPr/>
      </dsp:nvSpPr>
      <dsp:spPr>
        <a:xfrm>
          <a:off x="0" y="2333181"/>
          <a:ext cx="82296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82550" rIns="462280" bIns="82550" numCol="1" spcCol="1270" anchor="t" anchorCtr="0">
          <a:noAutofit/>
        </a:bodyPr>
        <a:lstStyle/>
        <a:p>
          <a:pPr marL="285750" lvl="1" indent="-285750" algn="l" defTabSz="2266950">
            <a:lnSpc>
              <a:spcPct val="90000"/>
            </a:lnSpc>
            <a:spcBef>
              <a:spcPct val="0"/>
            </a:spcBef>
            <a:spcAft>
              <a:spcPct val="20000"/>
            </a:spcAft>
            <a:buChar char="••"/>
          </a:pPr>
          <a:endParaRPr lang="fr-FR" sz="5100" kern="1200"/>
        </a:p>
      </dsp:txBody>
      <dsp:txXfrm>
        <a:off x="0" y="2333181"/>
        <a:ext cx="8229600" cy="1076400"/>
      </dsp:txXfrm>
    </dsp:sp>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0263D9F-DA77-484A-B1B3-347A43327CE2}">
      <dsp:nvSpPr>
        <dsp:cNvPr id="0" name=""/>
        <dsp:cNvSpPr/>
      </dsp:nvSpPr>
      <dsp:spPr>
        <a:xfrm>
          <a:off x="4093" y="720317"/>
          <a:ext cx="1928330" cy="1928330"/>
        </a:xfrm>
        <a:prstGeom prst="roundRect">
          <a:avLst>
            <a:gd name="adj" fmla="val 10000"/>
          </a:avLst>
        </a:prstGeom>
        <a:solidFill>
          <a:schemeClr val="dk2">
            <a:tint val="50000"/>
            <a:hueOff val="0"/>
            <a:satOff val="0"/>
            <a:lumOff val="0"/>
            <a:alphaOff val="0"/>
          </a:schemeClr>
        </a:solidFill>
        <a:ln>
          <a:noFill/>
        </a:ln>
        <a:effectLst/>
        <a:scene3d>
          <a:camera prst="orthographicFront"/>
          <a:lightRig rig="threePt" dir="t">
            <a:rot lat="0" lon="0" rev="7500000"/>
          </a:lightRig>
        </a:scene3d>
        <a:sp3d z="-152400" extrusionH="63500" contourW="127000" prstMaterial="matte">
          <a:contourClr>
            <a:schemeClr val="lt1"/>
          </a:contourClr>
        </a:sp3d>
      </dsp:spPr>
      <dsp:style>
        <a:lnRef idx="0">
          <a:scrgbClr r="0" g="0" b="0"/>
        </a:lnRef>
        <a:fillRef idx="1">
          <a:scrgbClr r="0" g="0" b="0"/>
        </a:fillRef>
        <a:effectRef idx="0">
          <a:scrgbClr r="0" g="0" b="0"/>
        </a:effectRef>
        <a:fontRef idx="minor"/>
      </dsp:style>
    </dsp:sp>
    <dsp:sp modelId="{CF3ACDC3-8584-454C-84BC-9E88E92F20E4}">
      <dsp:nvSpPr>
        <dsp:cNvPr id="0" name=""/>
        <dsp:cNvSpPr/>
      </dsp:nvSpPr>
      <dsp:spPr>
        <a:xfrm>
          <a:off x="318007" y="1877315"/>
          <a:ext cx="1928330" cy="192833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fr-FR" sz="2300" kern="1200" dirty="0" smtClean="0"/>
            <a:t>Les attentats aux mœurs </a:t>
          </a:r>
          <a:endParaRPr lang="fr-FR" sz="2300" kern="1200" dirty="0"/>
        </a:p>
      </dsp:txBody>
      <dsp:txXfrm>
        <a:off x="318007" y="1877315"/>
        <a:ext cx="1928330" cy="1928330"/>
      </dsp:txXfrm>
    </dsp:sp>
    <dsp:sp modelId="{618C10A0-FAA0-4420-9648-1DB711AFAFED}">
      <dsp:nvSpPr>
        <dsp:cNvPr id="0" name=""/>
        <dsp:cNvSpPr/>
      </dsp:nvSpPr>
      <dsp:spPr>
        <a:xfrm>
          <a:off x="2303862" y="1452806"/>
          <a:ext cx="371439" cy="463350"/>
        </a:xfrm>
        <a:prstGeom prst="rightArrow">
          <a:avLst>
            <a:gd name="adj1" fmla="val 60000"/>
            <a:gd name="adj2" fmla="val 50000"/>
          </a:avLst>
        </a:prstGeom>
        <a:solidFill>
          <a:schemeClr val="tx2"/>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fr-FR" sz="1900" kern="1200"/>
        </a:p>
      </dsp:txBody>
      <dsp:txXfrm>
        <a:off x="2303862" y="1452806"/>
        <a:ext cx="371439" cy="463350"/>
      </dsp:txXfrm>
    </dsp:sp>
    <dsp:sp modelId="{FF668059-EFA7-45EB-A76F-873935D223AC}">
      <dsp:nvSpPr>
        <dsp:cNvPr id="0" name=""/>
        <dsp:cNvSpPr/>
      </dsp:nvSpPr>
      <dsp:spPr>
        <a:xfrm>
          <a:off x="2993677" y="720317"/>
          <a:ext cx="1928330" cy="1928330"/>
        </a:xfrm>
        <a:prstGeom prst="roundRect">
          <a:avLst>
            <a:gd name="adj" fmla="val 10000"/>
          </a:avLst>
        </a:prstGeom>
        <a:solidFill>
          <a:schemeClr val="dk2">
            <a:tint val="50000"/>
            <a:hueOff val="0"/>
            <a:satOff val="0"/>
            <a:lumOff val="0"/>
            <a:alphaOff val="0"/>
          </a:schemeClr>
        </a:solidFill>
        <a:ln>
          <a:noFill/>
        </a:ln>
        <a:effectLst/>
        <a:scene3d>
          <a:camera prst="orthographicFront"/>
          <a:lightRig rig="threePt" dir="t">
            <a:rot lat="0" lon="0" rev="7500000"/>
          </a:lightRig>
        </a:scene3d>
        <a:sp3d z="-152400" extrusionH="63500" contourW="127000" prstMaterial="matte">
          <a:contourClr>
            <a:schemeClr val="lt1"/>
          </a:contourClr>
        </a:sp3d>
      </dsp:spPr>
      <dsp:style>
        <a:lnRef idx="0">
          <a:scrgbClr r="0" g="0" b="0"/>
        </a:lnRef>
        <a:fillRef idx="1">
          <a:scrgbClr r="0" g="0" b="0"/>
        </a:fillRef>
        <a:effectRef idx="0">
          <a:scrgbClr r="0" g="0" b="0"/>
        </a:effectRef>
        <a:fontRef idx="minor"/>
      </dsp:style>
    </dsp:sp>
    <dsp:sp modelId="{090CA20D-969D-4FC3-AE9C-FF7E085DEFF6}">
      <dsp:nvSpPr>
        <dsp:cNvPr id="0" name=""/>
        <dsp:cNvSpPr/>
      </dsp:nvSpPr>
      <dsp:spPr>
        <a:xfrm>
          <a:off x="3307591" y="1877315"/>
          <a:ext cx="1928330" cy="192833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fr-FR" sz="2300" kern="1200" dirty="0" smtClean="0"/>
            <a:t>sont des crimes ou des délits de nature sexuelle </a:t>
          </a:r>
          <a:endParaRPr lang="fr-FR" sz="2300" kern="1200" dirty="0"/>
        </a:p>
      </dsp:txBody>
      <dsp:txXfrm>
        <a:off x="3307591" y="1877315"/>
        <a:ext cx="1928330" cy="1928330"/>
      </dsp:txXfrm>
    </dsp:sp>
    <dsp:sp modelId="{5DDFD51B-1C96-424E-B5F9-544998C3492B}">
      <dsp:nvSpPr>
        <dsp:cNvPr id="0" name=""/>
        <dsp:cNvSpPr/>
      </dsp:nvSpPr>
      <dsp:spPr>
        <a:xfrm>
          <a:off x="5293447" y="1452806"/>
          <a:ext cx="371439" cy="463350"/>
        </a:xfrm>
        <a:prstGeom prst="rightArrow">
          <a:avLst>
            <a:gd name="adj1" fmla="val 60000"/>
            <a:gd name="adj2" fmla="val 50000"/>
          </a:avLst>
        </a:prstGeom>
        <a:solidFill>
          <a:schemeClr val="tx2"/>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fr-FR" sz="1900" kern="1200"/>
        </a:p>
      </dsp:txBody>
      <dsp:txXfrm>
        <a:off x="5293447" y="1452806"/>
        <a:ext cx="371439" cy="463350"/>
      </dsp:txXfrm>
    </dsp:sp>
    <dsp:sp modelId="{8C534DF3-626C-48EF-8B22-D4EFB9FE769B}">
      <dsp:nvSpPr>
        <dsp:cNvPr id="0" name=""/>
        <dsp:cNvSpPr/>
      </dsp:nvSpPr>
      <dsp:spPr>
        <a:xfrm>
          <a:off x="5983262" y="720317"/>
          <a:ext cx="1928330" cy="1928330"/>
        </a:xfrm>
        <a:prstGeom prst="roundRect">
          <a:avLst>
            <a:gd name="adj" fmla="val 10000"/>
          </a:avLst>
        </a:prstGeom>
        <a:solidFill>
          <a:schemeClr val="dk2">
            <a:tint val="50000"/>
            <a:hueOff val="0"/>
            <a:satOff val="0"/>
            <a:lumOff val="0"/>
            <a:alphaOff val="0"/>
          </a:schemeClr>
        </a:solidFill>
        <a:ln>
          <a:noFill/>
        </a:ln>
        <a:effectLst/>
        <a:scene3d>
          <a:camera prst="orthographicFront"/>
          <a:lightRig rig="threePt" dir="t">
            <a:rot lat="0" lon="0" rev="7500000"/>
          </a:lightRig>
        </a:scene3d>
        <a:sp3d z="-152400" extrusionH="63500" contourW="127000" prstMaterial="matte">
          <a:contourClr>
            <a:schemeClr val="lt1"/>
          </a:contourClr>
        </a:sp3d>
      </dsp:spPr>
      <dsp:style>
        <a:lnRef idx="0">
          <a:scrgbClr r="0" g="0" b="0"/>
        </a:lnRef>
        <a:fillRef idx="1">
          <a:scrgbClr r="0" g="0" b="0"/>
        </a:fillRef>
        <a:effectRef idx="0">
          <a:scrgbClr r="0" g="0" b="0"/>
        </a:effectRef>
        <a:fontRef idx="minor"/>
      </dsp:style>
    </dsp:sp>
    <dsp:sp modelId="{DDF919AF-BE9C-4AE8-81D4-5D4B44F7B9B3}">
      <dsp:nvSpPr>
        <dsp:cNvPr id="0" name=""/>
        <dsp:cNvSpPr/>
      </dsp:nvSpPr>
      <dsp:spPr>
        <a:xfrm>
          <a:off x="6297176" y="1877315"/>
          <a:ext cx="1928330" cy="192833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fr-FR" sz="2300" kern="1200" dirty="0" smtClean="0"/>
            <a:t>contre les personnes.</a:t>
          </a:r>
          <a:endParaRPr lang="fr-FR" sz="2300" kern="1200" dirty="0"/>
        </a:p>
      </dsp:txBody>
      <dsp:txXfrm>
        <a:off x="6297176" y="1877315"/>
        <a:ext cx="1928330" cy="1928330"/>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448515B-F712-459E-8399-02AF23289899}">
      <dsp:nvSpPr>
        <dsp:cNvPr id="0" name=""/>
        <dsp:cNvSpPr/>
      </dsp:nvSpPr>
      <dsp:spPr>
        <a:xfrm>
          <a:off x="3291839" y="552"/>
          <a:ext cx="4937760" cy="2154694"/>
        </a:xfrm>
        <a:prstGeom prst="rightArrow">
          <a:avLst>
            <a:gd name="adj1" fmla="val 75000"/>
            <a:gd name="adj2" fmla="val 50000"/>
          </a:avLst>
        </a:prstGeom>
        <a:solidFill>
          <a:schemeClr val="tx2">
            <a:lumMod val="40000"/>
            <a:lumOff val="60000"/>
            <a:alpha val="90000"/>
          </a:schemeClr>
        </a:solidFill>
        <a:ln w="9525" cap="flat" cmpd="sng" algn="ctr">
          <a:solidFill>
            <a:schemeClr val="dk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fr-FR" sz="2800" kern="1200" dirty="0" smtClean="0">
              <a:latin typeface="Times New Roman" pitchFamily="18" charset="0"/>
              <a:cs typeface="Times New Roman" pitchFamily="18" charset="0"/>
            </a:rPr>
            <a:t>accompli en public.</a:t>
          </a:r>
          <a:endParaRPr lang="fr-FR" sz="2800" kern="1200" dirty="0">
            <a:latin typeface="Times New Roman" pitchFamily="18" charset="0"/>
            <a:cs typeface="Times New Roman" pitchFamily="18" charset="0"/>
          </a:endParaRPr>
        </a:p>
        <a:p>
          <a:pPr marL="285750" lvl="1" indent="-285750" algn="l" defTabSz="1244600">
            <a:lnSpc>
              <a:spcPct val="90000"/>
            </a:lnSpc>
            <a:spcBef>
              <a:spcPct val="0"/>
            </a:spcBef>
            <a:spcAft>
              <a:spcPct val="15000"/>
            </a:spcAft>
            <a:buChar char="••"/>
          </a:pPr>
          <a:r>
            <a:rPr lang="fr-FR" sz="2800" kern="1200" dirty="0" smtClean="0">
              <a:latin typeface="Times New Roman" pitchFamily="18" charset="0"/>
              <a:cs typeface="Times New Roman" pitchFamily="18" charset="0"/>
            </a:rPr>
            <a:t>de nature à offenser la pudeur</a:t>
          </a:r>
          <a:endParaRPr lang="fr-FR" sz="2800" kern="1200" dirty="0">
            <a:latin typeface="Times New Roman" pitchFamily="18" charset="0"/>
            <a:cs typeface="Times New Roman" pitchFamily="18" charset="0"/>
          </a:endParaRPr>
        </a:p>
      </dsp:txBody>
      <dsp:txXfrm>
        <a:off x="3291839" y="552"/>
        <a:ext cx="4937760" cy="2154694"/>
      </dsp:txXfrm>
    </dsp:sp>
    <dsp:sp modelId="{478860E9-2327-4744-9DE5-EAEF99612C29}">
      <dsp:nvSpPr>
        <dsp:cNvPr id="0" name=""/>
        <dsp:cNvSpPr/>
      </dsp:nvSpPr>
      <dsp:spPr>
        <a:xfrm>
          <a:off x="0" y="552"/>
          <a:ext cx="3291840" cy="2154694"/>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fr-FR" sz="3200" kern="1200" dirty="0" smtClean="0"/>
            <a:t>un acte (fait, geste ou attitude)à caractère sexuel  </a:t>
          </a:r>
          <a:endParaRPr lang="fr-FR" sz="3200" kern="1200" dirty="0"/>
        </a:p>
      </dsp:txBody>
      <dsp:txXfrm>
        <a:off x="0" y="552"/>
        <a:ext cx="3291840" cy="2154694"/>
      </dsp:txXfrm>
    </dsp:sp>
    <dsp:sp modelId="{53E5A8BC-AE52-46F8-9506-66583C53740D}">
      <dsp:nvSpPr>
        <dsp:cNvPr id="0" name=""/>
        <dsp:cNvSpPr/>
      </dsp:nvSpPr>
      <dsp:spPr>
        <a:xfrm>
          <a:off x="3291839" y="2370716"/>
          <a:ext cx="4937760" cy="2154694"/>
        </a:xfrm>
        <a:prstGeom prst="rightArrow">
          <a:avLst>
            <a:gd name="adj1" fmla="val 75000"/>
            <a:gd name="adj2" fmla="val 50000"/>
          </a:avLst>
        </a:prstGeom>
        <a:solidFill>
          <a:schemeClr val="tx2">
            <a:lumMod val="40000"/>
            <a:lumOff val="60000"/>
            <a:alpha val="90000"/>
          </a:schemeClr>
        </a:solidFill>
        <a:ln w="9525" cap="flat" cmpd="sng" algn="ctr">
          <a:solidFill>
            <a:schemeClr val="dk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5240" tIns="15240" rIns="15240" bIns="15240" numCol="1" spcCol="1270" anchor="t" anchorCtr="0">
          <a:noAutofit/>
        </a:bodyPr>
        <a:lstStyle/>
        <a:p>
          <a:pPr marL="228600" lvl="1" indent="-228600" algn="l" defTabSz="1066800">
            <a:lnSpc>
              <a:spcPct val="90000"/>
            </a:lnSpc>
            <a:spcBef>
              <a:spcPct val="0"/>
            </a:spcBef>
            <a:spcAft>
              <a:spcPct val="15000"/>
            </a:spcAft>
            <a:buChar char="••"/>
          </a:pPr>
          <a:r>
            <a:rPr lang="fr-FR" sz="2400" kern="1200" dirty="0" smtClean="0">
              <a:latin typeface="Times New Roman" pitchFamily="18" charset="0"/>
              <a:cs typeface="Times New Roman" pitchFamily="18" charset="0"/>
            </a:rPr>
            <a:t>d’une négligence (uriner dans la rue) </a:t>
          </a:r>
          <a:endParaRPr lang="fr-FR" sz="2400" kern="1200" dirty="0">
            <a:latin typeface="Times New Roman" pitchFamily="18" charset="0"/>
            <a:cs typeface="Times New Roman" pitchFamily="18" charset="0"/>
          </a:endParaRPr>
        </a:p>
        <a:p>
          <a:pPr marL="228600" lvl="1" indent="-228600" algn="l" defTabSz="1066800">
            <a:lnSpc>
              <a:spcPct val="90000"/>
            </a:lnSpc>
            <a:spcBef>
              <a:spcPct val="0"/>
            </a:spcBef>
            <a:spcAft>
              <a:spcPct val="15000"/>
            </a:spcAft>
            <a:buChar char="••"/>
          </a:pPr>
          <a:r>
            <a:rPr lang="fr-FR" sz="2400" kern="1200" dirty="0" smtClean="0">
              <a:latin typeface="Times New Roman" pitchFamily="18" charset="0"/>
              <a:cs typeface="Times New Roman" pitchFamily="18" charset="0"/>
            </a:rPr>
            <a:t> le fait d’une intention coupable ou non coupable (exhibitionnisme)</a:t>
          </a:r>
          <a:endParaRPr lang="fr-FR" sz="2400" kern="1200" dirty="0">
            <a:latin typeface="Times New Roman" pitchFamily="18" charset="0"/>
            <a:cs typeface="Times New Roman" pitchFamily="18" charset="0"/>
          </a:endParaRPr>
        </a:p>
      </dsp:txBody>
      <dsp:txXfrm>
        <a:off x="3291839" y="2370716"/>
        <a:ext cx="4937760" cy="2154694"/>
      </dsp:txXfrm>
    </dsp:sp>
    <dsp:sp modelId="{7E550141-E31A-4842-9A06-90E22F200CE9}">
      <dsp:nvSpPr>
        <dsp:cNvPr id="0" name=""/>
        <dsp:cNvSpPr/>
      </dsp:nvSpPr>
      <dsp:spPr>
        <a:xfrm>
          <a:off x="0" y="2370716"/>
          <a:ext cx="3291840" cy="2154694"/>
        </a:xfrm>
        <a:prstGeom prst="round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fr-FR" sz="3200" kern="1200" dirty="0" smtClean="0"/>
            <a:t>Le délit peut être la conséquence </a:t>
          </a:r>
          <a:endParaRPr lang="fr-FR" sz="3200" kern="1200" dirty="0"/>
        </a:p>
      </dsp:txBody>
      <dsp:txXfrm>
        <a:off x="0" y="2370716"/>
        <a:ext cx="3291840" cy="2154694"/>
      </dsp:txXfrm>
    </dsp:sp>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4C2CCE0-99B4-4EEE-BF06-AC9D91F8D8AB}">
      <dsp:nvSpPr>
        <dsp:cNvPr id="0" name=""/>
        <dsp:cNvSpPr/>
      </dsp:nvSpPr>
      <dsp:spPr>
        <a:xfrm>
          <a:off x="961916" y="0"/>
          <a:ext cx="4525963" cy="4525963"/>
        </a:xfrm>
        <a:prstGeom prst="triangl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B259EC9-8DAC-49DE-BEE3-9F7845DE4782}">
      <dsp:nvSpPr>
        <dsp:cNvPr id="0" name=""/>
        <dsp:cNvSpPr/>
      </dsp:nvSpPr>
      <dsp:spPr>
        <a:xfrm>
          <a:off x="2154923" y="455027"/>
          <a:ext cx="5081825" cy="1071380"/>
        </a:xfrm>
        <a:prstGeom prst="roundRect">
          <a:avLst/>
        </a:prstGeom>
        <a:solidFill>
          <a:schemeClr val="tx2">
            <a:lumMod val="20000"/>
            <a:lumOff val="80000"/>
            <a:alpha val="9000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fr-FR" sz="1900" kern="1200" dirty="0" smtClean="0">
              <a:latin typeface="Times New Roman" pitchFamily="18" charset="0"/>
              <a:cs typeface="Times New Roman" pitchFamily="18" charset="0"/>
            </a:rPr>
            <a:t>C’est une offense matérielle, d’ordre sexuel, commise intentionnellement sur une personne non consentante, ou mineure de moins de 16 ans.</a:t>
          </a:r>
          <a:endParaRPr lang="fr-FR" sz="1900" kern="1200" dirty="0">
            <a:latin typeface="Times New Roman" pitchFamily="18" charset="0"/>
            <a:cs typeface="Times New Roman" pitchFamily="18" charset="0"/>
          </a:endParaRPr>
        </a:p>
      </dsp:txBody>
      <dsp:txXfrm>
        <a:off x="2154923" y="455027"/>
        <a:ext cx="5081825" cy="1071380"/>
      </dsp:txXfrm>
    </dsp:sp>
    <dsp:sp modelId="{94EA8EEB-E614-4F01-AB6B-523F9FDDAB55}">
      <dsp:nvSpPr>
        <dsp:cNvPr id="0" name=""/>
        <dsp:cNvSpPr/>
      </dsp:nvSpPr>
      <dsp:spPr>
        <a:xfrm>
          <a:off x="2123989" y="1660330"/>
          <a:ext cx="5143693" cy="1071380"/>
        </a:xfrm>
        <a:prstGeom prst="roundRect">
          <a:avLst/>
        </a:prstGeom>
        <a:solidFill>
          <a:schemeClr val="tx2">
            <a:lumMod val="20000"/>
            <a:lumOff val="80000"/>
            <a:alpha val="9000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fr-FR" sz="1800" kern="1200" dirty="0" smtClean="0">
              <a:latin typeface="Times New Roman" pitchFamily="18" charset="0"/>
              <a:cs typeface="Times New Roman" pitchFamily="18" charset="0"/>
            </a:rPr>
            <a:t>Un tel attentat consiste dans le fait de commettre un acte impudique sur une personne contre sa volonté physique ou morale.</a:t>
          </a:r>
          <a:endParaRPr lang="fr-FR" sz="1800" kern="1200" dirty="0">
            <a:latin typeface="Times New Roman" pitchFamily="18" charset="0"/>
            <a:cs typeface="Times New Roman" pitchFamily="18" charset="0"/>
          </a:endParaRPr>
        </a:p>
      </dsp:txBody>
      <dsp:txXfrm>
        <a:off x="2123989" y="1660330"/>
        <a:ext cx="5143693" cy="1071380"/>
      </dsp:txXfrm>
    </dsp:sp>
    <dsp:sp modelId="{A7993CCC-FA6F-4A36-A353-56D7F5B23774}">
      <dsp:nvSpPr>
        <dsp:cNvPr id="0" name=""/>
        <dsp:cNvSpPr/>
      </dsp:nvSpPr>
      <dsp:spPr>
        <a:xfrm>
          <a:off x="2180532" y="2865632"/>
          <a:ext cx="5030607" cy="1071380"/>
        </a:xfrm>
        <a:prstGeom prst="roundRect">
          <a:avLst/>
        </a:prstGeom>
        <a:solidFill>
          <a:schemeClr val="tx2">
            <a:lumMod val="20000"/>
            <a:lumOff val="80000"/>
            <a:alpha val="9000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fr-FR" sz="1800" kern="1200" dirty="0" smtClean="0">
              <a:latin typeface="Times New Roman" pitchFamily="18" charset="0"/>
              <a:cs typeface="Times New Roman" pitchFamily="18" charset="0"/>
            </a:rPr>
            <a:t>L’attentat peut consister en un attouchement sur les parties génitales avec les doigts, la bouche, la verge ou avec un corps étranger.</a:t>
          </a:r>
          <a:endParaRPr lang="fr-FR" sz="1800" kern="1200" dirty="0">
            <a:latin typeface="Times New Roman" pitchFamily="18" charset="0"/>
            <a:cs typeface="Times New Roman" pitchFamily="18" charset="0"/>
          </a:endParaRPr>
        </a:p>
      </dsp:txBody>
      <dsp:txXfrm>
        <a:off x="2180532" y="2865632"/>
        <a:ext cx="5030607" cy="1071380"/>
      </dsp:txXfrm>
    </dsp:sp>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A741833-4B2B-438F-9C6D-DC3FCBB5E5C5}">
      <dsp:nvSpPr>
        <dsp:cNvPr id="0" name=""/>
        <dsp:cNvSpPr/>
      </dsp:nvSpPr>
      <dsp:spPr>
        <a:xfrm>
          <a:off x="0" y="709671"/>
          <a:ext cx="8229600" cy="3106619"/>
        </a:xfrm>
        <a:prstGeom prst="rightArrow">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BE80F000-1A08-4C0D-9FBC-BB00104EBDF8}">
      <dsp:nvSpPr>
        <dsp:cNvPr id="0" name=""/>
        <dsp:cNvSpPr/>
      </dsp:nvSpPr>
      <dsp:spPr>
        <a:xfrm>
          <a:off x="1162478" y="1540770"/>
          <a:ext cx="4503838" cy="1553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25120" rIns="0" bIns="325120" numCol="1" spcCol="1270" anchor="ctr" anchorCtr="0">
          <a:noAutofit/>
        </a:bodyPr>
        <a:lstStyle/>
        <a:p>
          <a:pPr lvl="0" algn="ctr" defTabSz="1422400">
            <a:lnSpc>
              <a:spcPct val="90000"/>
            </a:lnSpc>
            <a:spcBef>
              <a:spcPct val="0"/>
            </a:spcBef>
            <a:spcAft>
              <a:spcPct val="35000"/>
            </a:spcAft>
          </a:pPr>
          <a:r>
            <a:rPr lang="fr-FR" sz="3200" kern="1200" dirty="0" smtClean="0">
              <a:solidFill>
                <a:schemeClr val="bg1"/>
              </a:solidFill>
            </a:rPr>
            <a:t>« C ‘est un acte impudique ou contre nature »</a:t>
          </a:r>
          <a:endParaRPr lang="fr-FR" sz="3200" kern="1200" dirty="0">
            <a:solidFill>
              <a:schemeClr val="bg1"/>
            </a:solidFill>
          </a:endParaRPr>
        </a:p>
      </dsp:txBody>
      <dsp:txXfrm>
        <a:off x="1162478" y="1540770"/>
        <a:ext cx="4503838" cy="1553309"/>
      </dsp:txXfrm>
    </dsp:sp>
    <dsp:sp modelId="{84FACC52-AE58-4368-8003-1065F563CB7C}">
      <dsp:nvSpPr>
        <dsp:cNvPr id="0" name=""/>
        <dsp:cNvSpPr/>
      </dsp:nvSpPr>
      <dsp:spPr>
        <a:xfrm>
          <a:off x="665379" y="1486326"/>
          <a:ext cx="1864518" cy="1553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25120" rIns="0" bIns="325120" numCol="1" spcCol="1270" anchor="ctr" anchorCtr="0">
          <a:noAutofit/>
        </a:bodyPr>
        <a:lstStyle/>
        <a:p>
          <a:pPr lvl="0" algn="ctr" defTabSz="1422400">
            <a:lnSpc>
              <a:spcPct val="90000"/>
            </a:lnSpc>
            <a:spcBef>
              <a:spcPct val="0"/>
            </a:spcBef>
            <a:spcAft>
              <a:spcPct val="35000"/>
            </a:spcAft>
          </a:pPr>
          <a:endParaRPr lang="fr-FR" sz="3200" kern="1200" dirty="0"/>
        </a:p>
      </dsp:txBody>
      <dsp:txXfrm>
        <a:off x="665379" y="1486326"/>
        <a:ext cx="1864518" cy="1553309"/>
      </dsp:txXfrm>
    </dsp:sp>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BE28A89-D56F-45AC-BBCE-4E9E14CC400C}">
      <dsp:nvSpPr>
        <dsp:cNvPr id="0" name=""/>
        <dsp:cNvSpPr/>
      </dsp:nvSpPr>
      <dsp:spPr>
        <a:xfrm>
          <a:off x="0" y="0"/>
          <a:ext cx="8229600" cy="1543630"/>
        </a:xfrm>
        <a:prstGeom prst="rect">
          <a:avLst/>
        </a:prstGeom>
        <a:solidFill>
          <a:schemeClr val="accent2">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fr-FR" sz="3600" b="0" u="none" kern="1200" dirty="0" smtClean="0">
              <a:latin typeface="Times New Roman" pitchFamily="18" charset="0"/>
              <a:cs typeface="Times New Roman" pitchFamily="18" charset="0"/>
            </a:rPr>
            <a:t>1- LA PEDERASTIE  AIGUE  </a:t>
          </a:r>
        </a:p>
        <a:p>
          <a:pPr lvl="0" algn="ctr" defTabSz="1600200">
            <a:lnSpc>
              <a:spcPct val="90000"/>
            </a:lnSpc>
            <a:spcBef>
              <a:spcPct val="0"/>
            </a:spcBef>
            <a:spcAft>
              <a:spcPct val="35000"/>
            </a:spcAft>
          </a:pPr>
          <a:r>
            <a:rPr lang="fr-FR" sz="3600" b="0" u="none" kern="1200" dirty="0" smtClean="0">
              <a:latin typeface="Times New Roman" pitchFamily="18" charset="0"/>
              <a:cs typeface="Times New Roman" pitchFamily="18" charset="0"/>
            </a:rPr>
            <a:t>OU  ACTE CONTRE NATURE :</a:t>
          </a:r>
          <a:endParaRPr lang="fr-FR" sz="3600" b="0" u="none" kern="1200" dirty="0">
            <a:latin typeface="Times New Roman" pitchFamily="18" charset="0"/>
            <a:cs typeface="Times New Roman" pitchFamily="18" charset="0"/>
          </a:endParaRPr>
        </a:p>
      </dsp:txBody>
      <dsp:txXfrm>
        <a:off x="0" y="0"/>
        <a:ext cx="8229600" cy="1543630"/>
      </dsp:txXfrm>
    </dsp:sp>
    <dsp:sp modelId="{62DB8E95-4222-42FD-8A85-DE37F1D78158}">
      <dsp:nvSpPr>
        <dsp:cNvPr id="0" name=""/>
        <dsp:cNvSpPr/>
      </dsp:nvSpPr>
      <dsp:spPr>
        <a:xfrm>
          <a:off x="0" y="1543630"/>
          <a:ext cx="4114799" cy="3241624"/>
        </a:xfrm>
        <a:prstGeom prst="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fr-FR" sz="2800" kern="1200" dirty="0" smtClean="0">
              <a:latin typeface="Times New Roman" pitchFamily="18" charset="0"/>
              <a:cs typeface="Times New Roman" pitchFamily="18" charset="0"/>
            </a:rPr>
            <a:t>Il correspond à une effraction anale récente à la suite d’un acte contre nature.</a:t>
          </a:r>
          <a:endParaRPr lang="fr-FR" sz="2800" kern="1200" dirty="0">
            <a:latin typeface="Times New Roman" pitchFamily="18" charset="0"/>
            <a:cs typeface="Times New Roman" pitchFamily="18" charset="0"/>
          </a:endParaRPr>
        </a:p>
      </dsp:txBody>
      <dsp:txXfrm>
        <a:off x="0" y="1543630"/>
        <a:ext cx="4114799" cy="3241624"/>
      </dsp:txXfrm>
    </dsp:sp>
    <dsp:sp modelId="{90B82B4F-0836-4087-AFE4-B6D076D84F9D}">
      <dsp:nvSpPr>
        <dsp:cNvPr id="0" name=""/>
        <dsp:cNvSpPr/>
      </dsp:nvSpPr>
      <dsp:spPr>
        <a:xfrm>
          <a:off x="4114800" y="1543630"/>
          <a:ext cx="4114799" cy="3241624"/>
        </a:xfrm>
        <a:prstGeom prst="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fr-FR" sz="2800" kern="1200" dirty="0" smtClean="0">
              <a:latin typeface="Times New Roman" pitchFamily="18" charset="0"/>
              <a:cs typeface="Times New Roman" pitchFamily="18" charset="0"/>
            </a:rPr>
            <a:t>Le franchissement forcé du sphincter en contracture défensive réalise un véritable traumatisme qui provoque souvent des lésions significatives.</a:t>
          </a:r>
        </a:p>
        <a:p>
          <a:pPr lvl="0" algn="ctr" defTabSz="1244600">
            <a:lnSpc>
              <a:spcPct val="90000"/>
            </a:lnSpc>
            <a:spcBef>
              <a:spcPct val="0"/>
            </a:spcBef>
            <a:spcAft>
              <a:spcPct val="35000"/>
            </a:spcAft>
          </a:pPr>
          <a:endParaRPr lang="fr-FR" sz="2800" kern="1200" dirty="0"/>
        </a:p>
      </dsp:txBody>
      <dsp:txXfrm>
        <a:off x="4114800" y="1543630"/>
        <a:ext cx="4114799" cy="3241624"/>
      </dsp:txXfrm>
    </dsp:sp>
    <dsp:sp modelId="{1D19C04D-62D9-482D-8683-6396B690B912}">
      <dsp:nvSpPr>
        <dsp:cNvPr id="0" name=""/>
        <dsp:cNvSpPr/>
      </dsp:nvSpPr>
      <dsp:spPr>
        <a:xfrm>
          <a:off x="0" y="4785254"/>
          <a:ext cx="8229600" cy="360180"/>
        </a:xfrm>
        <a:prstGeom prst="rect">
          <a:avLst/>
        </a:prstGeom>
        <a:solidFill>
          <a:schemeClr val="dk2">
            <a:shade val="8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1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3E52C9B-2277-4DF9-880D-EEE9466C3535}">
      <dsp:nvSpPr>
        <dsp:cNvPr id="0" name=""/>
        <dsp:cNvSpPr/>
      </dsp:nvSpPr>
      <dsp:spPr>
        <a:xfrm>
          <a:off x="0" y="3653212"/>
          <a:ext cx="8229600" cy="1199065"/>
        </a:xfrm>
        <a:prstGeom prst="rect">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fr-FR" sz="2400" kern="1200" dirty="0" smtClean="0">
              <a:latin typeface="Times New Roman" pitchFamily="18" charset="0"/>
              <a:cs typeface="Times New Roman" pitchFamily="18" charset="0"/>
            </a:rPr>
            <a:t>Parfois, un coït brutal </a:t>
          </a:r>
          <a:endParaRPr lang="fr-FR" sz="2400" kern="1200" dirty="0">
            <a:latin typeface="Times New Roman" pitchFamily="18" charset="0"/>
            <a:cs typeface="Times New Roman" pitchFamily="18" charset="0"/>
          </a:endParaRPr>
        </a:p>
      </dsp:txBody>
      <dsp:txXfrm>
        <a:off x="0" y="3653212"/>
        <a:ext cx="8229600" cy="647495"/>
      </dsp:txXfrm>
    </dsp:sp>
    <dsp:sp modelId="{04DF9860-2BBC-4D65-8AAC-592C0A081CF6}">
      <dsp:nvSpPr>
        <dsp:cNvPr id="0" name=""/>
        <dsp:cNvSpPr/>
      </dsp:nvSpPr>
      <dsp:spPr>
        <a:xfrm>
          <a:off x="0" y="4276726"/>
          <a:ext cx="4114799" cy="551570"/>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fr-FR" sz="2000" kern="1200" dirty="0" smtClean="0">
              <a:latin typeface="Times New Roman" pitchFamily="18" charset="0"/>
              <a:cs typeface="Times New Roman" pitchFamily="18" charset="0"/>
            </a:rPr>
            <a:t>provoque un éclatement de l’orifice anal </a:t>
          </a:r>
          <a:endParaRPr lang="fr-FR" sz="2000" kern="1200" dirty="0">
            <a:latin typeface="Times New Roman" pitchFamily="18" charset="0"/>
            <a:cs typeface="Times New Roman" pitchFamily="18" charset="0"/>
          </a:endParaRPr>
        </a:p>
      </dsp:txBody>
      <dsp:txXfrm>
        <a:off x="0" y="4276726"/>
        <a:ext cx="4114799" cy="551570"/>
      </dsp:txXfrm>
    </dsp:sp>
    <dsp:sp modelId="{E2DE4BCF-5CE6-4C65-83B4-36050C0C7702}">
      <dsp:nvSpPr>
        <dsp:cNvPr id="0" name=""/>
        <dsp:cNvSpPr/>
      </dsp:nvSpPr>
      <dsp:spPr>
        <a:xfrm>
          <a:off x="4114800" y="4276726"/>
          <a:ext cx="4114799" cy="551570"/>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fr-FR" sz="2000" kern="1200" dirty="0" smtClean="0">
              <a:latin typeface="Times New Roman" pitchFamily="18" charset="0"/>
              <a:cs typeface="Times New Roman" pitchFamily="18" charset="0"/>
            </a:rPr>
            <a:t>avec déchirure plus au moins profondes</a:t>
          </a:r>
          <a:r>
            <a:rPr lang="fr-FR" sz="1800" kern="1200" dirty="0" smtClean="0"/>
            <a:t>.</a:t>
          </a:r>
          <a:endParaRPr lang="fr-FR" sz="1800" kern="1200" dirty="0"/>
        </a:p>
      </dsp:txBody>
      <dsp:txXfrm>
        <a:off x="4114800" y="4276726"/>
        <a:ext cx="4114799" cy="551570"/>
      </dsp:txXfrm>
    </dsp:sp>
    <dsp:sp modelId="{6726D0C6-4C04-4B78-9505-2766D85316FF}">
      <dsp:nvSpPr>
        <dsp:cNvPr id="0" name=""/>
        <dsp:cNvSpPr/>
      </dsp:nvSpPr>
      <dsp:spPr>
        <a:xfrm rot="10800000">
          <a:off x="0" y="1827035"/>
          <a:ext cx="8229600" cy="1844163"/>
        </a:xfrm>
        <a:prstGeom prst="upArrowCallout">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fr-FR" sz="2200" kern="1200" dirty="0" smtClean="0"/>
            <a:t> </a:t>
          </a:r>
          <a:r>
            <a:rPr lang="fr-FR" sz="2400" kern="1200" dirty="0" smtClean="0">
              <a:latin typeface="Times New Roman" pitchFamily="18" charset="0"/>
              <a:cs typeface="Times New Roman" pitchFamily="18" charset="0"/>
            </a:rPr>
            <a:t>La région anale est souvent déprimée </a:t>
          </a:r>
          <a:endParaRPr lang="fr-FR" sz="2400" kern="1200" dirty="0">
            <a:latin typeface="Times New Roman" pitchFamily="18" charset="0"/>
            <a:cs typeface="Times New Roman" pitchFamily="18" charset="0"/>
          </a:endParaRPr>
        </a:p>
      </dsp:txBody>
      <dsp:txXfrm>
        <a:off x="0" y="1827035"/>
        <a:ext cx="8229600" cy="647301"/>
      </dsp:txXfrm>
    </dsp:sp>
    <dsp:sp modelId="{8FFC69AF-1813-4A67-9E34-CE66C91438AD}">
      <dsp:nvSpPr>
        <dsp:cNvPr id="0" name=""/>
        <dsp:cNvSpPr/>
      </dsp:nvSpPr>
      <dsp:spPr>
        <a:xfrm>
          <a:off x="0" y="2474336"/>
          <a:ext cx="4114799" cy="55140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fr-FR" sz="2000" kern="1200" dirty="0" smtClean="0">
              <a:latin typeface="Times New Roman" pitchFamily="18" charset="0"/>
              <a:cs typeface="Times New Roman" pitchFamily="18" charset="0"/>
            </a:rPr>
            <a:t>en infundibulum (entonnoir) </a:t>
          </a:r>
          <a:endParaRPr lang="fr-FR" sz="2000" kern="1200" dirty="0">
            <a:latin typeface="Times New Roman" pitchFamily="18" charset="0"/>
            <a:cs typeface="Times New Roman" pitchFamily="18" charset="0"/>
          </a:endParaRPr>
        </a:p>
      </dsp:txBody>
      <dsp:txXfrm>
        <a:off x="0" y="2474336"/>
        <a:ext cx="4114799" cy="551404"/>
      </dsp:txXfrm>
    </dsp:sp>
    <dsp:sp modelId="{3AA533CD-4B2B-460E-ADBF-09EFA6D2DF63}">
      <dsp:nvSpPr>
        <dsp:cNvPr id="0" name=""/>
        <dsp:cNvSpPr/>
      </dsp:nvSpPr>
      <dsp:spPr>
        <a:xfrm>
          <a:off x="4114800" y="2474336"/>
          <a:ext cx="4114799" cy="55140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fr-FR" sz="2000" kern="1200" dirty="0" smtClean="0">
              <a:latin typeface="Times New Roman" pitchFamily="18" charset="0"/>
              <a:cs typeface="Times New Roman" pitchFamily="18" charset="0"/>
            </a:rPr>
            <a:t>suite à la contracture réflexe du releveur de l’anus </a:t>
          </a:r>
          <a:endParaRPr lang="fr-FR" sz="2000" kern="1200" dirty="0">
            <a:latin typeface="Times New Roman" pitchFamily="18" charset="0"/>
            <a:cs typeface="Times New Roman" pitchFamily="18" charset="0"/>
          </a:endParaRPr>
        </a:p>
      </dsp:txBody>
      <dsp:txXfrm>
        <a:off x="4114800" y="2474336"/>
        <a:ext cx="4114799" cy="551404"/>
      </dsp:txXfrm>
    </dsp:sp>
    <dsp:sp modelId="{25EAF179-4E7A-4F8C-B6F8-0E7DBAD8BFC4}">
      <dsp:nvSpPr>
        <dsp:cNvPr id="0" name=""/>
        <dsp:cNvSpPr/>
      </dsp:nvSpPr>
      <dsp:spPr>
        <a:xfrm rot="10800000">
          <a:off x="0" y="857"/>
          <a:ext cx="8229600" cy="1844163"/>
        </a:xfrm>
        <a:prstGeom prst="upArrowCallout">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fr-FR" sz="2400" kern="1200" dirty="0" smtClean="0">
              <a:latin typeface="Times New Roman" pitchFamily="18" charset="0"/>
              <a:cs typeface="Times New Roman" pitchFamily="18" charset="0"/>
            </a:rPr>
            <a:t>Erosions en coup d’ongle, sanguinolentes, suintantes longues de</a:t>
          </a:r>
          <a:r>
            <a:rPr lang="fr-FR" sz="2400" b="1" kern="1200" dirty="0" smtClean="0">
              <a:latin typeface="Times New Roman" pitchFamily="18" charset="0"/>
              <a:cs typeface="Times New Roman" pitchFamily="18" charset="0"/>
            </a:rPr>
            <a:t> </a:t>
          </a:r>
          <a:r>
            <a:rPr lang="fr-FR" sz="2400" kern="1200" dirty="0" smtClean="0">
              <a:latin typeface="Times New Roman" pitchFamily="18" charset="0"/>
              <a:cs typeface="Times New Roman" pitchFamily="18" charset="0"/>
            </a:rPr>
            <a:t>quelques mm, </a:t>
          </a:r>
          <a:endParaRPr lang="fr-FR" sz="2400" kern="1200" dirty="0">
            <a:latin typeface="Times New Roman" pitchFamily="18" charset="0"/>
            <a:cs typeface="Times New Roman" pitchFamily="18" charset="0"/>
          </a:endParaRPr>
        </a:p>
      </dsp:txBody>
      <dsp:txXfrm>
        <a:off x="0" y="857"/>
        <a:ext cx="8229600" cy="647301"/>
      </dsp:txXfrm>
    </dsp:sp>
    <dsp:sp modelId="{92AEBF69-D30F-446E-9054-1B6C3182606A}">
      <dsp:nvSpPr>
        <dsp:cNvPr id="0" name=""/>
        <dsp:cNvSpPr/>
      </dsp:nvSpPr>
      <dsp:spPr>
        <a:xfrm>
          <a:off x="0" y="648159"/>
          <a:ext cx="4114799" cy="55140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fr-FR" sz="2000" kern="1200" dirty="0" smtClean="0">
              <a:latin typeface="Times New Roman" pitchFamily="18" charset="0"/>
              <a:cs typeface="Times New Roman" pitchFamily="18" charset="0"/>
            </a:rPr>
            <a:t>parallèles aux plis radiés sur le pourtour de la muqueuse, </a:t>
          </a:r>
          <a:endParaRPr lang="fr-FR" sz="2000" kern="1200" dirty="0">
            <a:latin typeface="Times New Roman" pitchFamily="18" charset="0"/>
            <a:cs typeface="Times New Roman" pitchFamily="18" charset="0"/>
          </a:endParaRPr>
        </a:p>
      </dsp:txBody>
      <dsp:txXfrm>
        <a:off x="0" y="648159"/>
        <a:ext cx="4114799" cy="551404"/>
      </dsp:txXfrm>
    </dsp:sp>
    <dsp:sp modelId="{03A85666-9B35-40F1-B928-8E05555F3649}">
      <dsp:nvSpPr>
        <dsp:cNvPr id="0" name=""/>
        <dsp:cNvSpPr/>
      </dsp:nvSpPr>
      <dsp:spPr>
        <a:xfrm>
          <a:off x="4114800" y="648159"/>
          <a:ext cx="4114799" cy="551404"/>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ctr" defTabSz="889000">
            <a:lnSpc>
              <a:spcPct val="90000"/>
            </a:lnSpc>
            <a:spcBef>
              <a:spcPct val="0"/>
            </a:spcBef>
            <a:spcAft>
              <a:spcPct val="35000"/>
            </a:spcAft>
          </a:pPr>
          <a:r>
            <a:rPr lang="fr-FR" sz="2000" kern="1200" dirty="0" smtClean="0">
              <a:latin typeface="Times New Roman" pitchFamily="18" charset="0"/>
              <a:cs typeface="Times New Roman" pitchFamily="18" charset="0"/>
            </a:rPr>
            <a:t>un peu en arrière de la marge anale</a:t>
          </a:r>
          <a:endParaRPr lang="fr-FR" sz="2000" kern="1200" dirty="0">
            <a:latin typeface="Times New Roman" pitchFamily="18" charset="0"/>
            <a:cs typeface="Times New Roman" pitchFamily="18" charset="0"/>
          </a:endParaRPr>
        </a:p>
      </dsp:txBody>
      <dsp:txXfrm>
        <a:off x="4114800" y="648159"/>
        <a:ext cx="4114799" cy="551404"/>
      </dsp:txXfrm>
    </dsp:sp>
  </dsp:spTree>
</dsp:drawing>
</file>

<file path=ppt/diagrams/drawing1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E325764-22A8-4E63-90BE-DF5FF87941EB}">
      <dsp:nvSpPr>
        <dsp:cNvPr id="0" name=""/>
        <dsp:cNvSpPr/>
      </dsp:nvSpPr>
      <dsp:spPr>
        <a:xfrm>
          <a:off x="944" y="550"/>
          <a:ext cx="8227711" cy="1713876"/>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fr-FR" sz="4000" b="0" kern="1200" dirty="0" smtClean="0">
              <a:latin typeface="Times New Roman" pitchFamily="18" charset="0"/>
              <a:cs typeface="Times New Roman" pitchFamily="18" charset="0"/>
            </a:rPr>
            <a:t>2- PEDERASTIE CHRONIQUE :</a:t>
          </a:r>
          <a:endParaRPr lang="fr-FR" sz="4000" b="0" kern="1200" dirty="0">
            <a:latin typeface="Times New Roman" pitchFamily="18" charset="0"/>
            <a:cs typeface="Times New Roman" pitchFamily="18" charset="0"/>
          </a:endParaRPr>
        </a:p>
      </dsp:txBody>
      <dsp:txXfrm>
        <a:off x="944" y="550"/>
        <a:ext cx="8227711" cy="1713876"/>
      </dsp:txXfrm>
    </dsp:sp>
    <dsp:sp modelId="{9B347C98-BC18-46B7-87BB-A769A9EF7EA5}">
      <dsp:nvSpPr>
        <dsp:cNvPr id="0" name=""/>
        <dsp:cNvSpPr/>
      </dsp:nvSpPr>
      <dsp:spPr>
        <a:xfrm>
          <a:off x="82369" y="1843481"/>
          <a:ext cx="5374595" cy="1713876"/>
        </a:xfrm>
        <a:prstGeom prst="roundRect">
          <a:avLst>
            <a:gd name="adj" fmla="val 10000"/>
          </a:avLst>
        </a:prstGeom>
        <a:solidFill>
          <a:srgbClr val="6600FF"/>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fr-FR" sz="3100" kern="1200" dirty="0" smtClean="0">
              <a:latin typeface="Times New Roman" pitchFamily="18" charset="0"/>
              <a:cs typeface="Times New Roman" pitchFamily="18" charset="0"/>
            </a:rPr>
            <a:t>la pratique habituelle de la pédérastie passive fait subir à la région anale des déformations </a:t>
          </a:r>
          <a:endParaRPr lang="fr-FR" sz="3100" kern="1200" dirty="0">
            <a:latin typeface="Times New Roman" pitchFamily="18" charset="0"/>
            <a:cs typeface="Times New Roman" pitchFamily="18" charset="0"/>
          </a:endParaRPr>
        </a:p>
      </dsp:txBody>
      <dsp:txXfrm>
        <a:off x="82369" y="1843481"/>
        <a:ext cx="5374595" cy="1713876"/>
      </dsp:txXfrm>
    </dsp:sp>
    <dsp:sp modelId="{E18EF653-EDD2-473B-A40C-A36B97DF1238}">
      <dsp:nvSpPr>
        <dsp:cNvPr id="0" name=""/>
        <dsp:cNvSpPr/>
      </dsp:nvSpPr>
      <dsp:spPr>
        <a:xfrm>
          <a:off x="944" y="3719040"/>
          <a:ext cx="2632025" cy="1713876"/>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smtClean="0">
              <a:latin typeface="Times New Roman" pitchFamily="18" charset="0"/>
              <a:cs typeface="Times New Roman" pitchFamily="18" charset="0"/>
            </a:rPr>
            <a:t>L’anus s’enfonce dans le périnée</a:t>
          </a:r>
          <a:endParaRPr lang="fr-FR" sz="2400" kern="1200" dirty="0">
            <a:latin typeface="Times New Roman" pitchFamily="18" charset="0"/>
            <a:cs typeface="Times New Roman" pitchFamily="18" charset="0"/>
          </a:endParaRPr>
        </a:p>
      </dsp:txBody>
      <dsp:txXfrm>
        <a:off x="944" y="3719040"/>
        <a:ext cx="2632025" cy="1713876"/>
      </dsp:txXfrm>
    </dsp:sp>
    <dsp:sp modelId="{55B5A154-30BB-417D-92C6-EF5855B9FD0B}">
      <dsp:nvSpPr>
        <dsp:cNvPr id="0" name=""/>
        <dsp:cNvSpPr/>
      </dsp:nvSpPr>
      <dsp:spPr>
        <a:xfrm>
          <a:off x="2743514" y="3719040"/>
          <a:ext cx="2632025" cy="1713876"/>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smtClean="0">
              <a:latin typeface="Times New Roman" pitchFamily="18" charset="0"/>
              <a:cs typeface="Times New Roman" pitchFamily="18" charset="0"/>
            </a:rPr>
            <a:t> sphincter se relâche et devient facilement dilatable</a:t>
          </a:r>
          <a:r>
            <a:rPr lang="fr-FR" sz="2200" kern="1200" dirty="0" smtClean="0"/>
            <a:t>.</a:t>
          </a:r>
          <a:endParaRPr lang="fr-FR" sz="2200" kern="1200" dirty="0"/>
        </a:p>
      </dsp:txBody>
      <dsp:txXfrm>
        <a:off x="2743514" y="3719040"/>
        <a:ext cx="2632025" cy="1713876"/>
      </dsp:txXfrm>
    </dsp:sp>
    <dsp:sp modelId="{72779CCA-9E58-4C8D-957A-36ADA268AC16}">
      <dsp:nvSpPr>
        <dsp:cNvPr id="0" name=""/>
        <dsp:cNvSpPr/>
      </dsp:nvSpPr>
      <dsp:spPr>
        <a:xfrm>
          <a:off x="5596630" y="1859795"/>
          <a:ext cx="2632025" cy="1713876"/>
        </a:xfrm>
        <a:prstGeom prst="roundRect">
          <a:avLst>
            <a:gd name="adj" fmla="val 10000"/>
          </a:avLst>
        </a:prstGeom>
        <a:solidFill>
          <a:srgbClr val="6600FF"/>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fr-FR" sz="3100" kern="1200" dirty="0" smtClean="0">
              <a:latin typeface="Times New Roman" pitchFamily="18" charset="0"/>
              <a:cs typeface="Times New Roman" pitchFamily="18" charset="0"/>
            </a:rPr>
            <a:t>Déformation de l’anus en entonnoir</a:t>
          </a:r>
          <a:endParaRPr lang="fr-FR" sz="3100" kern="1200" dirty="0">
            <a:latin typeface="Times New Roman" pitchFamily="18" charset="0"/>
            <a:cs typeface="Times New Roman" pitchFamily="18" charset="0"/>
          </a:endParaRPr>
        </a:p>
      </dsp:txBody>
      <dsp:txXfrm>
        <a:off x="5596630" y="1859795"/>
        <a:ext cx="2632025" cy="1713876"/>
      </dsp:txXfrm>
    </dsp:sp>
    <dsp:sp modelId="{BEA882C2-941D-4BC1-999A-441AE814E616}">
      <dsp:nvSpPr>
        <dsp:cNvPr id="0" name=""/>
        <dsp:cNvSpPr/>
      </dsp:nvSpPr>
      <dsp:spPr>
        <a:xfrm>
          <a:off x="5596630" y="3719040"/>
          <a:ext cx="2632025" cy="1713876"/>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fr-FR" sz="3100" kern="1200" dirty="0" smtClean="0">
              <a:latin typeface="Times New Roman" pitchFamily="18" charset="0"/>
              <a:cs typeface="Times New Roman" pitchFamily="18" charset="0"/>
            </a:rPr>
            <a:t>Effacement des plis radiés de l’anus.</a:t>
          </a:r>
          <a:endParaRPr lang="fr-FR" sz="3100" kern="1200" dirty="0">
            <a:latin typeface="Times New Roman" pitchFamily="18" charset="0"/>
            <a:cs typeface="Times New Roman" pitchFamily="18" charset="0"/>
          </a:endParaRPr>
        </a:p>
      </dsp:txBody>
      <dsp:txXfrm>
        <a:off x="5596630" y="3719040"/>
        <a:ext cx="2632025" cy="1713876"/>
      </dsp:txXfrm>
    </dsp:sp>
  </dsp:spTree>
</dsp:drawing>
</file>

<file path=ppt/diagrams/drawing1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DFC060E-0EBC-4EAB-9541-64F35F7514B5}">
      <dsp:nvSpPr>
        <dsp:cNvPr id="0" name=""/>
        <dsp:cNvSpPr/>
      </dsp:nvSpPr>
      <dsp:spPr>
        <a:xfrm>
          <a:off x="0" y="0"/>
          <a:ext cx="6995160" cy="1522028"/>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r>
            <a:rPr lang="fr-FR" sz="4000" kern="1200" dirty="0" smtClean="0">
              <a:latin typeface="Times New Roman" pitchFamily="18" charset="0"/>
              <a:cs typeface="Times New Roman" pitchFamily="18" charset="0"/>
            </a:rPr>
            <a:t>Conséquences :</a:t>
          </a:r>
          <a:endParaRPr lang="fr-FR" sz="4000" kern="1200" dirty="0">
            <a:latin typeface="Times New Roman" pitchFamily="18" charset="0"/>
            <a:cs typeface="Times New Roman" pitchFamily="18" charset="0"/>
          </a:endParaRPr>
        </a:p>
      </dsp:txBody>
      <dsp:txXfrm>
        <a:off x="0" y="0"/>
        <a:ext cx="5441930" cy="1522028"/>
      </dsp:txXfrm>
    </dsp:sp>
    <dsp:sp modelId="{2FB302CB-AD0E-41D8-85E2-24832B9CD31F}">
      <dsp:nvSpPr>
        <dsp:cNvPr id="0" name=""/>
        <dsp:cNvSpPr/>
      </dsp:nvSpPr>
      <dsp:spPr>
        <a:xfrm>
          <a:off x="617219" y="1775699"/>
          <a:ext cx="6995160" cy="1522028"/>
        </a:xfrm>
        <a:prstGeom prst="roundRect">
          <a:avLst>
            <a:gd name="adj" fmla="val 10000"/>
          </a:avLst>
        </a:prstGeom>
        <a:solidFill>
          <a:schemeClr val="accent3">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a:lnSpc>
              <a:spcPct val="90000"/>
            </a:lnSpc>
            <a:spcBef>
              <a:spcPct val="0"/>
            </a:spcBef>
            <a:spcAft>
              <a:spcPct val="35000"/>
            </a:spcAft>
          </a:pPr>
          <a:r>
            <a:rPr lang="fr-FR" sz="3100" kern="1200" dirty="0" smtClean="0"/>
            <a:t>incontinence plus au moins complète des matières fécales.</a:t>
          </a:r>
          <a:endParaRPr lang="fr-FR" sz="3100" kern="1200" dirty="0"/>
        </a:p>
      </dsp:txBody>
      <dsp:txXfrm>
        <a:off x="617219" y="1775699"/>
        <a:ext cx="5388621" cy="1522028"/>
      </dsp:txXfrm>
    </dsp:sp>
    <dsp:sp modelId="{D6002480-B3CE-43BC-A15D-90547EA4C4E2}">
      <dsp:nvSpPr>
        <dsp:cNvPr id="0" name=""/>
        <dsp:cNvSpPr/>
      </dsp:nvSpPr>
      <dsp:spPr>
        <a:xfrm>
          <a:off x="1234439" y="3551398"/>
          <a:ext cx="6995160" cy="1522028"/>
        </a:xfrm>
        <a:prstGeom prst="roundRect">
          <a:avLst>
            <a:gd name="adj" fmla="val 10000"/>
          </a:avLst>
        </a:prstGeom>
        <a:solidFill>
          <a:srgbClr val="6600FF"/>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a:lnSpc>
              <a:spcPct val="90000"/>
            </a:lnSpc>
            <a:spcBef>
              <a:spcPct val="0"/>
            </a:spcBef>
            <a:spcAft>
              <a:spcPct val="35000"/>
            </a:spcAft>
          </a:pPr>
          <a:r>
            <a:rPr lang="fr-FR" sz="3100" kern="1200" dirty="0" smtClean="0"/>
            <a:t>développement de marisques et de condylomes.</a:t>
          </a:r>
          <a:endParaRPr lang="fr-FR" sz="3100" kern="1200" dirty="0"/>
        </a:p>
      </dsp:txBody>
      <dsp:txXfrm>
        <a:off x="1234439" y="3551398"/>
        <a:ext cx="5388621" cy="1522028"/>
      </dsp:txXfrm>
    </dsp:sp>
    <dsp:sp modelId="{15ABA90D-BC00-4F41-A5FF-84D8D8DCD3FA}">
      <dsp:nvSpPr>
        <dsp:cNvPr id="0" name=""/>
        <dsp:cNvSpPr/>
      </dsp:nvSpPr>
      <dsp:spPr>
        <a:xfrm>
          <a:off x="6005841" y="1154204"/>
          <a:ext cx="989318" cy="989318"/>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fr-FR" sz="3600" kern="1200"/>
        </a:p>
      </dsp:txBody>
      <dsp:txXfrm>
        <a:off x="6005841" y="1154204"/>
        <a:ext cx="989318" cy="989318"/>
      </dsp:txXfrm>
    </dsp:sp>
    <dsp:sp modelId="{0BC6D012-D90B-4B45-ACC7-D5F09AF50A2A}">
      <dsp:nvSpPr>
        <dsp:cNvPr id="0" name=""/>
        <dsp:cNvSpPr/>
      </dsp:nvSpPr>
      <dsp:spPr>
        <a:xfrm>
          <a:off x="6623061" y="2919757"/>
          <a:ext cx="989318" cy="989318"/>
        </a:xfrm>
        <a:prstGeom prst="downArrow">
          <a:avLst>
            <a:gd name="adj1" fmla="val 55000"/>
            <a:gd name="adj2" fmla="val 45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fr-FR" sz="3600" kern="1200"/>
        </a:p>
      </dsp:txBody>
      <dsp:txXfrm>
        <a:off x="6623061" y="2919757"/>
        <a:ext cx="989318" cy="989318"/>
      </dsp:txXfrm>
    </dsp:sp>
  </dsp:spTree>
</dsp:drawing>
</file>

<file path=ppt/diagrams/drawing2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33DC50D-F44F-467E-AFBF-C64C64D43C6B}">
      <dsp:nvSpPr>
        <dsp:cNvPr id="0" name=""/>
        <dsp:cNvSpPr/>
      </dsp:nvSpPr>
      <dsp:spPr>
        <a:xfrm>
          <a:off x="2342" y="958"/>
          <a:ext cx="8224915" cy="1412153"/>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fr-FR" sz="3600" b="0" i="0" kern="1200" dirty="0" smtClean="0">
              <a:latin typeface="Times New Roman" pitchFamily="18" charset="0"/>
              <a:cs typeface="Times New Roman" pitchFamily="18" charset="0"/>
            </a:rPr>
            <a:t>A- GENERALITES :</a:t>
          </a:r>
          <a:br>
            <a:rPr lang="fr-FR" sz="3600" b="0" i="0" kern="1200" dirty="0" smtClean="0">
              <a:latin typeface="Times New Roman" pitchFamily="18" charset="0"/>
              <a:cs typeface="Times New Roman" pitchFamily="18" charset="0"/>
            </a:rPr>
          </a:br>
          <a:endParaRPr lang="fr-FR" sz="3600" b="0" i="0" kern="1200" dirty="0">
            <a:latin typeface="Times New Roman" pitchFamily="18" charset="0"/>
            <a:cs typeface="Times New Roman" pitchFamily="18" charset="0"/>
          </a:endParaRPr>
        </a:p>
      </dsp:txBody>
      <dsp:txXfrm>
        <a:off x="2342" y="958"/>
        <a:ext cx="8224915" cy="1412153"/>
      </dsp:txXfrm>
    </dsp:sp>
    <dsp:sp modelId="{3C422AD9-F1F4-43C4-8B4B-5F39C6D59186}">
      <dsp:nvSpPr>
        <dsp:cNvPr id="0" name=""/>
        <dsp:cNvSpPr/>
      </dsp:nvSpPr>
      <dsp:spPr>
        <a:xfrm>
          <a:off x="10370" y="1556904"/>
          <a:ext cx="5170028" cy="1412153"/>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fr-FR" sz="2900" kern="1200" dirty="0" smtClean="0">
              <a:latin typeface="Times New Roman" pitchFamily="18" charset="0"/>
              <a:cs typeface="Times New Roman" pitchFamily="18" charset="0"/>
            </a:rPr>
            <a:t>Est  « la violence faite à une femme que l’on prend de force »</a:t>
          </a:r>
          <a:endParaRPr lang="fr-FR" sz="2900" kern="1200" dirty="0">
            <a:latin typeface="Times New Roman" pitchFamily="18" charset="0"/>
            <a:cs typeface="Times New Roman" pitchFamily="18" charset="0"/>
          </a:endParaRPr>
        </a:p>
      </dsp:txBody>
      <dsp:txXfrm>
        <a:off x="10370" y="1556904"/>
        <a:ext cx="5170028" cy="1412153"/>
      </dsp:txXfrm>
    </dsp:sp>
    <dsp:sp modelId="{5B6400E8-71DA-43CA-BB37-A3D7C4071D97}">
      <dsp:nvSpPr>
        <dsp:cNvPr id="0" name=""/>
        <dsp:cNvSpPr/>
      </dsp:nvSpPr>
      <dsp:spPr>
        <a:xfrm>
          <a:off x="312602" y="3113809"/>
          <a:ext cx="4700068" cy="1412153"/>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smtClean="0">
              <a:latin typeface="Times New Roman" pitchFamily="18" charset="0"/>
              <a:cs typeface="Times New Roman" pitchFamily="18" charset="0"/>
            </a:rPr>
            <a:t>L’acte qui a pour but l’intromission de la verge dans la cavité vaginale contre la volonté de la femme.</a:t>
          </a:r>
          <a:endParaRPr lang="fr-FR" sz="2400" kern="1200" dirty="0">
            <a:latin typeface="Times New Roman" pitchFamily="18" charset="0"/>
            <a:cs typeface="Times New Roman" pitchFamily="18" charset="0"/>
          </a:endParaRPr>
        </a:p>
      </dsp:txBody>
      <dsp:txXfrm>
        <a:off x="312602" y="3113809"/>
        <a:ext cx="4700068" cy="1412153"/>
      </dsp:txXfrm>
    </dsp:sp>
    <dsp:sp modelId="{127CF60D-CA93-42FE-8B35-C0FF2AA008AE}">
      <dsp:nvSpPr>
        <dsp:cNvPr id="0" name=""/>
        <dsp:cNvSpPr/>
      </dsp:nvSpPr>
      <dsp:spPr>
        <a:xfrm>
          <a:off x="5395499" y="1614492"/>
          <a:ext cx="2803349" cy="2908330"/>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fr-FR" sz="2900" kern="1200" dirty="0" smtClean="0">
              <a:latin typeface="Times New Roman" pitchFamily="18" charset="0"/>
              <a:cs typeface="Times New Roman" pitchFamily="18" charset="0"/>
            </a:rPr>
            <a:t>La possession d’une femme qu’elle soit vierge ou non sans son consentement</a:t>
          </a:r>
          <a:r>
            <a:rPr lang="fr-FR" sz="2900" kern="1200" dirty="0" smtClean="0"/>
            <a:t>.</a:t>
          </a:r>
          <a:endParaRPr lang="fr-FR" sz="2900" kern="1200" dirty="0"/>
        </a:p>
      </dsp:txBody>
      <dsp:txXfrm>
        <a:off x="5395499" y="1614492"/>
        <a:ext cx="2803349" cy="2908330"/>
      </dsp:txXfrm>
    </dsp:sp>
  </dsp:spTree>
</dsp:drawing>
</file>

<file path=ppt/diagrams/drawing2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14E2D60-B36B-4B3A-8BE3-51E8386AC227}">
      <dsp:nvSpPr>
        <dsp:cNvPr id="0" name=""/>
        <dsp:cNvSpPr/>
      </dsp:nvSpPr>
      <dsp:spPr>
        <a:xfrm>
          <a:off x="0" y="0"/>
          <a:ext cx="8229600" cy="1673244"/>
        </a:xfrm>
        <a:prstGeom prst="rect">
          <a:avLst/>
        </a:prstGeom>
        <a:solidFill>
          <a:schemeClr val="tx1">
            <a:lumMod val="75000"/>
            <a:lumOff val="2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fr-FR" sz="4400" kern="1200" dirty="0" smtClean="0">
              <a:latin typeface="Times New Roman" pitchFamily="18" charset="0"/>
              <a:cs typeface="Times New Roman" pitchFamily="18" charset="0"/>
            </a:rPr>
            <a:t>Aspect médico-légal:</a:t>
          </a:r>
          <a:endParaRPr lang="fr-FR" sz="4400" kern="1200" dirty="0">
            <a:latin typeface="Times New Roman" pitchFamily="18" charset="0"/>
            <a:cs typeface="Times New Roman" pitchFamily="18" charset="0"/>
          </a:endParaRPr>
        </a:p>
      </dsp:txBody>
      <dsp:txXfrm>
        <a:off x="0" y="0"/>
        <a:ext cx="8229600" cy="1673244"/>
      </dsp:txXfrm>
    </dsp:sp>
    <dsp:sp modelId="{B81B25B6-B9B8-4222-8DEE-9226532C7583}">
      <dsp:nvSpPr>
        <dsp:cNvPr id="0" name=""/>
        <dsp:cNvSpPr/>
      </dsp:nvSpPr>
      <dsp:spPr>
        <a:xfrm>
          <a:off x="4018" y="1673244"/>
          <a:ext cx="2740521" cy="3513814"/>
        </a:xfrm>
        <a:prstGeom prst="rect">
          <a:avLst/>
        </a:prstGeom>
        <a:solidFill>
          <a:schemeClr val="tx2">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fr-FR" sz="2500" kern="1200" dirty="0" smtClean="0">
              <a:latin typeface="Times New Roman" pitchFamily="18" charset="0"/>
              <a:cs typeface="Times New Roman" pitchFamily="18" charset="0"/>
            </a:rPr>
            <a:t>La victime ne peut être qu’une femme ; la possession d’un homme, contre son consentement, par une ou plusieurs femmes constitue un attentat à la pudeur</a:t>
          </a:r>
          <a:r>
            <a:rPr lang="fr-FR" sz="2500" kern="1200" dirty="0" smtClean="0"/>
            <a:t>.</a:t>
          </a:r>
          <a:endParaRPr lang="fr-FR" sz="2500" kern="1200" dirty="0"/>
        </a:p>
      </dsp:txBody>
      <dsp:txXfrm>
        <a:off x="4018" y="1673244"/>
        <a:ext cx="2740521" cy="3513814"/>
      </dsp:txXfrm>
    </dsp:sp>
    <dsp:sp modelId="{52E8485D-BDC2-489A-8BC1-A43BF764F7C0}">
      <dsp:nvSpPr>
        <dsp:cNvPr id="0" name=""/>
        <dsp:cNvSpPr/>
      </dsp:nvSpPr>
      <dsp:spPr>
        <a:xfrm>
          <a:off x="2744539" y="1673244"/>
          <a:ext cx="2740521" cy="3513814"/>
        </a:xfrm>
        <a:prstGeom prst="rect">
          <a:avLst/>
        </a:prstGeom>
        <a:solidFill>
          <a:schemeClr val="accent2">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fr-FR" sz="2500" kern="1200" dirty="0" smtClean="0">
              <a:latin typeface="Times New Roman" pitchFamily="18" charset="0"/>
              <a:cs typeface="Times New Roman" pitchFamily="18" charset="0"/>
            </a:rPr>
            <a:t> La victime doit être vivante ; le coït avec un cadavre (nécrophilie) constitue un outrage public à la pudeur</a:t>
          </a:r>
          <a:r>
            <a:rPr lang="fr-FR" sz="2500" kern="1200" dirty="0" smtClean="0"/>
            <a:t>, </a:t>
          </a:r>
          <a:endParaRPr lang="fr-FR" sz="2500" kern="1200" dirty="0"/>
        </a:p>
      </dsp:txBody>
      <dsp:txXfrm>
        <a:off x="2744539" y="1673244"/>
        <a:ext cx="2740521" cy="3513814"/>
      </dsp:txXfrm>
    </dsp:sp>
    <dsp:sp modelId="{01CC61C0-875E-4B35-A883-3AE6312BCD47}">
      <dsp:nvSpPr>
        <dsp:cNvPr id="0" name=""/>
        <dsp:cNvSpPr/>
      </dsp:nvSpPr>
      <dsp:spPr>
        <a:xfrm>
          <a:off x="5485060" y="1673244"/>
          <a:ext cx="2740521" cy="3513814"/>
        </a:xfrm>
        <a:prstGeom prst="rect">
          <a:avLst/>
        </a:prstGeom>
        <a:solidFill>
          <a:srgbClr val="7030A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fr-FR" sz="2500" kern="1200" dirty="0" smtClean="0">
              <a:latin typeface="Times New Roman" pitchFamily="18" charset="0"/>
              <a:cs typeface="Times New Roman" pitchFamily="18" charset="0"/>
            </a:rPr>
            <a:t> Il n’y a jamais de viol entre mari et femme, S’il usait de violence, il ne pourrait être poursuivi que pour coups et blessures volontaires.</a:t>
          </a:r>
          <a:endParaRPr lang="fr-FR" sz="2500" kern="1200" dirty="0">
            <a:latin typeface="Times New Roman" pitchFamily="18" charset="0"/>
            <a:cs typeface="Times New Roman" pitchFamily="18" charset="0"/>
          </a:endParaRPr>
        </a:p>
      </dsp:txBody>
      <dsp:txXfrm>
        <a:off x="5485060" y="1673244"/>
        <a:ext cx="2740521" cy="3513814"/>
      </dsp:txXfrm>
    </dsp:sp>
    <dsp:sp modelId="{4B6A85CD-7D49-4417-B5F9-0313BBB5AF81}">
      <dsp:nvSpPr>
        <dsp:cNvPr id="0" name=""/>
        <dsp:cNvSpPr/>
      </dsp:nvSpPr>
      <dsp:spPr>
        <a:xfrm>
          <a:off x="0" y="5187059"/>
          <a:ext cx="8229600" cy="390423"/>
        </a:xfrm>
        <a:prstGeom prst="rect">
          <a:avLst/>
        </a:prstGeom>
        <a:solidFill>
          <a:schemeClr val="bg1">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2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2D7CA12-1A88-40E6-A473-E54C5E5FD6C4}">
      <dsp:nvSpPr>
        <dsp:cNvPr id="0" name=""/>
        <dsp:cNvSpPr/>
      </dsp:nvSpPr>
      <dsp:spPr>
        <a:xfrm>
          <a:off x="3037" y="2228"/>
          <a:ext cx="8223524" cy="1543917"/>
        </a:xfrm>
        <a:prstGeom prst="roundRect">
          <a:avLst>
            <a:gd name="adj" fmla="val 10000"/>
          </a:avLst>
        </a:prstGeom>
        <a:solidFill>
          <a:schemeClr val="tx2"/>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fr-FR" sz="3600" kern="1200" dirty="0" smtClean="0">
              <a:latin typeface="Times New Roman" pitchFamily="18" charset="0"/>
              <a:cs typeface="Times New Roman" pitchFamily="18" charset="0"/>
            </a:rPr>
            <a:t>03 conditions doivent être réunies pour déterminer le viol :</a:t>
          </a:r>
          <a:endParaRPr lang="fr-FR" sz="3600" kern="1200" dirty="0">
            <a:latin typeface="Times New Roman" pitchFamily="18" charset="0"/>
            <a:cs typeface="Times New Roman" pitchFamily="18" charset="0"/>
          </a:endParaRPr>
        </a:p>
      </dsp:txBody>
      <dsp:txXfrm>
        <a:off x="3037" y="2228"/>
        <a:ext cx="8223524" cy="1543917"/>
      </dsp:txXfrm>
    </dsp:sp>
    <dsp:sp modelId="{DD0D29AF-05F2-4E4D-9109-36BE1F33E25B}">
      <dsp:nvSpPr>
        <dsp:cNvPr id="0" name=""/>
        <dsp:cNvSpPr/>
      </dsp:nvSpPr>
      <dsp:spPr>
        <a:xfrm>
          <a:off x="3037" y="1690613"/>
          <a:ext cx="3946028" cy="1543917"/>
        </a:xfrm>
        <a:prstGeom prst="roundRect">
          <a:avLst>
            <a:gd name="adj" fmla="val 10000"/>
          </a:avLst>
        </a:prstGeom>
        <a:solidFill>
          <a:schemeClr val="accent2">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fr-FR" sz="3000" kern="1200" dirty="0" smtClean="0">
              <a:latin typeface="Times New Roman" pitchFamily="18" charset="0"/>
              <a:cs typeface="Times New Roman" pitchFamily="18" charset="0"/>
            </a:rPr>
            <a:t>Pénétration d’une verge en érection dans le vagin</a:t>
          </a:r>
          <a:r>
            <a:rPr lang="fr-FR" sz="3000" kern="1200" dirty="0" smtClean="0"/>
            <a:t>.</a:t>
          </a:r>
          <a:endParaRPr lang="fr-FR" sz="3000" kern="1200" dirty="0"/>
        </a:p>
      </dsp:txBody>
      <dsp:txXfrm>
        <a:off x="3037" y="1690613"/>
        <a:ext cx="3946028" cy="1543917"/>
      </dsp:txXfrm>
    </dsp:sp>
    <dsp:sp modelId="{BEEE4EAE-7B6E-48C6-BBC2-4C938BDC3B3D}">
      <dsp:nvSpPr>
        <dsp:cNvPr id="0" name=""/>
        <dsp:cNvSpPr/>
      </dsp:nvSpPr>
      <dsp:spPr>
        <a:xfrm>
          <a:off x="3037" y="3378998"/>
          <a:ext cx="3946028" cy="1543917"/>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fr-FR" sz="2000" kern="1200" dirty="0" smtClean="0"/>
            <a:t> </a:t>
          </a:r>
          <a:r>
            <a:rPr lang="fr-FR" sz="2400" kern="1200" dirty="0" smtClean="0">
              <a:latin typeface="Times New Roman" pitchFamily="18" charset="0"/>
              <a:cs typeface="Times New Roman" pitchFamily="18" charset="0"/>
            </a:rPr>
            <a:t>L’intention doit être coupable</a:t>
          </a:r>
          <a:r>
            <a:rPr lang="fr-FR" sz="2000" kern="1200" dirty="0" smtClean="0"/>
            <a:t>.</a:t>
          </a:r>
          <a:endParaRPr lang="fr-FR" sz="2000" kern="1200" dirty="0"/>
        </a:p>
      </dsp:txBody>
      <dsp:txXfrm>
        <a:off x="3037" y="3378998"/>
        <a:ext cx="3946028" cy="1543917"/>
      </dsp:txXfrm>
    </dsp:sp>
    <dsp:sp modelId="{147A1AAA-8582-4C3E-B3DF-39798D777371}">
      <dsp:nvSpPr>
        <dsp:cNvPr id="0" name=""/>
        <dsp:cNvSpPr/>
      </dsp:nvSpPr>
      <dsp:spPr>
        <a:xfrm>
          <a:off x="4280533" y="1690613"/>
          <a:ext cx="3946028" cy="1543917"/>
        </a:xfrm>
        <a:prstGeom prst="roundRect">
          <a:avLst>
            <a:gd name="adj" fmla="val 10000"/>
          </a:avLst>
        </a:prstGeom>
        <a:solidFill>
          <a:schemeClr val="accent2">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fr-FR" sz="3000" kern="1200" dirty="0" smtClean="0">
              <a:latin typeface="Times New Roman" pitchFamily="18" charset="0"/>
              <a:cs typeface="Times New Roman" pitchFamily="18" charset="0"/>
            </a:rPr>
            <a:t>Usage de violence physique ou de contraintes morales </a:t>
          </a:r>
          <a:endParaRPr lang="fr-FR" sz="3000" kern="1200" dirty="0">
            <a:latin typeface="Times New Roman" pitchFamily="18" charset="0"/>
            <a:cs typeface="Times New Roman" pitchFamily="18" charset="0"/>
          </a:endParaRPr>
        </a:p>
      </dsp:txBody>
      <dsp:txXfrm>
        <a:off x="4280533" y="1690613"/>
        <a:ext cx="3946028" cy="1543917"/>
      </dsp:txXfrm>
    </dsp:sp>
    <dsp:sp modelId="{156EAD8B-E6AD-447C-B2D4-D76FF19F8BB2}">
      <dsp:nvSpPr>
        <dsp:cNvPr id="0" name=""/>
        <dsp:cNvSpPr/>
      </dsp:nvSpPr>
      <dsp:spPr>
        <a:xfrm>
          <a:off x="4280533" y="3378998"/>
          <a:ext cx="3946028" cy="1543917"/>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fr-FR" sz="2100" kern="1200" dirty="0" smtClean="0"/>
            <a:t> </a:t>
          </a:r>
          <a:r>
            <a:rPr lang="fr-FR" sz="2000" kern="1200" dirty="0" smtClean="0">
              <a:latin typeface="Times New Roman" pitchFamily="18" charset="0"/>
              <a:cs typeface="Times New Roman" pitchFamily="18" charset="0"/>
            </a:rPr>
            <a:t>victime mineur, les violences et le non – consentement ne sont pas nécessaires pour la qualification de l’acte criminel.</a:t>
          </a:r>
          <a:endParaRPr lang="fr-FR" sz="2000" kern="1200" dirty="0">
            <a:latin typeface="Times New Roman" pitchFamily="18" charset="0"/>
            <a:cs typeface="Times New Roman" pitchFamily="18" charset="0"/>
          </a:endParaRPr>
        </a:p>
      </dsp:txBody>
      <dsp:txXfrm>
        <a:off x="4280533" y="3378998"/>
        <a:ext cx="3946028" cy="1543917"/>
      </dsp:txXfrm>
    </dsp:sp>
  </dsp:spTree>
</dsp:drawing>
</file>

<file path=ppt/diagrams/drawing2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506C8CC-2265-4661-8265-FADA40A77F15}">
      <dsp:nvSpPr>
        <dsp:cNvPr id="0" name=""/>
        <dsp:cNvSpPr/>
      </dsp:nvSpPr>
      <dsp:spPr>
        <a:xfrm>
          <a:off x="1004" y="0"/>
          <a:ext cx="2611933" cy="4525963"/>
        </a:xfrm>
        <a:prstGeom prst="roundRect">
          <a:avLst>
            <a:gd name="adj" fmla="val 10000"/>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fr-FR" sz="3800" kern="1200" dirty="0" smtClean="0"/>
            <a:t>Des traces</a:t>
          </a:r>
          <a:endParaRPr lang="fr-FR" sz="3800" kern="1200" dirty="0"/>
        </a:p>
      </dsp:txBody>
      <dsp:txXfrm>
        <a:off x="1004" y="0"/>
        <a:ext cx="2611933" cy="1357788"/>
      </dsp:txXfrm>
    </dsp:sp>
    <dsp:sp modelId="{D48CB09C-1581-46C5-B4AC-EA11ABB1DAAC}">
      <dsp:nvSpPr>
        <dsp:cNvPr id="0" name=""/>
        <dsp:cNvSpPr/>
      </dsp:nvSpPr>
      <dsp:spPr>
        <a:xfrm>
          <a:off x="262197" y="1359114"/>
          <a:ext cx="2089546" cy="1364639"/>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8420" tIns="43815" rIns="58420" bIns="43815" numCol="1" spcCol="1270" anchor="ctr" anchorCtr="0">
          <a:noAutofit/>
        </a:bodyPr>
        <a:lstStyle/>
        <a:p>
          <a:pPr lvl="0" algn="ctr" defTabSz="1022350">
            <a:lnSpc>
              <a:spcPct val="90000"/>
            </a:lnSpc>
            <a:spcBef>
              <a:spcPct val="0"/>
            </a:spcBef>
            <a:spcAft>
              <a:spcPct val="35000"/>
            </a:spcAft>
          </a:pPr>
          <a:r>
            <a:rPr lang="fr-FR" sz="2300" kern="1200" dirty="0" smtClean="0"/>
            <a:t>Ecchymoses, égratignures </a:t>
          </a:r>
          <a:endParaRPr lang="fr-FR" sz="2300" kern="1200" dirty="0"/>
        </a:p>
      </dsp:txBody>
      <dsp:txXfrm>
        <a:off x="262197" y="1359114"/>
        <a:ext cx="2089546" cy="1364639"/>
      </dsp:txXfrm>
    </dsp:sp>
    <dsp:sp modelId="{27250574-BAE0-4138-A99B-7D4441859A37}">
      <dsp:nvSpPr>
        <dsp:cNvPr id="0" name=""/>
        <dsp:cNvSpPr/>
      </dsp:nvSpPr>
      <dsp:spPr>
        <a:xfrm>
          <a:off x="262197" y="2933699"/>
          <a:ext cx="2089546" cy="1364639"/>
        </a:xfrm>
        <a:prstGeom prst="roundRect">
          <a:avLst>
            <a:gd name="adj" fmla="val 10000"/>
          </a:avLst>
        </a:prstGeom>
        <a:solidFill>
          <a:schemeClr val="accent3">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8420" tIns="43815" rIns="58420" bIns="43815" numCol="1" spcCol="1270" anchor="ctr" anchorCtr="0">
          <a:noAutofit/>
        </a:bodyPr>
        <a:lstStyle/>
        <a:p>
          <a:pPr lvl="0" algn="ctr" defTabSz="1022350">
            <a:lnSpc>
              <a:spcPct val="90000"/>
            </a:lnSpc>
            <a:spcBef>
              <a:spcPct val="0"/>
            </a:spcBef>
            <a:spcAft>
              <a:spcPct val="35000"/>
            </a:spcAft>
          </a:pPr>
          <a:r>
            <a:rPr lang="fr-FR" sz="2300" kern="1200" dirty="0" smtClean="0"/>
            <a:t>au tour de la bouche et des narines </a:t>
          </a:r>
          <a:endParaRPr lang="fr-FR" sz="2300" kern="1200" dirty="0"/>
        </a:p>
      </dsp:txBody>
      <dsp:txXfrm>
        <a:off x="262197" y="2933699"/>
        <a:ext cx="2089546" cy="1364639"/>
      </dsp:txXfrm>
    </dsp:sp>
    <dsp:sp modelId="{65D7B21D-52B4-4883-9885-06E6EF350FDD}">
      <dsp:nvSpPr>
        <dsp:cNvPr id="0" name=""/>
        <dsp:cNvSpPr/>
      </dsp:nvSpPr>
      <dsp:spPr>
        <a:xfrm>
          <a:off x="2818654" y="0"/>
          <a:ext cx="2611933" cy="4525963"/>
        </a:xfrm>
        <a:prstGeom prst="roundRect">
          <a:avLst>
            <a:gd name="adj" fmla="val 10000"/>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fr-FR" sz="3800" kern="1200" dirty="0" smtClean="0"/>
            <a:t>De violences</a:t>
          </a:r>
          <a:endParaRPr lang="fr-FR" sz="3800" kern="1200" dirty="0"/>
        </a:p>
      </dsp:txBody>
      <dsp:txXfrm>
        <a:off x="2818654" y="0"/>
        <a:ext cx="2611933" cy="1357788"/>
      </dsp:txXfrm>
    </dsp:sp>
    <dsp:sp modelId="{821C5EF8-058D-433A-A6B1-8277040CEAB2}">
      <dsp:nvSpPr>
        <dsp:cNvPr id="0" name=""/>
        <dsp:cNvSpPr/>
      </dsp:nvSpPr>
      <dsp:spPr>
        <a:xfrm>
          <a:off x="3070026" y="1359114"/>
          <a:ext cx="2089546" cy="1364639"/>
        </a:xfrm>
        <a:prstGeom prst="roundRect">
          <a:avLst>
            <a:gd name="adj" fmla="val 10000"/>
          </a:avLst>
        </a:prstGeom>
        <a:solidFill>
          <a:srgbClr val="7030A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8420" tIns="43815" rIns="58420" bIns="43815" numCol="1" spcCol="1270" anchor="ctr" anchorCtr="0">
          <a:noAutofit/>
        </a:bodyPr>
        <a:lstStyle/>
        <a:p>
          <a:pPr lvl="0" algn="ctr" defTabSz="1022350">
            <a:lnSpc>
              <a:spcPct val="90000"/>
            </a:lnSpc>
            <a:spcBef>
              <a:spcPct val="0"/>
            </a:spcBef>
            <a:spcAft>
              <a:spcPct val="35000"/>
            </a:spcAft>
          </a:pPr>
          <a:r>
            <a:rPr lang="fr-FR" sz="2300" kern="1200" dirty="0" smtClean="0"/>
            <a:t>à la face interne des cuisses</a:t>
          </a:r>
          <a:endParaRPr lang="fr-FR" sz="2300" kern="1200" dirty="0"/>
        </a:p>
      </dsp:txBody>
      <dsp:txXfrm>
        <a:off x="3070026" y="1359114"/>
        <a:ext cx="2089546" cy="1364639"/>
      </dsp:txXfrm>
    </dsp:sp>
    <dsp:sp modelId="{71C9A64B-FDE4-4B8C-B378-1AA5B9CFB209}">
      <dsp:nvSpPr>
        <dsp:cNvPr id="0" name=""/>
        <dsp:cNvSpPr/>
      </dsp:nvSpPr>
      <dsp:spPr>
        <a:xfrm>
          <a:off x="3070026" y="2933699"/>
          <a:ext cx="2089546" cy="1364639"/>
        </a:xfrm>
        <a:prstGeom prst="roundRect">
          <a:avLst>
            <a:gd name="adj" fmla="val 10000"/>
          </a:avLst>
        </a:prstGeom>
        <a:solidFill>
          <a:schemeClr val="tx2"/>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8420" tIns="43815" rIns="58420" bIns="43815" numCol="1" spcCol="1270" anchor="ctr" anchorCtr="0">
          <a:noAutofit/>
        </a:bodyPr>
        <a:lstStyle/>
        <a:p>
          <a:pPr lvl="0" algn="ctr" defTabSz="1022350">
            <a:lnSpc>
              <a:spcPct val="90000"/>
            </a:lnSpc>
            <a:spcBef>
              <a:spcPct val="0"/>
            </a:spcBef>
            <a:spcAft>
              <a:spcPct val="35000"/>
            </a:spcAft>
          </a:pPr>
          <a:r>
            <a:rPr lang="fr-FR" sz="2300" kern="1200" dirty="0" smtClean="0"/>
            <a:t>chercher à étouffer les cris de la victime </a:t>
          </a:r>
          <a:endParaRPr lang="fr-FR" sz="2300" kern="1200" dirty="0"/>
        </a:p>
      </dsp:txBody>
      <dsp:txXfrm>
        <a:off x="3070026" y="2933699"/>
        <a:ext cx="2089546" cy="1364639"/>
      </dsp:txXfrm>
    </dsp:sp>
    <dsp:sp modelId="{DA851DC7-BC1B-447D-8922-541DC8EF90CB}">
      <dsp:nvSpPr>
        <dsp:cNvPr id="0" name=""/>
        <dsp:cNvSpPr/>
      </dsp:nvSpPr>
      <dsp:spPr>
        <a:xfrm>
          <a:off x="5616661" y="0"/>
          <a:ext cx="2611933" cy="4525963"/>
        </a:xfrm>
        <a:prstGeom prst="roundRect">
          <a:avLst>
            <a:gd name="adj" fmla="val 10000"/>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fr-FR" sz="3800" kern="1200" dirty="0" smtClean="0"/>
            <a:t>De lutte et de défense</a:t>
          </a:r>
          <a:endParaRPr lang="fr-FR" sz="3800" kern="1200" dirty="0"/>
        </a:p>
      </dsp:txBody>
      <dsp:txXfrm>
        <a:off x="5616661" y="0"/>
        <a:ext cx="2611933" cy="1357788"/>
      </dsp:txXfrm>
    </dsp:sp>
    <dsp:sp modelId="{F649732A-FF70-4D20-A2E1-3D0AF145DB60}">
      <dsp:nvSpPr>
        <dsp:cNvPr id="0" name=""/>
        <dsp:cNvSpPr/>
      </dsp:nvSpPr>
      <dsp:spPr>
        <a:xfrm>
          <a:off x="5877855" y="1359114"/>
          <a:ext cx="2089546" cy="1364639"/>
        </a:xfrm>
        <a:prstGeom prst="roundRect">
          <a:avLst>
            <a:gd name="adj" fmla="val 10000"/>
          </a:avLst>
        </a:prstGeom>
        <a:solidFill>
          <a:schemeClr val="accent6">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8420" tIns="43815" rIns="58420" bIns="43815" numCol="1" spcCol="1270" anchor="ctr" anchorCtr="0">
          <a:noAutofit/>
        </a:bodyPr>
        <a:lstStyle/>
        <a:p>
          <a:pPr lvl="0" algn="ctr" defTabSz="1022350">
            <a:lnSpc>
              <a:spcPct val="90000"/>
            </a:lnSpc>
            <a:spcBef>
              <a:spcPct val="0"/>
            </a:spcBef>
            <a:spcAft>
              <a:spcPct val="35000"/>
            </a:spcAft>
          </a:pPr>
          <a:r>
            <a:rPr lang="fr-FR" sz="2300" kern="1200" dirty="0" smtClean="0"/>
            <a:t>aux poignets et, aux bras, ou bien au visage,</a:t>
          </a:r>
          <a:endParaRPr lang="fr-FR" sz="2300" kern="1200" dirty="0"/>
        </a:p>
      </dsp:txBody>
      <dsp:txXfrm>
        <a:off x="5877855" y="1359114"/>
        <a:ext cx="2089546" cy="1364639"/>
      </dsp:txXfrm>
    </dsp:sp>
    <dsp:sp modelId="{9AA4CB3A-4EAA-48CA-9763-AD544EADD2F7}">
      <dsp:nvSpPr>
        <dsp:cNvPr id="0" name=""/>
        <dsp:cNvSpPr/>
      </dsp:nvSpPr>
      <dsp:spPr>
        <a:xfrm>
          <a:off x="5877855" y="2933699"/>
          <a:ext cx="2089546" cy="1364639"/>
        </a:xfrm>
        <a:prstGeom prst="roundRect">
          <a:avLst>
            <a:gd name="adj" fmla="val 10000"/>
          </a:avLst>
        </a:prstGeom>
        <a:solidFill>
          <a:schemeClr val="tx1"/>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8420" tIns="43815" rIns="58420" bIns="43815" numCol="1" spcCol="1270" anchor="ctr" anchorCtr="0">
          <a:noAutofit/>
        </a:bodyPr>
        <a:lstStyle/>
        <a:p>
          <a:pPr lvl="0" algn="ctr" defTabSz="1022350">
            <a:lnSpc>
              <a:spcPct val="90000"/>
            </a:lnSpc>
            <a:spcBef>
              <a:spcPct val="0"/>
            </a:spcBef>
            <a:spcAft>
              <a:spcPct val="35000"/>
            </a:spcAft>
          </a:pPr>
          <a:r>
            <a:rPr lang="fr-FR" sz="2300" kern="1200" dirty="0" smtClean="0"/>
            <a:t>au cou, si  tenté de l’étrangler</a:t>
          </a:r>
          <a:endParaRPr lang="fr-FR" sz="2300" kern="1200" dirty="0"/>
        </a:p>
      </dsp:txBody>
      <dsp:txXfrm>
        <a:off x="5877855" y="2933699"/>
        <a:ext cx="2089546" cy="1364639"/>
      </dsp:txXfrm>
    </dsp:sp>
  </dsp:spTree>
</dsp:drawing>
</file>

<file path=ppt/diagrams/drawing2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FAC0E7E-F82A-4EE9-A2A3-90A66486B7D5}">
      <dsp:nvSpPr>
        <dsp:cNvPr id="0" name=""/>
        <dsp:cNvSpPr/>
      </dsp:nvSpPr>
      <dsp:spPr>
        <a:xfrm>
          <a:off x="1449" y="2841"/>
          <a:ext cx="8226701" cy="1640641"/>
        </a:xfrm>
        <a:prstGeom prst="roundRect">
          <a:avLst>
            <a:gd name="adj" fmla="val 10000"/>
          </a:avLst>
        </a:prstGeom>
        <a:solidFill>
          <a:schemeClr val="accent2">
            <a:lumMod val="40000"/>
            <a:lumOff val="6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fr-FR" sz="4000" b="0" u="none" kern="1200" dirty="0" smtClean="0">
              <a:solidFill>
                <a:schemeClr val="tx1"/>
              </a:solidFill>
              <a:latin typeface="Times New Roman" pitchFamily="18" charset="0"/>
              <a:cs typeface="Times New Roman" pitchFamily="18" charset="0"/>
            </a:rPr>
            <a:t>Les traces de l’acte sexuel </a:t>
          </a:r>
          <a:endParaRPr lang="fr-FR" sz="4000" b="0" u="none" kern="1200" dirty="0">
            <a:solidFill>
              <a:schemeClr val="tx1"/>
            </a:solidFill>
            <a:latin typeface="Times New Roman" pitchFamily="18" charset="0"/>
            <a:cs typeface="Times New Roman" pitchFamily="18" charset="0"/>
          </a:endParaRPr>
        </a:p>
      </dsp:txBody>
      <dsp:txXfrm>
        <a:off x="1449" y="2841"/>
        <a:ext cx="8226701" cy="1640641"/>
      </dsp:txXfrm>
    </dsp:sp>
    <dsp:sp modelId="{E5769459-D3D1-4767-B7A4-5145E437A416}">
      <dsp:nvSpPr>
        <dsp:cNvPr id="0" name=""/>
        <dsp:cNvSpPr/>
      </dsp:nvSpPr>
      <dsp:spPr>
        <a:xfrm>
          <a:off x="101859" y="1772138"/>
          <a:ext cx="3377938" cy="1640641"/>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fr-FR" sz="3100" b="1" kern="1200" dirty="0" smtClean="0"/>
            <a:t>1- Les traces anatomiques </a:t>
          </a:r>
          <a:endParaRPr lang="fr-FR" sz="3100" kern="1200" dirty="0"/>
        </a:p>
      </dsp:txBody>
      <dsp:txXfrm>
        <a:off x="101859" y="1772138"/>
        <a:ext cx="3377938" cy="1640641"/>
      </dsp:txXfrm>
    </dsp:sp>
    <dsp:sp modelId="{EBD27049-E73A-4F7D-9116-8FE5CCA69FF6}">
      <dsp:nvSpPr>
        <dsp:cNvPr id="0" name=""/>
        <dsp:cNvSpPr/>
      </dsp:nvSpPr>
      <dsp:spPr>
        <a:xfrm>
          <a:off x="154363" y="3576801"/>
          <a:ext cx="3672430" cy="1640641"/>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smtClean="0"/>
            <a:t> il enregistre les traces significatives que laisse la pénétration dans le vagin de la verge en érection</a:t>
          </a:r>
          <a:endParaRPr lang="fr-FR" sz="2400" kern="1200" dirty="0"/>
        </a:p>
      </dsp:txBody>
      <dsp:txXfrm>
        <a:off x="154363" y="3576801"/>
        <a:ext cx="3672430" cy="1640641"/>
      </dsp:txXfrm>
    </dsp:sp>
    <dsp:sp modelId="{AEDEEDA5-3157-4DB3-A467-9034AD892E00}">
      <dsp:nvSpPr>
        <dsp:cNvPr id="0" name=""/>
        <dsp:cNvSpPr/>
      </dsp:nvSpPr>
      <dsp:spPr>
        <a:xfrm>
          <a:off x="3826432" y="1788400"/>
          <a:ext cx="4393688" cy="1640641"/>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fr-FR" sz="3100" kern="1200" dirty="0" smtClean="0"/>
            <a:t> l’hymen est le témoin anatomique de la défloration,</a:t>
          </a:r>
          <a:endParaRPr lang="fr-FR" sz="3100" kern="1200" dirty="0"/>
        </a:p>
      </dsp:txBody>
      <dsp:txXfrm>
        <a:off x="3826432" y="1788400"/>
        <a:ext cx="4393688" cy="1640641"/>
      </dsp:txXfrm>
    </dsp:sp>
    <dsp:sp modelId="{B27EF67B-3CA2-4F2E-89BE-5638625895D3}">
      <dsp:nvSpPr>
        <dsp:cNvPr id="0" name=""/>
        <dsp:cNvSpPr/>
      </dsp:nvSpPr>
      <dsp:spPr>
        <a:xfrm>
          <a:off x="4258815" y="3576801"/>
          <a:ext cx="3856920" cy="1640641"/>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smtClean="0"/>
            <a:t> La barrière médico-légale du viol </a:t>
          </a:r>
          <a:endParaRPr lang="fr-FR" sz="2400" kern="1200" dirty="0"/>
        </a:p>
      </dsp:txBody>
      <dsp:txXfrm>
        <a:off x="4258815" y="3576801"/>
        <a:ext cx="3856920" cy="1640641"/>
      </dsp:txXfrm>
    </dsp:sp>
  </dsp:spTree>
</dsp:drawing>
</file>

<file path=ppt/diagrams/drawing2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9A75F02-EA30-4D72-9986-9EEE60BD92D3}">
      <dsp:nvSpPr>
        <dsp:cNvPr id="0" name=""/>
        <dsp:cNvSpPr/>
      </dsp:nvSpPr>
      <dsp:spPr>
        <a:xfrm>
          <a:off x="0" y="0"/>
          <a:ext cx="8229600" cy="1357788"/>
        </a:xfrm>
        <a:prstGeom prst="rect">
          <a:avLst/>
        </a:prstGeom>
        <a:solidFill>
          <a:schemeClr val="accent4">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fr-FR" sz="3600" kern="1200" dirty="0" smtClean="0">
              <a:latin typeface="Times New Roman" pitchFamily="18" charset="0"/>
              <a:cs typeface="Times New Roman" pitchFamily="18" charset="0"/>
            </a:rPr>
            <a:t>Le viol traumatise l’hymen et occasionne</a:t>
          </a:r>
          <a:endParaRPr lang="fr-FR" sz="3600" kern="1200" dirty="0">
            <a:latin typeface="Times New Roman" pitchFamily="18" charset="0"/>
            <a:cs typeface="Times New Roman" pitchFamily="18" charset="0"/>
          </a:endParaRPr>
        </a:p>
      </dsp:txBody>
      <dsp:txXfrm>
        <a:off x="0" y="0"/>
        <a:ext cx="8229600" cy="1357788"/>
      </dsp:txXfrm>
    </dsp:sp>
    <dsp:sp modelId="{61E9EB2B-161E-40BA-98E1-ABB46937B54C}">
      <dsp:nvSpPr>
        <dsp:cNvPr id="0" name=""/>
        <dsp:cNvSpPr/>
      </dsp:nvSpPr>
      <dsp:spPr>
        <a:xfrm>
          <a:off x="4018" y="1357788"/>
          <a:ext cx="2740521" cy="2851356"/>
        </a:xfrm>
        <a:prstGeom prst="rect">
          <a:avLst/>
        </a:prstGeom>
        <a:solidFill>
          <a:schemeClr val="tx1"/>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fr-FR" sz="2800" kern="1200" dirty="0" smtClean="0">
              <a:latin typeface="Times New Roman" pitchFamily="18" charset="0"/>
              <a:cs typeface="Times New Roman" pitchFamily="18" charset="0"/>
            </a:rPr>
            <a:t>Des déchirures situés généralement sur le cadran postérieur (5 et 7 heures )</a:t>
          </a:r>
          <a:endParaRPr lang="fr-FR" sz="2800" kern="1200" dirty="0">
            <a:latin typeface="Times New Roman" pitchFamily="18" charset="0"/>
            <a:cs typeface="Times New Roman" pitchFamily="18" charset="0"/>
          </a:endParaRPr>
        </a:p>
      </dsp:txBody>
      <dsp:txXfrm>
        <a:off x="4018" y="1357788"/>
        <a:ext cx="2740521" cy="2851356"/>
      </dsp:txXfrm>
    </dsp:sp>
    <dsp:sp modelId="{3B3E401E-C051-47B9-8932-96D79BBFA5CC}">
      <dsp:nvSpPr>
        <dsp:cNvPr id="0" name=""/>
        <dsp:cNvSpPr/>
      </dsp:nvSpPr>
      <dsp:spPr>
        <a:xfrm>
          <a:off x="2744539" y="1357788"/>
          <a:ext cx="2740521" cy="2851356"/>
        </a:xfrm>
        <a:prstGeom prst="rect">
          <a:avLst/>
        </a:prstGeom>
        <a:solidFill>
          <a:schemeClr val="tx2">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fr-FR" sz="2800" kern="1200" dirty="0" smtClean="0">
              <a:latin typeface="Times New Roman" pitchFamily="18" charset="0"/>
              <a:cs typeface="Times New Roman" pitchFamily="18" charset="0"/>
            </a:rPr>
            <a:t>Une douleur, des brûlures mictionnelles </a:t>
          </a:r>
          <a:endParaRPr lang="fr-FR" sz="2800" kern="1200" dirty="0">
            <a:latin typeface="Times New Roman" pitchFamily="18" charset="0"/>
            <a:cs typeface="Times New Roman" pitchFamily="18" charset="0"/>
          </a:endParaRPr>
        </a:p>
      </dsp:txBody>
      <dsp:txXfrm>
        <a:off x="2744539" y="1357788"/>
        <a:ext cx="2740521" cy="2851356"/>
      </dsp:txXfrm>
    </dsp:sp>
    <dsp:sp modelId="{5512B098-A523-47EC-82E9-BA738E7664EC}">
      <dsp:nvSpPr>
        <dsp:cNvPr id="0" name=""/>
        <dsp:cNvSpPr/>
      </dsp:nvSpPr>
      <dsp:spPr>
        <a:xfrm>
          <a:off x="5485060" y="1357788"/>
          <a:ext cx="2740521" cy="2851356"/>
        </a:xfrm>
        <a:prstGeom prst="rect">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fr-FR" sz="2800" kern="1200" dirty="0" smtClean="0">
              <a:latin typeface="Times New Roman" pitchFamily="18" charset="0"/>
              <a:cs typeface="Times New Roman" pitchFamily="18" charset="0"/>
            </a:rPr>
            <a:t>Une hémorragie peu importante</a:t>
          </a:r>
          <a:endParaRPr lang="fr-FR" sz="2800" kern="1200" dirty="0">
            <a:latin typeface="Times New Roman" pitchFamily="18" charset="0"/>
            <a:cs typeface="Times New Roman" pitchFamily="18" charset="0"/>
          </a:endParaRPr>
        </a:p>
      </dsp:txBody>
      <dsp:txXfrm>
        <a:off x="5485060" y="1357788"/>
        <a:ext cx="2740521" cy="2851356"/>
      </dsp:txXfrm>
    </dsp:sp>
    <dsp:sp modelId="{52454A82-2410-463B-8EFA-FE89DF549F52}">
      <dsp:nvSpPr>
        <dsp:cNvPr id="0" name=""/>
        <dsp:cNvSpPr/>
      </dsp:nvSpPr>
      <dsp:spPr>
        <a:xfrm>
          <a:off x="0" y="4209145"/>
          <a:ext cx="8229600" cy="316817"/>
        </a:xfrm>
        <a:prstGeom prst="rect">
          <a:avLst/>
        </a:prstGeom>
        <a:solidFill>
          <a:schemeClr val="accent2">
            <a:shade val="9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2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1AFDE18-AF67-426D-80D2-F6B25D234D84}">
      <dsp:nvSpPr>
        <dsp:cNvPr id="0" name=""/>
        <dsp:cNvSpPr/>
      </dsp:nvSpPr>
      <dsp:spPr>
        <a:xfrm>
          <a:off x="1512371" y="0"/>
          <a:ext cx="4525963" cy="4525963"/>
        </a:xfrm>
        <a:prstGeom prst="triangle">
          <a:avLst/>
        </a:prstGeom>
        <a:solidFill>
          <a:schemeClr val="accent5">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C43D4A6-2F3B-4A30-A6E4-1D814BA73C6D}">
      <dsp:nvSpPr>
        <dsp:cNvPr id="0" name=""/>
        <dsp:cNvSpPr/>
      </dsp:nvSpPr>
      <dsp:spPr>
        <a:xfrm>
          <a:off x="3775352" y="455027"/>
          <a:ext cx="2941875" cy="1071380"/>
        </a:xfrm>
        <a:prstGeom prst="roundRect">
          <a:avLst/>
        </a:prstGeom>
        <a:solidFill>
          <a:srgbClr val="120606">
            <a:alpha val="89804"/>
          </a:srgb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fr-FR" sz="1600" kern="1200" dirty="0" smtClean="0">
              <a:solidFill>
                <a:schemeClr val="bg1"/>
              </a:solidFill>
            </a:rPr>
            <a:t>Les déchirures traumatiques </a:t>
          </a:r>
          <a:endParaRPr lang="fr-FR" sz="1600" kern="1200" dirty="0">
            <a:solidFill>
              <a:schemeClr val="bg1"/>
            </a:solidFill>
          </a:endParaRPr>
        </a:p>
      </dsp:txBody>
      <dsp:txXfrm>
        <a:off x="3775352" y="455027"/>
        <a:ext cx="2941875" cy="1071380"/>
      </dsp:txXfrm>
    </dsp:sp>
    <dsp:sp modelId="{4FF5A939-20C5-42E5-B999-8995B6BA7081}">
      <dsp:nvSpPr>
        <dsp:cNvPr id="0" name=""/>
        <dsp:cNvSpPr/>
      </dsp:nvSpPr>
      <dsp:spPr>
        <a:xfrm>
          <a:off x="3775352" y="1660330"/>
          <a:ext cx="2941875" cy="1071380"/>
        </a:xfrm>
        <a:prstGeom prst="roundRect">
          <a:avLst/>
        </a:prstGeom>
        <a:solidFill>
          <a:srgbClr val="120606">
            <a:alpha val="90000"/>
          </a:srgbClr>
        </a:solidFill>
        <a:ln w="9525" cap="flat" cmpd="sng" algn="ctr">
          <a:solidFill>
            <a:schemeClr val="accent2">
              <a:hueOff val="2340759"/>
              <a:satOff val="-2919"/>
              <a:lumOff val="686"/>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fr-FR" sz="1600" kern="1200" dirty="0" smtClean="0">
              <a:solidFill>
                <a:schemeClr val="bg1"/>
              </a:solidFill>
            </a:rPr>
            <a:t>ne doivent pas être confondues avec les encoches congénitales,</a:t>
          </a:r>
          <a:endParaRPr lang="fr-FR" sz="1600" kern="1200" dirty="0">
            <a:solidFill>
              <a:schemeClr val="bg1"/>
            </a:solidFill>
          </a:endParaRPr>
        </a:p>
      </dsp:txBody>
      <dsp:txXfrm>
        <a:off x="3775352" y="1660330"/>
        <a:ext cx="2941875" cy="1071380"/>
      </dsp:txXfrm>
    </dsp:sp>
    <dsp:sp modelId="{CE944FC2-CD87-4560-9739-29F08EE33D24}">
      <dsp:nvSpPr>
        <dsp:cNvPr id="0" name=""/>
        <dsp:cNvSpPr/>
      </dsp:nvSpPr>
      <dsp:spPr>
        <a:xfrm>
          <a:off x="3775352" y="2865632"/>
          <a:ext cx="2941875" cy="1071380"/>
        </a:xfrm>
        <a:prstGeom prst="roundRect">
          <a:avLst/>
        </a:prstGeom>
        <a:solidFill>
          <a:srgbClr val="120606">
            <a:alpha val="90000"/>
          </a:srgbClr>
        </a:solidFill>
        <a:ln w="9525" cap="flat" cmpd="sng" algn="ctr">
          <a:solidFill>
            <a:schemeClr val="accent2">
              <a:hueOff val="4681519"/>
              <a:satOff val="-5839"/>
              <a:lumOff val="1373"/>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fr-FR" sz="1600" kern="1200" dirty="0" smtClean="0">
              <a:solidFill>
                <a:schemeClr val="bg1"/>
              </a:solidFill>
            </a:rPr>
            <a:t> qui sont toujours symétriques, arrondies et n’aboutissent pas au bord adhérent.</a:t>
          </a:r>
          <a:endParaRPr lang="fr-FR" sz="1600" kern="1200" dirty="0">
            <a:solidFill>
              <a:schemeClr val="bg1"/>
            </a:solidFill>
          </a:endParaRPr>
        </a:p>
      </dsp:txBody>
      <dsp:txXfrm>
        <a:off x="3775352" y="2865632"/>
        <a:ext cx="2941875" cy="1071380"/>
      </dsp:txXfrm>
    </dsp:sp>
  </dsp:spTree>
</dsp:drawing>
</file>

<file path=ppt/diagrams/drawing2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B43C267-AD68-48A2-88C6-F287F2D188CC}">
      <dsp:nvSpPr>
        <dsp:cNvPr id="0" name=""/>
        <dsp:cNvSpPr/>
      </dsp:nvSpPr>
      <dsp:spPr>
        <a:xfrm>
          <a:off x="944" y="958"/>
          <a:ext cx="8227711" cy="1412153"/>
        </a:xfrm>
        <a:prstGeom prst="roundRect">
          <a:avLst>
            <a:gd name="adj" fmla="val 10000"/>
          </a:avLst>
        </a:prstGeom>
        <a:solidFill>
          <a:srgbClr val="C0000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fr-FR" sz="3600" b="0" u="none" kern="1200" dirty="0" smtClean="0">
              <a:latin typeface="Times New Roman" pitchFamily="18" charset="0"/>
              <a:cs typeface="Times New Roman" pitchFamily="18" charset="0"/>
            </a:rPr>
            <a:t>1-Accueil de la victime :</a:t>
          </a:r>
          <a:endParaRPr lang="fr-FR" sz="3600" b="0" u="none" kern="1200" dirty="0">
            <a:latin typeface="Times New Roman" pitchFamily="18" charset="0"/>
            <a:cs typeface="Times New Roman" pitchFamily="18" charset="0"/>
          </a:endParaRPr>
        </a:p>
      </dsp:txBody>
      <dsp:txXfrm>
        <a:off x="944" y="958"/>
        <a:ext cx="8227711" cy="1412153"/>
      </dsp:txXfrm>
    </dsp:sp>
    <dsp:sp modelId="{F6F1E2AD-6D35-4A89-BEE0-3ACDDE402308}">
      <dsp:nvSpPr>
        <dsp:cNvPr id="0" name=""/>
        <dsp:cNvSpPr/>
      </dsp:nvSpPr>
      <dsp:spPr>
        <a:xfrm>
          <a:off x="944" y="1556904"/>
          <a:ext cx="5374595" cy="1412153"/>
        </a:xfrm>
        <a:prstGeom prst="roundRect">
          <a:avLst>
            <a:gd name="adj" fmla="val 10000"/>
          </a:avLst>
        </a:prstGeom>
        <a:solidFill>
          <a:schemeClr val="accent4">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smtClean="0">
              <a:latin typeface="Times New Roman" pitchFamily="18" charset="0"/>
              <a:cs typeface="Times New Roman" pitchFamily="18" charset="0"/>
            </a:rPr>
            <a:t>Circonstances  très diverses par un médecin d’examiner une victime d’agression sexuelle.</a:t>
          </a:r>
          <a:endParaRPr lang="fr-FR" sz="2400" kern="1200" dirty="0">
            <a:latin typeface="Times New Roman" pitchFamily="18" charset="0"/>
            <a:cs typeface="Times New Roman" pitchFamily="18" charset="0"/>
          </a:endParaRPr>
        </a:p>
      </dsp:txBody>
      <dsp:txXfrm>
        <a:off x="944" y="1556904"/>
        <a:ext cx="5374595" cy="1412153"/>
      </dsp:txXfrm>
    </dsp:sp>
    <dsp:sp modelId="{E2D286E6-F9A0-45C6-9BC6-5537C8AEBBFC}">
      <dsp:nvSpPr>
        <dsp:cNvPr id="0" name=""/>
        <dsp:cNvSpPr/>
      </dsp:nvSpPr>
      <dsp:spPr>
        <a:xfrm>
          <a:off x="944" y="3112851"/>
          <a:ext cx="2632025" cy="1412153"/>
        </a:xfrm>
        <a:prstGeom prst="roundRect">
          <a:avLst>
            <a:gd name="adj" fmla="val 10000"/>
          </a:avLst>
        </a:prstGeom>
        <a:solidFill>
          <a:schemeClr val="accent6">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dirty="0" smtClean="0"/>
            <a:t>Victime adulte : lui conseiller de déposer plainte</a:t>
          </a:r>
          <a:endParaRPr lang="fr-FR" sz="2600" kern="1200" dirty="0"/>
        </a:p>
      </dsp:txBody>
      <dsp:txXfrm>
        <a:off x="944" y="3112851"/>
        <a:ext cx="2632025" cy="1412153"/>
      </dsp:txXfrm>
    </dsp:sp>
    <dsp:sp modelId="{73C3EBC4-1354-496B-9F7C-3AE6A19EC960}">
      <dsp:nvSpPr>
        <dsp:cNvPr id="0" name=""/>
        <dsp:cNvSpPr/>
      </dsp:nvSpPr>
      <dsp:spPr>
        <a:xfrm>
          <a:off x="2743514" y="3112851"/>
          <a:ext cx="2632025" cy="1412153"/>
        </a:xfrm>
        <a:prstGeom prst="roundRect">
          <a:avLst>
            <a:gd name="adj" fmla="val 10000"/>
          </a:avLst>
        </a:prstGeom>
        <a:solidFill>
          <a:schemeClr val="accent2">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dirty="0" smtClean="0"/>
            <a:t>Si victime est un enfant </a:t>
          </a:r>
          <a:endParaRPr lang="fr-FR" sz="2600" kern="1200" dirty="0"/>
        </a:p>
      </dsp:txBody>
      <dsp:txXfrm>
        <a:off x="2743514" y="3112851"/>
        <a:ext cx="2632025" cy="1412153"/>
      </dsp:txXfrm>
    </dsp:sp>
    <dsp:sp modelId="{9A975456-F982-448B-81AC-77DA3C4725C8}">
      <dsp:nvSpPr>
        <dsp:cNvPr id="0" name=""/>
        <dsp:cNvSpPr/>
      </dsp:nvSpPr>
      <dsp:spPr>
        <a:xfrm>
          <a:off x="5596630" y="1556904"/>
          <a:ext cx="2632025" cy="1412153"/>
        </a:xfrm>
        <a:prstGeom prst="roundRect">
          <a:avLst>
            <a:gd name="adj" fmla="val 10000"/>
          </a:avLst>
        </a:prstGeom>
        <a:solidFill>
          <a:schemeClr val="accent4">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dirty="0" smtClean="0"/>
            <a:t>Sur  réquisition de l’autorité judiciaire </a:t>
          </a:r>
          <a:endParaRPr lang="fr-FR" sz="2600" kern="1200" dirty="0"/>
        </a:p>
      </dsp:txBody>
      <dsp:txXfrm>
        <a:off x="5596630" y="1556904"/>
        <a:ext cx="2632025" cy="1412153"/>
      </dsp:txXfrm>
    </dsp:sp>
    <dsp:sp modelId="{F4C73F82-0CAB-42D8-9380-6CB0DBAE9895}">
      <dsp:nvSpPr>
        <dsp:cNvPr id="0" name=""/>
        <dsp:cNvSpPr/>
      </dsp:nvSpPr>
      <dsp:spPr>
        <a:xfrm>
          <a:off x="5596630" y="3112851"/>
          <a:ext cx="2632025" cy="1412153"/>
        </a:xfrm>
        <a:prstGeom prst="roundRect">
          <a:avLst>
            <a:gd name="adj" fmla="val 10000"/>
          </a:avLst>
        </a:prstGeom>
        <a:solidFill>
          <a:schemeClr val="accent2">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dirty="0" smtClean="0"/>
            <a:t>aviser l’autorité administrative ou judiciaire.</a:t>
          </a:r>
          <a:r>
            <a:rPr lang="fr-FR" sz="2600" b="1" kern="1200" dirty="0" smtClean="0"/>
            <a:t> </a:t>
          </a:r>
          <a:endParaRPr lang="fr-FR" sz="2600" kern="1200" dirty="0"/>
        </a:p>
      </dsp:txBody>
      <dsp:txXfrm>
        <a:off x="5596630" y="3112851"/>
        <a:ext cx="2632025" cy="1412153"/>
      </dsp:txXfrm>
    </dsp:sp>
  </dsp:spTree>
</dsp:drawing>
</file>

<file path=ppt/diagrams/drawing2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CDDED4D-1D0F-4EDB-A919-9C8A65A39904}">
      <dsp:nvSpPr>
        <dsp:cNvPr id="0" name=""/>
        <dsp:cNvSpPr/>
      </dsp:nvSpPr>
      <dsp:spPr>
        <a:xfrm>
          <a:off x="0" y="58375"/>
          <a:ext cx="8229600" cy="1972766"/>
        </a:xfrm>
        <a:prstGeom prst="roundRect">
          <a:avLst/>
        </a:prstGeom>
        <a:solidFill>
          <a:schemeClr val="accent4">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fr-FR" sz="2800" kern="1200" dirty="0" smtClean="0"/>
            <a:t>L’examen exige patience et disponibilité.</a:t>
          </a:r>
          <a:endParaRPr lang="fr-FR" sz="2800" kern="1200" dirty="0"/>
        </a:p>
      </dsp:txBody>
      <dsp:txXfrm>
        <a:off x="0" y="58375"/>
        <a:ext cx="8229600" cy="1972766"/>
      </dsp:txXfrm>
    </dsp:sp>
    <dsp:sp modelId="{83D4DCC5-5958-4D13-BD60-E3E63B8BC69F}">
      <dsp:nvSpPr>
        <dsp:cNvPr id="0" name=""/>
        <dsp:cNvSpPr/>
      </dsp:nvSpPr>
      <dsp:spPr>
        <a:xfrm>
          <a:off x="0" y="2031141"/>
          <a:ext cx="8229600"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5560" rIns="199136" bIns="35560" numCol="1" spcCol="1270" anchor="t" anchorCtr="0">
          <a:noAutofit/>
        </a:bodyPr>
        <a:lstStyle/>
        <a:p>
          <a:pPr marL="228600" lvl="1" indent="-228600" algn="l" defTabSz="977900">
            <a:lnSpc>
              <a:spcPct val="90000"/>
            </a:lnSpc>
            <a:spcBef>
              <a:spcPct val="0"/>
            </a:spcBef>
            <a:spcAft>
              <a:spcPct val="20000"/>
            </a:spcAft>
            <a:buChar char="••"/>
          </a:pPr>
          <a:endParaRPr lang="fr-FR" sz="2200" kern="1200" dirty="0"/>
        </a:p>
      </dsp:txBody>
      <dsp:txXfrm>
        <a:off x="0" y="2031141"/>
        <a:ext cx="8229600" cy="463680"/>
      </dsp:txXfrm>
    </dsp:sp>
    <dsp:sp modelId="{2A18D40D-DF7E-4856-B656-D41926C03095}">
      <dsp:nvSpPr>
        <dsp:cNvPr id="0" name=""/>
        <dsp:cNvSpPr/>
      </dsp:nvSpPr>
      <dsp:spPr>
        <a:xfrm>
          <a:off x="0" y="2494821"/>
          <a:ext cx="8229600" cy="1972766"/>
        </a:xfrm>
        <a:prstGeom prst="roundRect">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fr-FR" sz="2800" kern="1200" dirty="0" smtClean="0"/>
            <a:t>La présence d’une tierce personne est habituellement recommandé : Membre de la famille, membre de l’équipe médicale pour rassurer la victime et aider le médecin.</a:t>
          </a:r>
          <a:endParaRPr lang="fr-FR" sz="2800" kern="1200" dirty="0"/>
        </a:p>
      </dsp:txBody>
      <dsp:txXfrm>
        <a:off x="0" y="2494821"/>
        <a:ext cx="8229600" cy="1972766"/>
      </dsp:txXfrm>
    </dsp:sp>
  </dsp:spTree>
</dsp:drawing>
</file>

<file path=ppt/diagrams/drawing2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2301C00-5F26-4E44-879F-63CB93806F9C}">
      <dsp:nvSpPr>
        <dsp:cNvPr id="0" name=""/>
        <dsp:cNvSpPr/>
      </dsp:nvSpPr>
      <dsp:spPr>
        <a:xfrm>
          <a:off x="0" y="0"/>
          <a:ext cx="8229600" cy="1357788"/>
        </a:xfrm>
        <a:prstGeom prst="rect">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fr-FR" sz="4000" b="0" u="none" kern="1200" dirty="0" smtClean="0">
              <a:latin typeface="Times New Roman" pitchFamily="18" charset="0"/>
              <a:cs typeface="Times New Roman" pitchFamily="18" charset="0"/>
            </a:rPr>
            <a:t>Examen général recherchera : </a:t>
          </a:r>
          <a:endParaRPr lang="fr-FR" sz="4000" b="0" u="none" kern="1200" dirty="0">
            <a:latin typeface="Times New Roman" pitchFamily="18" charset="0"/>
            <a:cs typeface="Times New Roman" pitchFamily="18" charset="0"/>
          </a:endParaRPr>
        </a:p>
      </dsp:txBody>
      <dsp:txXfrm>
        <a:off x="0" y="0"/>
        <a:ext cx="8229600" cy="1357788"/>
      </dsp:txXfrm>
    </dsp:sp>
    <dsp:sp modelId="{2F44DD9E-2805-4EA0-A87B-124955F33FE8}">
      <dsp:nvSpPr>
        <dsp:cNvPr id="0" name=""/>
        <dsp:cNvSpPr/>
      </dsp:nvSpPr>
      <dsp:spPr>
        <a:xfrm>
          <a:off x="0" y="1357788"/>
          <a:ext cx="8229600" cy="2851356"/>
        </a:xfrm>
        <a:prstGeom prst="rect">
          <a:avLst/>
        </a:prstGeom>
        <a:solidFill>
          <a:srgbClr val="7030A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fr-FR" sz="2800" kern="1200" dirty="0" smtClean="0">
              <a:latin typeface="Times New Roman" pitchFamily="18" charset="0"/>
              <a:cs typeface="Times New Roman" pitchFamily="18" charset="0"/>
            </a:rPr>
            <a:t>La présence de stigmates de lutte ou de violence, qui seront recherchés sur tout le corps, en particulier dans les zones de défense (face externe des bras) ou de préhension, au cou s’il y’a eu tentative de strangulation.</a:t>
          </a:r>
          <a:endParaRPr lang="fr-FR" sz="3000" kern="1200" dirty="0"/>
        </a:p>
      </dsp:txBody>
      <dsp:txXfrm>
        <a:off x="0" y="1357788"/>
        <a:ext cx="8229600" cy="2851356"/>
      </dsp:txXfrm>
    </dsp:sp>
    <dsp:sp modelId="{6DCFEF9D-2E0E-4593-AAEC-D6C340E651C2}">
      <dsp:nvSpPr>
        <dsp:cNvPr id="0" name=""/>
        <dsp:cNvSpPr/>
      </dsp:nvSpPr>
      <dsp:spPr>
        <a:xfrm>
          <a:off x="0" y="4209145"/>
          <a:ext cx="8229600" cy="316817"/>
        </a:xfrm>
        <a:prstGeom prst="rect">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3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CB8FA8B-1C12-4BB3-872F-071780A3AE4D}">
      <dsp:nvSpPr>
        <dsp:cNvPr id="0" name=""/>
        <dsp:cNvSpPr/>
      </dsp:nvSpPr>
      <dsp:spPr>
        <a:xfrm>
          <a:off x="3037" y="958"/>
          <a:ext cx="8223524" cy="1412153"/>
        </a:xfrm>
        <a:prstGeom prst="roundRect">
          <a:avLst>
            <a:gd name="adj" fmla="val 10000"/>
          </a:avLst>
        </a:prstGeom>
        <a:solidFill>
          <a:srgbClr val="6600FF"/>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fr-FR" sz="4000" b="0" u="none" kern="1200" dirty="0" smtClean="0">
              <a:latin typeface="Times New Roman" pitchFamily="18" charset="0"/>
              <a:cs typeface="Times New Roman" pitchFamily="18" charset="0"/>
            </a:rPr>
            <a:t>Examen gynécologique </a:t>
          </a:r>
          <a:endParaRPr lang="fr-FR" sz="4000" b="0" u="none" kern="1200" dirty="0">
            <a:latin typeface="Times New Roman" pitchFamily="18" charset="0"/>
            <a:cs typeface="Times New Roman" pitchFamily="18" charset="0"/>
          </a:endParaRPr>
        </a:p>
      </dsp:txBody>
      <dsp:txXfrm>
        <a:off x="3037" y="958"/>
        <a:ext cx="8223524" cy="1412153"/>
      </dsp:txXfrm>
    </dsp:sp>
    <dsp:sp modelId="{EF12F611-EFD3-4A07-BF5E-DCF63EA6EC3F}">
      <dsp:nvSpPr>
        <dsp:cNvPr id="0" name=""/>
        <dsp:cNvSpPr/>
      </dsp:nvSpPr>
      <dsp:spPr>
        <a:xfrm>
          <a:off x="3037" y="1556904"/>
          <a:ext cx="3946028" cy="1412153"/>
        </a:xfrm>
        <a:prstGeom prst="roundRect">
          <a:avLst>
            <a:gd name="adj" fmla="val 10000"/>
          </a:avLst>
        </a:prstGeom>
        <a:solidFill>
          <a:schemeClr val="accent2">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smtClean="0">
              <a:latin typeface="Times New Roman" pitchFamily="18" charset="0"/>
              <a:cs typeface="Times New Roman" pitchFamily="18" charset="0"/>
            </a:rPr>
            <a:t>l’utilisation d’instruments n’est pas systématique, l’inspection suffit souvent.</a:t>
          </a:r>
          <a:endParaRPr lang="fr-FR" sz="2400" kern="1200" dirty="0">
            <a:latin typeface="Times New Roman" pitchFamily="18" charset="0"/>
            <a:cs typeface="Times New Roman" pitchFamily="18" charset="0"/>
          </a:endParaRPr>
        </a:p>
      </dsp:txBody>
      <dsp:txXfrm>
        <a:off x="3037" y="1556904"/>
        <a:ext cx="3946028" cy="1412153"/>
      </dsp:txXfrm>
    </dsp:sp>
    <dsp:sp modelId="{C2161364-ABA4-4565-A253-D398CEC7E14D}">
      <dsp:nvSpPr>
        <dsp:cNvPr id="0" name=""/>
        <dsp:cNvSpPr/>
      </dsp:nvSpPr>
      <dsp:spPr>
        <a:xfrm>
          <a:off x="3037" y="3112851"/>
          <a:ext cx="3946028" cy="1412153"/>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fr-FR" sz="1600" kern="1200" dirty="0" smtClean="0">
              <a:latin typeface="Times New Roman" pitchFamily="18" charset="0"/>
              <a:cs typeface="Times New Roman" pitchFamily="18" charset="0"/>
            </a:rPr>
            <a:t>Chez la jeune enfant, en décubitus dorsal, dans la position dite de la grenouille, bras fléchies, mains sous la nuque, jambes fléchies, talons rapprochés.</a:t>
          </a:r>
          <a:endParaRPr lang="fr-FR" sz="1600" kern="1200" dirty="0">
            <a:latin typeface="Times New Roman" pitchFamily="18" charset="0"/>
            <a:cs typeface="Times New Roman" pitchFamily="18" charset="0"/>
          </a:endParaRPr>
        </a:p>
      </dsp:txBody>
      <dsp:txXfrm>
        <a:off x="3037" y="3112851"/>
        <a:ext cx="3946028" cy="1412153"/>
      </dsp:txXfrm>
    </dsp:sp>
    <dsp:sp modelId="{B4DCB216-9E5A-4814-B693-88CDA90C83D3}">
      <dsp:nvSpPr>
        <dsp:cNvPr id="0" name=""/>
        <dsp:cNvSpPr/>
      </dsp:nvSpPr>
      <dsp:spPr>
        <a:xfrm>
          <a:off x="4280533" y="1556904"/>
          <a:ext cx="3946028" cy="1412153"/>
        </a:xfrm>
        <a:prstGeom prst="roundRect">
          <a:avLst>
            <a:gd name="adj" fmla="val 10000"/>
          </a:avLst>
        </a:prstGeom>
        <a:solidFill>
          <a:schemeClr val="accent2">
            <a:lumMod val="5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fr-FR" sz="3100" kern="1200" dirty="0" smtClean="0"/>
            <a:t>L’examen en position gynécologique</a:t>
          </a:r>
          <a:endParaRPr lang="fr-FR" sz="3100" kern="1200" dirty="0"/>
        </a:p>
      </dsp:txBody>
      <dsp:txXfrm>
        <a:off x="4280533" y="1556904"/>
        <a:ext cx="3946028" cy="1412153"/>
      </dsp:txXfrm>
    </dsp:sp>
    <dsp:sp modelId="{4DBC6454-1D6C-4390-9820-055AE6D774AF}">
      <dsp:nvSpPr>
        <dsp:cNvPr id="0" name=""/>
        <dsp:cNvSpPr/>
      </dsp:nvSpPr>
      <dsp:spPr>
        <a:xfrm>
          <a:off x="4280533" y="3112851"/>
          <a:ext cx="3946028" cy="1412153"/>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fr-FR" sz="3100" kern="1200" dirty="0" smtClean="0"/>
            <a:t>Le toucher vaginal n’est pas systématique</a:t>
          </a:r>
          <a:endParaRPr lang="fr-FR" sz="3100" kern="1200" dirty="0"/>
        </a:p>
      </dsp:txBody>
      <dsp:txXfrm>
        <a:off x="4280533" y="3112851"/>
        <a:ext cx="3946028" cy="1412153"/>
      </dsp:txXfrm>
    </dsp:sp>
  </dsp:spTree>
</dsp:drawing>
</file>

<file path=ppt/diagrams/drawing3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D5F0251-6162-4E42-AF53-8CCCE21E504C}">
      <dsp:nvSpPr>
        <dsp:cNvPr id="0" name=""/>
        <dsp:cNvSpPr/>
      </dsp:nvSpPr>
      <dsp:spPr>
        <a:xfrm>
          <a:off x="3037" y="958"/>
          <a:ext cx="8223524" cy="1412153"/>
        </a:xfrm>
        <a:prstGeom prst="roundRect">
          <a:avLst>
            <a:gd name="adj" fmla="val 10000"/>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endParaRPr lang="fr-FR" sz="3600" b="0" u="none" kern="1200" dirty="0" smtClean="0">
            <a:latin typeface="Times New Roman" pitchFamily="18" charset="0"/>
            <a:cs typeface="Times New Roman" pitchFamily="18" charset="0"/>
          </a:endParaRPr>
        </a:p>
        <a:p>
          <a:pPr lvl="0" algn="ctr" defTabSz="1600200">
            <a:lnSpc>
              <a:spcPct val="90000"/>
            </a:lnSpc>
            <a:spcBef>
              <a:spcPct val="0"/>
            </a:spcBef>
            <a:spcAft>
              <a:spcPct val="35000"/>
            </a:spcAft>
          </a:pPr>
          <a:r>
            <a:rPr lang="fr-FR" sz="3600" b="0" u="none" kern="1200" dirty="0" smtClean="0">
              <a:latin typeface="Times New Roman" pitchFamily="18" charset="0"/>
              <a:cs typeface="Times New Roman" pitchFamily="18" charset="0"/>
            </a:rPr>
            <a:t>Examen anal :</a:t>
          </a:r>
          <a:br>
            <a:rPr lang="fr-FR" sz="3600" b="0" u="none" kern="1200" dirty="0" smtClean="0">
              <a:latin typeface="Times New Roman" pitchFamily="18" charset="0"/>
              <a:cs typeface="Times New Roman" pitchFamily="18" charset="0"/>
            </a:rPr>
          </a:br>
          <a:endParaRPr lang="fr-FR" sz="3600" b="0" u="none" kern="1200" dirty="0">
            <a:latin typeface="Times New Roman" pitchFamily="18" charset="0"/>
            <a:cs typeface="Times New Roman" pitchFamily="18" charset="0"/>
          </a:endParaRPr>
        </a:p>
      </dsp:txBody>
      <dsp:txXfrm>
        <a:off x="3037" y="958"/>
        <a:ext cx="8223524" cy="1412153"/>
      </dsp:txXfrm>
    </dsp:sp>
    <dsp:sp modelId="{56296F99-F793-4AAD-936C-E20D5DA4FEA3}">
      <dsp:nvSpPr>
        <dsp:cNvPr id="0" name=""/>
        <dsp:cNvSpPr/>
      </dsp:nvSpPr>
      <dsp:spPr>
        <a:xfrm>
          <a:off x="3037" y="1556904"/>
          <a:ext cx="3946028" cy="1412153"/>
        </a:xfrm>
        <a:prstGeom prst="roundRect">
          <a:avLst>
            <a:gd name="adj" fmla="val 10000"/>
          </a:avLst>
        </a:prstGeom>
        <a:solidFill>
          <a:srgbClr val="181E0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fr-FR" sz="3200" b="0" u="none" kern="1200" dirty="0" smtClean="0">
              <a:latin typeface="Times New Roman" pitchFamily="18" charset="0"/>
              <a:cs typeface="Times New Roman" pitchFamily="18" charset="0"/>
            </a:rPr>
            <a:t>réalisé en position </a:t>
          </a:r>
          <a:r>
            <a:rPr lang="fr-FR" sz="3200" b="0" u="none" kern="1200" dirty="0" err="1" smtClean="0">
              <a:latin typeface="Times New Roman" pitchFamily="18" charset="0"/>
              <a:cs typeface="Times New Roman" pitchFamily="18" charset="0"/>
            </a:rPr>
            <a:t>génupéctoral</a:t>
          </a:r>
          <a:endParaRPr lang="fr-FR" sz="3200" b="0" u="none" kern="1200" dirty="0">
            <a:latin typeface="Times New Roman" pitchFamily="18" charset="0"/>
            <a:cs typeface="Times New Roman" pitchFamily="18" charset="0"/>
          </a:endParaRPr>
        </a:p>
      </dsp:txBody>
      <dsp:txXfrm>
        <a:off x="3037" y="1556904"/>
        <a:ext cx="3946028" cy="1412153"/>
      </dsp:txXfrm>
    </dsp:sp>
    <dsp:sp modelId="{F80AF134-CAFF-45D9-A1F5-9D1A9AEF2FD7}">
      <dsp:nvSpPr>
        <dsp:cNvPr id="0" name=""/>
        <dsp:cNvSpPr/>
      </dsp:nvSpPr>
      <dsp:spPr>
        <a:xfrm>
          <a:off x="3037" y="3112851"/>
          <a:ext cx="3946028" cy="1412153"/>
        </a:xfrm>
        <a:prstGeom prst="roundRect">
          <a:avLst>
            <a:gd name="adj" fmla="val 10000"/>
          </a:avLst>
        </a:prstGeom>
        <a:solidFill>
          <a:srgbClr val="6600FF"/>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fr-FR" sz="2000" kern="1200" dirty="0" smtClean="0"/>
            <a:t>L’inspection anale nécessite de déplisser doucement les plis radiés</a:t>
          </a:r>
          <a:endParaRPr lang="fr-FR" sz="2000" kern="1200" dirty="0"/>
        </a:p>
      </dsp:txBody>
      <dsp:txXfrm>
        <a:off x="3037" y="3112851"/>
        <a:ext cx="3946028" cy="1412153"/>
      </dsp:txXfrm>
    </dsp:sp>
    <dsp:sp modelId="{BC0694A5-23BB-4759-9A5A-FFF542B0CD89}">
      <dsp:nvSpPr>
        <dsp:cNvPr id="0" name=""/>
        <dsp:cNvSpPr/>
      </dsp:nvSpPr>
      <dsp:spPr>
        <a:xfrm>
          <a:off x="4280533" y="1556904"/>
          <a:ext cx="3946028" cy="1412153"/>
        </a:xfrm>
        <a:prstGeom prst="roundRect">
          <a:avLst>
            <a:gd name="adj" fmla="val 10000"/>
          </a:avLst>
        </a:prstGeom>
        <a:solidFill>
          <a:srgbClr val="181E0C"/>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fr-FR" sz="2000" kern="1200" dirty="0" smtClean="0"/>
            <a:t>examiner  avec une grande précision la région para anale : sillon inter fessier, fesses, raphé médian </a:t>
          </a:r>
          <a:endParaRPr lang="fr-FR" sz="2000" kern="1200" dirty="0"/>
        </a:p>
      </dsp:txBody>
      <dsp:txXfrm>
        <a:off x="4280533" y="1556904"/>
        <a:ext cx="3946028" cy="1412153"/>
      </dsp:txXfrm>
    </dsp:sp>
    <dsp:sp modelId="{48B1C95D-04DE-488D-A3CC-42B3DC826880}">
      <dsp:nvSpPr>
        <dsp:cNvPr id="0" name=""/>
        <dsp:cNvSpPr/>
      </dsp:nvSpPr>
      <dsp:spPr>
        <a:xfrm>
          <a:off x="4280533" y="3112851"/>
          <a:ext cx="3946028" cy="1412153"/>
        </a:xfrm>
        <a:prstGeom prst="roundRect">
          <a:avLst>
            <a:gd name="adj" fmla="val 10000"/>
          </a:avLst>
        </a:prstGeom>
        <a:solidFill>
          <a:srgbClr val="6600FF"/>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fr-FR" sz="2000" kern="1200" dirty="0" smtClean="0">
              <a:latin typeface="Times New Roman" pitchFamily="18" charset="0"/>
              <a:cs typeface="Times New Roman" pitchFamily="18" charset="0"/>
            </a:rPr>
            <a:t>fissures anales, situés le plus souvent à midi (diagnostic différentiel avec constipation, </a:t>
          </a:r>
          <a:r>
            <a:rPr lang="fr-FR" sz="2000" kern="1200" dirty="0" err="1" smtClean="0">
              <a:latin typeface="Times New Roman" pitchFamily="18" charset="0"/>
              <a:cs typeface="Times New Roman" pitchFamily="18" charset="0"/>
            </a:rPr>
            <a:t>anite</a:t>
          </a:r>
          <a:r>
            <a:rPr lang="fr-FR" sz="2000" kern="1200" dirty="0" smtClean="0">
              <a:latin typeface="Times New Roman" pitchFamily="18" charset="0"/>
              <a:cs typeface="Times New Roman" pitchFamily="18" charset="0"/>
            </a:rPr>
            <a:t> hémorroïdaire et maladie de crohn.</a:t>
          </a:r>
          <a:endParaRPr lang="fr-FR" sz="2000" kern="1200" dirty="0">
            <a:latin typeface="Times New Roman" pitchFamily="18" charset="0"/>
            <a:cs typeface="Times New Roman" pitchFamily="18" charset="0"/>
          </a:endParaRPr>
        </a:p>
      </dsp:txBody>
      <dsp:txXfrm>
        <a:off x="4280533" y="3112851"/>
        <a:ext cx="3946028" cy="1412153"/>
      </dsp:txXfrm>
    </dsp:sp>
  </dsp:spTree>
</dsp:drawing>
</file>

<file path=ppt/diagrams/drawing3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0283AB-951D-41D9-B2F0-802CF59DA3B4}">
      <dsp:nvSpPr>
        <dsp:cNvPr id="0" name=""/>
        <dsp:cNvSpPr/>
      </dsp:nvSpPr>
      <dsp:spPr>
        <a:xfrm rot="5400000">
          <a:off x="-245635" y="246082"/>
          <a:ext cx="1637567" cy="1146297"/>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lvl="0" algn="ctr" defTabSz="1377950">
            <a:lnSpc>
              <a:spcPct val="90000"/>
            </a:lnSpc>
            <a:spcBef>
              <a:spcPct val="0"/>
            </a:spcBef>
            <a:spcAft>
              <a:spcPct val="35000"/>
            </a:spcAft>
          </a:pPr>
          <a:endParaRPr lang="fr-FR" sz="3100" kern="1200" dirty="0"/>
        </a:p>
      </dsp:txBody>
      <dsp:txXfrm rot="5400000">
        <a:off x="-245635" y="246082"/>
        <a:ext cx="1637567" cy="1146297"/>
      </dsp:txXfrm>
    </dsp:sp>
    <dsp:sp modelId="{F934AA4F-73F1-46A2-8458-10A0C6377F91}">
      <dsp:nvSpPr>
        <dsp:cNvPr id="0" name=""/>
        <dsp:cNvSpPr/>
      </dsp:nvSpPr>
      <dsp:spPr>
        <a:xfrm rot="5400000">
          <a:off x="4155739" y="-3008994"/>
          <a:ext cx="1064418" cy="7083302"/>
        </a:xfrm>
        <a:prstGeom prst="round2SameRect">
          <a:avLst/>
        </a:prstGeom>
        <a:solidFill>
          <a:schemeClr val="accent2">
            <a:lumMod val="60000"/>
            <a:lumOff val="40000"/>
            <a:alpha val="9000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fr-FR" sz="2800" kern="1200" dirty="0" smtClean="0">
              <a:latin typeface="Times New Roman" pitchFamily="18" charset="0"/>
              <a:cs typeface="Times New Roman" pitchFamily="18" charset="0"/>
            </a:rPr>
            <a:t>Effectués  dans le but de tenter d’identifier l’auteur de l’agression.</a:t>
          </a:r>
          <a:endParaRPr lang="fr-FR" sz="2800" kern="1200" dirty="0">
            <a:latin typeface="Times New Roman" pitchFamily="18" charset="0"/>
            <a:cs typeface="Times New Roman" pitchFamily="18" charset="0"/>
          </a:endParaRPr>
        </a:p>
      </dsp:txBody>
      <dsp:txXfrm rot="5400000">
        <a:off x="4155739" y="-3008994"/>
        <a:ext cx="1064418" cy="7083302"/>
      </dsp:txXfrm>
    </dsp:sp>
    <dsp:sp modelId="{BC83FB29-CE3F-4A32-98CF-0BB9C77475C0}">
      <dsp:nvSpPr>
        <dsp:cNvPr id="0" name=""/>
        <dsp:cNvSpPr/>
      </dsp:nvSpPr>
      <dsp:spPr>
        <a:xfrm rot="5400000">
          <a:off x="-245635" y="1689832"/>
          <a:ext cx="1637567" cy="1146297"/>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lvl="0" algn="ctr" defTabSz="1377950">
            <a:lnSpc>
              <a:spcPct val="90000"/>
            </a:lnSpc>
            <a:spcBef>
              <a:spcPct val="0"/>
            </a:spcBef>
            <a:spcAft>
              <a:spcPct val="35000"/>
            </a:spcAft>
          </a:pPr>
          <a:endParaRPr lang="fr-FR" sz="3100" kern="1200" dirty="0"/>
        </a:p>
      </dsp:txBody>
      <dsp:txXfrm rot="5400000">
        <a:off x="-245635" y="1689832"/>
        <a:ext cx="1637567" cy="1146297"/>
      </dsp:txXfrm>
    </dsp:sp>
    <dsp:sp modelId="{D10A04D7-F7D5-4C94-A497-FB6E27975A78}">
      <dsp:nvSpPr>
        <dsp:cNvPr id="0" name=""/>
        <dsp:cNvSpPr/>
      </dsp:nvSpPr>
      <dsp:spPr>
        <a:xfrm rot="5400000">
          <a:off x="4155739" y="-1565244"/>
          <a:ext cx="1064418" cy="7083302"/>
        </a:xfrm>
        <a:prstGeom prst="round2SameRect">
          <a:avLst/>
        </a:prstGeom>
        <a:solidFill>
          <a:schemeClr val="accent2">
            <a:lumMod val="60000"/>
            <a:lumOff val="40000"/>
            <a:alpha val="9000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fr-FR" sz="2800" kern="1200" dirty="0" smtClean="0">
              <a:latin typeface="Times New Roman" pitchFamily="18" charset="0"/>
              <a:cs typeface="Times New Roman" pitchFamily="18" charset="0"/>
            </a:rPr>
            <a:t>Doivent  être placés sous scellé par l’O.P.J, policier ou gendarme, en charge de l’affaire.</a:t>
          </a:r>
          <a:endParaRPr lang="fr-FR" sz="2800" kern="1200" dirty="0">
            <a:latin typeface="Times New Roman" pitchFamily="18" charset="0"/>
            <a:cs typeface="Times New Roman" pitchFamily="18" charset="0"/>
          </a:endParaRPr>
        </a:p>
      </dsp:txBody>
      <dsp:txXfrm rot="5400000">
        <a:off x="4155739" y="-1565244"/>
        <a:ext cx="1064418" cy="7083302"/>
      </dsp:txXfrm>
    </dsp:sp>
    <dsp:sp modelId="{3CDF5382-E606-4778-A886-8AAB8C7E0A62}">
      <dsp:nvSpPr>
        <dsp:cNvPr id="0" name=""/>
        <dsp:cNvSpPr/>
      </dsp:nvSpPr>
      <dsp:spPr>
        <a:xfrm rot="5400000">
          <a:off x="-245635" y="3133582"/>
          <a:ext cx="1637567" cy="1146297"/>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lvl="0" algn="ctr" defTabSz="1377950">
            <a:lnSpc>
              <a:spcPct val="90000"/>
            </a:lnSpc>
            <a:spcBef>
              <a:spcPct val="0"/>
            </a:spcBef>
            <a:spcAft>
              <a:spcPct val="35000"/>
            </a:spcAft>
          </a:pPr>
          <a:endParaRPr lang="fr-FR" sz="3100" kern="1200" dirty="0"/>
        </a:p>
      </dsp:txBody>
      <dsp:txXfrm rot="5400000">
        <a:off x="-245635" y="3133582"/>
        <a:ext cx="1637567" cy="1146297"/>
      </dsp:txXfrm>
    </dsp:sp>
    <dsp:sp modelId="{413A1D76-401D-4190-904D-475ADB4319D6}">
      <dsp:nvSpPr>
        <dsp:cNvPr id="0" name=""/>
        <dsp:cNvSpPr/>
      </dsp:nvSpPr>
      <dsp:spPr>
        <a:xfrm rot="5400000">
          <a:off x="4155739" y="-121494"/>
          <a:ext cx="1064418" cy="7083302"/>
        </a:xfrm>
        <a:prstGeom prst="round2SameRect">
          <a:avLst/>
        </a:prstGeom>
        <a:solidFill>
          <a:schemeClr val="accent2">
            <a:lumMod val="60000"/>
            <a:lumOff val="40000"/>
            <a:alpha val="9000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fr-FR" sz="2800" kern="1200" dirty="0" smtClean="0">
              <a:latin typeface="Times New Roman" pitchFamily="18" charset="0"/>
              <a:cs typeface="Times New Roman" pitchFamily="18" charset="0"/>
            </a:rPr>
            <a:t>A partir d’un écouvillonnage.</a:t>
          </a:r>
          <a:endParaRPr lang="fr-FR" sz="2800" kern="1200" dirty="0">
            <a:latin typeface="Times New Roman" pitchFamily="18" charset="0"/>
            <a:cs typeface="Times New Roman" pitchFamily="18" charset="0"/>
          </a:endParaRPr>
        </a:p>
      </dsp:txBody>
      <dsp:txXfrm rot="5400000">
        <a:off x="4155739" y="-121494"/>
        <a:ext cx="1064418" cy="7083302"/>
      </dsp:txXfrm>
    </dsp:sp>
  </dsp:spTree>
</dsp:drawing>
</file>

<file path=ppt/diagrams/drawing3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5AD0AEA-8609-4F88-974E-95FD3FD36425}">
      <dsp:nvSpPr>
        <dsp:cNvPr id="0" name=""/>
        <dsp:cNvSpPr/>
      </dsp:nvSpPr>
      <dsp:spPr>
        <a:xfrm>
          <a:off x="3037" y="958"/>
          <a:ext cx="8223524" cy="1412153"/>
        </a:xfrm>
        <a:prstGeom prst="roundRect">
          <a:avLst>
            <a:gd name="adj" fmla="val 10000"/>
          </a:avLst>
        </a:prstGeom>
        <a:gradFill rotWithShape="0">
          <a:gsLst>
            <a:gs pos="0">
              <a:schemeClr val="accent2">
                <a:shade val="60000"/>
                <a:hueOff val="0"/>
                <a:satOff val="0"/>
                <a:lumOff val="0"/>
                <a:alphaOff val="0"/>
                <a:shade val="51000"/>
                <a:satMod val="130000"/>
              </a:schemeClr>
            </a:gs>
            <a:gs pos="80000">
              <a:schemeClr val="accent2">
                <a:shade val="60000"/>
                <a:hueOff val="0"/>
                <a:satOff val="0"/>
                <a:lumOff val="0"/>
                <a:alphaOff val="0"/>
                <a:shade val="93000"/>
                <a:satMod val="130000"/>
              </a:schemeClr>
            </a:gs>
            <a:gs pos="100000">
              <a:schemeClr val="accent2">
                <a:shade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fr-FR" sz="4000" kern="1200" dirty="0" smtClean="0">
              <a:latin typeface="Times New Roman" pitchFamily="18" charset="0"/>
              <a:cs typeface="Times New Roman" pitchFamily="18" charset="0"/>
            </a:rPr>
            <a:t>Dépister :</a:t>
          </a:r>
          <a:endParaRPr lang="fr-FR" sz="4000" kern="1200" dirty="0">
            <a:latin typeface="Times New Roman" pitchFamily="18" charset="0"/>
            <a:cs typeface="Times New Roman" pitchFamily="18" charset="0"/>
          </a:endParaRPr>
        </a:p>
      </dsp:txBody>
      <dsp:txXfrm>
        <a:off x="3037" y="958"/>
        <a:ext cx="8223524" cy="1412153"/>
      </dsp:txXfrm>
    </dsp:sp>
    <dsp:sp modelId="{92E5D439-8D18-43B9-B82B-97EFED88A800}">
      <dsp:nvSpPr>
        <dsp:cNvPr id="0" name=""/>
        <dsp:cNvSpPr/>
      </dsp:nvSpPr>
      <dsp:spPr>
        <a:xfrm>
          <a:off x="3037" y="1556904"/>
          <a:ext cx="3946028" cy="1412153"/>
        </a:xfrm>
        <a:prstGeom prst="roundRect">
          <a:avLst>
            <a:gd name="adj" fmla="val 10000"/>
          </a:avLst>
        </a:prstGeom>
        <a:gradFill rotWithShape="0">
          <a:gsLst>
            <a:gs pos="0">
              <a:schemeClr val="accent2">
                <a:shade val="80000"/>
                <a:hueOff val="0"/>
                <a:satOff val="0"/>
                <a:lumOff val="0"/>
                <a:alphaOff val="0"/>
                <a:shade val="51000"/>
                <a:satMod val="130000"/>
              </a:schemeClr>
            </a:gs>
            <a:gs pos="80000">
              <a:schemeClr val="accent2">
                <a:shade val="80000"/>
                <a:hueOff val="0"/>
                <a:satOff val="0"/>
                <a:lumOff val="0"/>
                <a:alphaOff val="0"/>
                <a:shade val="93000"/>
                <a:satMod val="130000"/>
              </a:schemeClr>
            </a:gs>
            <a:gs pos="100000">
              <a:schemeClr val="accent2">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fr-FR" sz="2800" kern="1200" dirty="0" smtClean="0">
              <a:latin typeface="Times New Roman" pitchFamily="18" charset="0"/>
              <a:cs typeface="Times New Roman" pitchFamily="18" charset="0"/>
            </a:rPr>
            <a:t>une grossesse en cours par un dosage de B-HCG</a:t>
          </a:r>
          <a:endParaRPr lang="fr-FR" sz="2800" kern="1200" dirty="0">
            <a:latin typeface="Times New Roman" pitchFamily="18" charset="0"/>
            <a:cs typeface="Times New Roman" pitchFamily="18" charset="0"/>
          </a:endParaRPr>
        </a:p>
      </dsp:txBody>
      <dsp:txXfrm>
        <a:off x="3037" y="1556904"/>
        <a:ext cx="3946028" cy="1412153"/>
      </dsp:txXfrm>
    </dsp:sp>
    <dsp:sp modelId="{82148ADF-5C2D-4DD5-9CF9-8AD51E483BB7}">
      <dsp:nvSpPr>
        <dsp:cNvPr id="0" name=""/>
        <dsp:cNvSpPr/>
      </dsp:nvSpPr>
      <dsp:spPr>
        <a:xfrm>
          <a:off x="1900209" y="3113809"/>
          <a:ext cx="3946028" cy="1412153"/>
        </a:xfrm>
        <a:prstGeom prst="roundRect">
          <a:avLst>
            <a:gd name="adj" fmla="val 10000"/>
          </a:avLst>
        </a:prstGeom>
        <a:gradFill rotWithShape="0">
          <a:gsLst>
            <a:gs pos="0">
              <a:schemeClr val="accent2">
                <a:tint val="99000"/>
                <a:hueOff val="0"/>
                <a:satOff val="0"/>
                <a:lumOff val="0"/>
                <a:alphaOff val="0"/>
                <a:shade val="51000"/>
                <a:satMod val="130000"/>
              </a:schemeClr>
            </a:gs>
            <a:gs pos="80000">
              <a:schemeClr val="accent2">
                <a:tint val="99000"/>
                <a:hueOff val="0"/>
                <a:satOff val="0"/>
                <a:lumOff val="0"/>
                <a:alphaOff val="0"/>
                <a:shade val="93000"/>
                <a:satMod val="130000"/>
              </a:schemeClr>
            </a:gs>
            <a:gs pos="100000">
              <a:schemeClr val="accent2">
                <a:tint val="99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fr-FR" sz="2200" kern="1200" dirty="0" smtClean="0">
              <a:latin typeface="Times New Roman" pitchFamily="18" charset="0"/>
              <a:cs typeface="Times New Roman" pitchFamily="18" charset="0"/>
            </a:rPr>
            <a:t>Réaliser les sérologies de départ (HIV, hépatite B et C).</a:t>
          </a:r>
          <a:endParaRPr lang="fr-FR" sz="2200" kern="1200" dirty="0">
            <a:latin typeface="Times New Roman" pitchFamily="18" charset="0"/>
            <a:cs typeface="Times New Roman" pitchFamily="18" charset="0"/>
          </a:endParaRPr>
        </a:p>
      </dsp:txBody>
      <dsp:txXfrm>
        <a:off x="1900209" y="3113809"/>
        <a:ext cx="3946028" cy="1412153"/>
      </dsp:txXfrm>
    </dsp:sp>
    <dsp:sp modelId="{A7D44007-1EDD-456A-B544-EBD608C8419C}">
      <dsp:nvSpPr>
        <dsp:cNvPr id="0" name=""/>
        <dsp:cNvSpPr/>
      </dsp:nvSpPr>
      <dsp:spPr>
        <a:xfrm>
          <a:off x="4280533" y="1556904"/>
          <a:ext cx="3946028" cy="1412153"/>
        </a:xfrm>
        <a:prstGeom prst="roundRect">
          <a:avLst>
            <a:gd name="adj" fmla="val 10000"/>
          </a:avLst>
        </a:prstGeom>
        <a:gradFill rotWithShape="0">
          <a:gsLst>
            <a:gs pos="0">
              <a:schemeClr val="accent2">
                <a:shade val="80000"/>
                <a:hueOff val="0"/>
                <a:satOff val="0"/>
                <a:lumOff val="0"/>
                <a:alphaOff val="0"/>
                <a:shade val="51000"/>
                <a:satMod val="130000"/>
              </a:schemeClr>
            </a:gs>
            <a:gs pos="80000">
              <a:schemeClr val="accent2">
                <a:shade val="80000"/>
                <a:hueOff val="0"/>
                <a:satOff val="0"/>
                <a:lumOff val="0"/>
                <a:alphaOff val="0"/>
                <a:shade val="93000"/>
                <a:satMod val="130000"/>
              </a:schemeClr>
            </a:gs>
            <a:gs pos="100000">
              <a:schemeClr val="accent2">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fr-FR" sz="2200" kern="1200" dirty="0" smtClean="0">
              <a:latin typeface="Times New Roman" pitchFamily="18" charset="0"/>
              <a:cs typeface="Times New Roman" pitchFamily="18" charset="0"/>
            </a:rPr>
            <a:t>Dépister une maladie sexuellement transmissible (gonococcie, chlamydia, trichomonas, syphilis) </a:t>
          </a:r>
          <a:endParaRPr lang="fr-FR" sz="2200" kern="1200" dirty="0">
            <a:latin typeface="Times New Roman" pitchFamily="18" charset="0"/>
            <a:cs typeface="Times New Roman" pitchFamily="18" charset="0"/>
          </a:endParaRPr>
        </a:p>
      </dsp:txBody>
      <dsp:txXfrm>
        <a:off x="4280533" y="1556904"/>
        <a:ext cx="3946028" cy="1412153"/>
      </dsp:txXfrm>
    </dsp:sp>
  </dsp:spTree>
</dsp:drawing>
</file>

<file path=ppt/diagrams/drawing3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C849D2C-0846-4BB8-9ABB-F3A03A7B5891}">
      <dsp:nvSpPr>
        <dsp:cNvPr id="0" name=""/>
        <dsp:cNvSpPr/>
      </dsp:nvSpPr>
      <dsp:spPr>
        <a:xfrm>
          <a:off x="0" y="0"/>
          <a:ext cx="8229600" cy="1357788"/>
        </a:xfrm>
        <a:prstGeom prst="rect">
          <a:avLst/>
        </a:prstGeom>
        <a:solidFill>
          <a:srgbClr val="7030A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fr-FR" sz="3600" kern="1200" dirty="0" smtClean="0">
              <a:latin typeface="Times New Roman" pitchFamily="18" charset="0"/>
              <a:cs typeface="Times New Roman" pitchFamily="18" charset="0"/>
            </a:rPr>
            <a:t>Le certificat médical, établi à l’issu de l’examen </a:t>
          </a:r>
          <a:endParaRPr lang="fr-FR" sz="3600" kern="1200" dirty="0">
            <a:latin typeface="Times New Roman" pitchFamily="18" charset="0"/>
            <a:cs typeface="Times New Roman" pitchFamily="18" charset="0"/>
          </a:endParaRPr>
        </a:p>
      </dsp:txBody>
      <dsp:txXfrm>
        <a:off x="0" y="0"/>
        <a:ext cx="8229600" cy="1357788"/>
      </dsp:txXfrm>
    </dsp:sp>
    <dsp:sp modelId="{865616A1-4169-4D20-BBDA-16441D986C2C}">
      <dsp:nvSpPr>
        <dsp:cNvPr id="0" name=""/>
        <dsp:cNvSpPr/>
      </dsp:nvSpPr>
      <dsp:spPr>
        <a:xfrm>
          <a:off x="0" y="1357788"/>
          <a:ext cx="8229600" cy="2851356"/>
        </a:xfrm>
        <a:prstGeom prst="rect">
          <a:avLst/>
        </a:prstGeom>
        <a:solidFill>
          <a:srgbClr val="002060"/>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fr-FR" sz="3200" kern="1200" dirty="0" smtClean="0">
              <a:latin typeface="Times New Roman" pitchFamily="18" charset="0"/>
              <a:cs typeface="Times New Roman" pitchFamily="18" charset="0"/>
            </a:rPr>
            <a:t>est remis à l’autorité judiciaire en cas de réquisition, et à la victime si l’examen a lieu à sa demande.</a:t>
          </a:r>
          <a:endParaRPr lang="fr-FR" sz="3200" kern="1200" dirty="0">
            <a:latin typeface="Times New Roman" pitchFamily="18" charset="0"/>
            <a:cs typeface="Times New Roman" pitchFamily="18" charset="0"/>
          </a:endParaRPr>
        </a:p>
      </dsp:txBody>
      <dsp:txXfrm>
        <a:off x="0" y="1357788"/>
        <a:ext cx="8229600" cy="2851356"/>
      </dsp:txXfrm>
    </dsp:sp>
    <dsp:sp modelId="{769A3994-4DE2-4F94-811D-0CA7C9DFC68E}">
      <dsp:nvSpPr>
        <dsp:cNvPr id="0" name=""/>
        <dsp:cNvSpPr/>
      </dsp:nvSpPr>
      <dsp:spPr>
        <a:xfrm>
          <a:off x="0" y="4209145"/>
          <a:ext cx="8229600" cy="316817"/>
        </a:xfrm>
        <a:prstGeom prst="rect">
          <a:avLst/>
        </a:prstGeom>
        <a:solidFill>
          <a:srgbClr val="6600FF"/>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16.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B71E5-0A62-4621-B7AD-4B69F5410F9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FR" dirty="0" smtClean="0"/>
              <a:t>Cours et illustration QCM et QCS (2</a:t>
            </a:r>
            <a:r>
              <a:rPr lang="fr-FR" baseline="30000" dirty="0" smtClean="0"/>
              <a:t>ème</a:t>
            </a:r>
            <a:r>
              <a:rPr lang="fr-FR" dirty="0" smtClean="0"/>
              <a:t> partie)</a:t>
            </a:r>
            <a:br>
              <a:rPr lang="fr-FR" dirty="0" smtClean="0"/>
            </a:br>
            <a:r>
              <a:rPr lang="fr-FR" dirty="0" smtClean="0"/>
              <a:t>Secret médical</a:t>
            </a:r>
            <a:br>
              <a:rPr lang="fr-FR" dirty="0" smtClean="0"/>
            </a:br>
            <a:r>
              <a:rPr lang="fr-FR" dirty="0" smtClean="0"/>
              <a:t>Agressions sexuelles</a:t>
            </a:r>
            <a:endParaRPr lang="fr-FR" dirty="0"/>
          </a:p>
        </p:txBody>
      </p:sp>
      <p:sp>
        <p:nvSpPr>
          <p:cNvPr id="3" name="Sous-titre 2"/>
          <p:cNvSpPr>
            <a:spLocks noGrp="1"/>
          </p:cNvSpPr>
          <p:nvPr>
            <p:ph type="subTitle" idx="1"/>
          </p:nvPr>
        </p:nvSpPr>
        <p:spPr>
          <a:xfrm>
            <a:off x="1403648" y="4365104"/>
            <a:ext cx="6400800" cy="1752600"/>
          </a:xfrm>
        </p:spPr>
        <p:txBody>
          <a:bodyPr/>
          <a:lstStyle/>
          <a:p>
            <a:r>
              <a:rPr lang="fr-FR" dirty="0" smtClean="0"/>
              <a:t>Dr M.SOUAG</a:t>
            </a:r>
          </a:p>
          <a:p>
            <a:r>
              <a:rPr lang="fr-FR" dirty="0" smtClean="0"/>
              <a:t>Service de médecine légale</a:t>
            </a:r>
          </a:p>
          <a:p>
            <a:r>
              <a:rPr lang="fr-FR" dirty="0" smtClean="0"/>
              <a:t>CHU Oran</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graphicFrame>
        <p:nvGraphicFramePr>
          <p:cNvPr id="5" name="Espace réservé du contenu 4"/>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304800"/>
            <a:ext cx="8229600" cy="1139825"/>
          </a:xfrm>
        </p:spPr>
        <p:txBody>
          <a:bodyPr>
            <a:normAutofit fontScale="90000"/>
          </a:bodyPr>
          <a:lstStyle/>
          <a:p>
            <a:pPr eaLnBrk="1" fontAlgn="auto" hangingPunct="1">
              <a:spcAft>
                <a:spcPts val="0"/>
              </a:spcAft>
              <a:defRPr/>
            </a:pPr>
            <a:r>
              <a:rPr lang="fr-FR" dirty="0" smtClean="0">
                <a:solidFill>
                  <a:schemeClr val="tx2">
                    <a:satMod val="130000"/>
                  </a:schemeClr>
                </a:solidFill>
              </a:rPr>
              <a:t/>
            </a:r>
            <a:br>
              <a:rPr lang="fr-FR" dirty="0" smtClean="0">
                <a:solidFill>
                  <a:schemeClr val="tx2">
                    <a:satMod val="130000"/>
                  </a:schemeClr>
                </a:solidFill>
              </a:rPr>
            </a:br>
            <a:endParaRPr lang="fr-FR" dirty="0" smtClean="0">
              <a:solidFill>
                <a:schemeClr val="tx2">
                  <a:satMod val="130000"/>
                </a:schemeClr>
              </a:solidFill>
            </a:endParaRPr>
          </a:p>
        </p:txBody>
      </p:sp>
      <p:graphicFrame>
        <p:nvGraphicFramePr>
          <p:cNvPr id="4" name="Espace réservé du contenu 3"/>
          <p:cNvGraphicFramePr>
            <a:graphicFrameLocks noGrp="1"/>
          </p:cNvGraphicFramePr>
          <p:nvPr>
            <p:ph idx="1"/>
          </p:nvPr>
        </p:nvGraphicFramePr>
        <p:xfrm>
          <a:off x="539552" y="198884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defRPr/>
            </a:pPr>
            <a:r>
              <a:rPr lang="fr-FR" dirty="0" smtClean="0">
                <a:solidFill>
                  <a:srgbClr val="FF0000"/>
                </a:solidFill>
              </a:rPr>
              <a:t> 	</a:t>
            </a:r>
            <a:endParaRPr lang="fr-FR" dirty="0">
              <a:solidFill>
                <a:srgbClr val="FF0000"/>
              </a:solidFill>
            </a:endParaRP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Espace réservé du contenu 2"/>
          <p:cNvGraphicFramePr>
            <a:graphicFrameLocks noGrp="1"/>
          </p:cNvGraphicFramePr>
          <p:nvPr>
            <p:ph idx="1"/>
          </p:nvPr>
        </p:nvGraphicFramePr>
        <p:xfrm>
          <a:off x="323528" y="1556792"/>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304800"/>
            <a:ext cx="8229600" cy="1139825"/>
          </a:xfrm>
        </p:spPr>
        <p:txBody>
          <a:bodyPr>
            <a:normAutofit fontScale="90000"/>
          </a:bodyPr>
          <a:lstStyle/>
          <a:p>
            <a:pPr>
              <a:defRPr/>
            </a:pPr>
            <a:r>
              <a:rPr lang="fr-FR" dirty="0"/>
              <a:t/>
            </a:r>
            <a:br>
              <a:rPr lang="fr-FR" dirty="0"/>
            </a:br>
            <a:r>
              <a:rPr lang="fr-FR" dirty="0" smtClean="0"/>
              <a:t>	</a:t>
            </a:r>
            <a:r>
              <a:rPr lang="fr-FR" sz="4400" dirty="0" smtClean="0">
                <a:solidFill>
                  <a:srgbClr val="FF0000"/>
                </a:solidFill>
              </a:rPr>
              <a:t/>
            </a:r>
            <a:br>
              <a:rPr lang="fr-FR" sz="4400" dirty="0" smtClean="0">
                <a:solidFill>
                  <a:srgbClr val="FF0000"/>
                </a:solidFill>
              </a:rPr>
            </a:br>
            <a:endParaRPr lang="fr-FR" dirty="0">
              <a:solidFill>
                <a:srgbClr val="FF0000"/>
              </a:solidFill>
            </a:endParaRPr>
          </a:p>
        </p:txBody>
      </p:sp>
      <p:graphicFrame>
        <p:nvGraphicFramePr>
          <p:cNvPr id="4" name="Diagramme 3"/>
          <p:cNvGraphicFramePr/>
          <p:nvPr/>
        </p:nvGraphicFramePr>
        <p:xfrm>
          <a:off x="251520" y="170080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defRPr/>
            </a:pPr>
            <a:endParaRPr lang="fr-FR" dirty="0">
              <a:solidFill>
                <a:srgbClr val="FF0000"/>
              </a:solidFill>
            </a:endParaRP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eaLnBrk="1" fontAlgn="auto" hangingPunct="1">
              <a:spcAft>
                <a:spcPts val="0"/>
              </a:spcAft>
              <a:defRPr/>
            </a:pPr>
            <a:r>
              <a:rPr lang="fr-FR" sz="3600" dirty="0" smtClean="0">
                <a:solidFill>
                  <a:srgbClr val="FF0000"/>
                </a:solidFill>
                <a:latin typeface="Times New Roman" pitchFamily="18" charset="0"/>
                <a:cs typeface="Times New Roman" pitchFamily="18" charset="0"/>
              </a:rPr>
              <a:t/>
            </a:r>
            <a:br>
              <a:rPr lang="fr-FR" sz="3600" dirty="0" smtClean="0">
                <a:solidFill>
                  <a:srgbClr val="FF0000"/>
                </a:solidFill>
                <a:latin typeface="Times New Roman" pitchFamily="18" charset="0"/>
                <a:cs typeface="Times New Roman" pitchFamily="18" charset="0"/>
              </a:rPr>
            </a:br>
            <a:r>
              <a:rPr lang="fr-FR" sz="3600" dirty="0" smtClean="0">
                <a:solidFill>
                  <a:srgbClr val="FF0000"/>
                </a:solidFill>
                <a:latin typeface="Times New Roman" pitchFamily="18" charset="0"/>
                <a:cs typeface="Times New Roman" pitchFamily="18" charset="0"/>
              </a:rPr>
              <a:t>Dérogations obligatoires (absolues)</a:t>
            </a: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67544" y="620688"/>
            <a:ext cx="8229600" cy="1143000"/>
          </a:xfrm>
        </p:spPr>
        <p:txBody>
          <a:bodyPr>
            <a:normAutofit fontScale="90000"/>
          </a:bodyPr>
          <a:lstStyle/>
          <a:p>
            <a:pPr eaLnBrk="1" fontAlgn="auto" hangingPunct="1">
              <a:spcAft>
                <a:spcPts val="0"/>
              </a:spcAft>
              <a:defRPr/>
            </a:pPr>
            <a:r>
              <a:rPr lang="fr-FR" sz="3600" dirty="0" smtClean="0">
                <a:solidFill>
                  <a:srgbClr val="FF0000"/>
                </a:solidFill>
                <a:latin typeface="Times New Roman" pitchFamily="18" charset="0"/>
                <a:cs typeface="Times New Roman" pitchFamily="18" charset="0"/>
              </a:rPr>
              <a:t/>
            </a:r>
            <a:br>
              <a:rPr lang="fr-FR" sz="3600" dirty="0" smtClean="0">
                <a:solidFill>
                  <a:srgbClr val="FF0000"/>
                </a:solidFill>
                <a:latin typeface="Times New Roman" pitchFamily="18" charset="0"/>
                <a:cs typeface="Times New Roman" pitchFamily="18" charset="0"/>
              </a:rPr>
            </a:br>
            <a:r>
              <a:rPr lang="fr-FR" sz="3600" dirty="0" smtClean="0">
                <a:solidFill>
                  <a:srgbClr val="FF0000"/>
                </a:solidFill>
                <a:latin typeface="Times New Roman" pitchFamily="18" charset="0"/>
                <a:cs typeface="Times New Roman" pitchFamily="18" charset="0"/>
              </a:rPr>
              <a:t>Les dérogations facultatives (relatives)</a:t>
            </a: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268760"/>
            <a:ext cx="8229600" cy="1143000"/>
          </a:xfrm>
        </p:spPr>
        <p:txBody>
          <a:bodyPr>
            <a:normAutofit fontScale="90000"/>
          </a:bodyPr>
          <a:lstStyle/>
          <a:p>
            <a:r>
              <a:rPr lang="fr-FR" sz="3200" b="1" dirty="0" smtClean="0"/>
              <a:t>La violation du secret professionnel par un médecin hospitalier est réprimée par : réponse fausse</a:t>
            </a:r>
            <a:endParaRPr lang="fr-FR" sz="3200" b="1" dirty="0"/>
          </a:p>
        </p:txBody>
      </p:sp>
      <p:sp>
        <p:nvSpPr>
          <p:cNvPr id="3" name="Espace réservé du contenu 2"/>
          <p:cNvSpPr>
            <a:spLocks noGrp="1"/>
          </p:cNvSpPr>
          <p:nvPr>
            <p:ph idx="1"/>
          </p:nvPr>
        </p:nvSpPr>
        <p:spPr>
          <a:xfrm>
            <a:off x="395536" y="2564904"/>
            <a:ext cx="8229600" cy="4525963"/>
          </a:xfrm>
        </p:spPr>
        <p:txBody>
          <a:bodyPr/>
          <a:lstStyle/>
          <a:p>
            <a:pPr marL="514350" lvl="0" indent="-514350">
              <a:buFont typeface="+mj-lt"/>
              <a:buAutoNum type="alphaUcPeriod"/>
            </a:pPr>
            <a:r>
              <a:rPr lang="fr-FR" dirty="0" smtClean="0"/>
              <a:t>le tribunal pénal</a:t>
            </a:r>
          </a:p>
          <a:p>
            <a:pPr marL="514350" lvl="0" indent="-514350">
              <a:buFont typeface="+mj-lt"/>
              <a:buAutoNum type="alphaUcPeriod"/>
            </a:pPr>
            <a:r>
              <a:rPr lang="fr-FR" dirty="0" smtClean="0"/>
              <a:t>conseil régional de l’ordre des médecins</a:t>
            </a:r>
          </a:p>
          <a:p>
            <a:pPr marL="514350" lvl="0" indent="-514350">
              <a:buFont typeface="+mj-lt"/>
              <a:buAutoNum type="alphaUcPeriod"/>
            </a:pPr>
            <a:r>
              <a:rPr lang="fr-FR" dirty="0" smtClean="0"/>
              <a:t>conseil national de l’ordre des médecins</a:t>
            </a:r>
          </a:p>
          <a:p>
            <a:pPr marL="514350" lvl="0" indent="-514350">
              <a:buFont typeface="+mj-lt"/>
              <a:buAutoNum type="alphaUcPeriod"/>
            </a:pPr>
            <a:r>
              <a:rPr lang="fr-FR" dirty="0" smtClean="0"/>
              <a:t>Le tribunal administratif</a:t>
            </a:r>
          </a:p>
          <a:p>
            <a:pPr marL="514350" lvl="0" indent="-514350">
              <a:buFont typeface="+mj-lt"/>
              <a:buAutoNum type="alphaUcPeriod"/>
            </a:pPr>
            <a:r>
              <a:rPr lang="fr-FR" dirty="0" smtClean="0"/>
              <a:t>le juge civil pour dommages et intérêts </a:t>
            </a:r>
          </a:p>
          <a:p>
            <a:endParaRPr lang="fr-F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96752"/>
            <a:ext cx="8229600" cy="1143000"/>
          </a:xfrm>
        </p:spPr>
        <p:txBody>
          <a:bodyPr>
            <a:normAutofit fontScale="90000"/>
          </a:bodyPr>
          <a:lstStyle/>
          <a:p>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100" b="1" dirty="0" smtClean="0">
                <a:latin typeface="Times New Roman" pitchFamily="18" charset="0"/>
                <a:cs typeface="Times New Roman" pitchFamily="18" charset="0"/>
              </a:rPr>
              <a:t>Le médecin est tenu au secret professionnel par :</a:t>
            </a:r>
            <a:endParaRPr lang="fr-FR" sz="3100" b="1"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332037"/>
            <a:ext cx="8229600" cy="4525963"/>
          </a:xfrm>
        </p:spPr>
        <p:txBody>
          <a:bodyPr/>
          <a:lstStyle/>
          <a:p>
            <a:pPr>
              <a:buNone/>
            </a:pPr>
            <a:r>
              <a:rPr lang="fr-FR" dirty="0" smtClean="0"/>
              <a:t> A. Le serment d’Hippocrate</a:t>
            </a:r>
          </a:p>
          <a:p>
            <a:pPr>
              <a:buNone/>
            </a:pPr>
            <a:r>
              <a:rPr lang="fr-FR" dirty="0" smtClean="0"/>
              <a:t> B. Le Code Pénal</a:t>
            </a:r>
          </a:p>
          <a:p>
            <a:pPr>
              <a:buNone/>
            </a:pPr>
            <a:r>
              <a:rPr lang="fr-FR" dirty="0" smtClean="0"/>
              <a:t> C. Le Code de Déontologie </a:t>
            </a:r>
          </a:p>
          <a:p>
            <a:pPr>
              <a:buNone/>
            </a:pPr>
            <a:r>
              <a:rPr lang="fr-FR" dirty="0" smtClean="0"/>
              <a:t>D. Le Code de Sécurité Sociale </a:t>
            </a:r>
          </a:p>
          <a:p>
            <a:pPr>
              <a:buNone/>
            </a:pPr>
            <a:r>
              <a:rPr lang="fr-FR" dirty="0" smtClean="0"/>
              <a:t>E. Le Code Civil.</a:t>
            </a:r>
            <a:endParaRPr lang="fr-F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836712"/>
            <a:ext cx="8229600" cy="1143000"/>
          </a:xfrm>
        </p:spPr>
        <p:txBody>
          <a:bodyPr>
            <a:normAutofit fontScale="90000"/>
          </a:bodyPr>
          <a:lstStyle/>
          <a:p>
            <a:pPr lvl="0"/>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Parmi les propositions suivantes concernant le secret médical, Iaquelle est exacte ?</a:t>
            </a:r>
            <a:r>
              <a:rPr lang="fr-FR" sz="3600" dirty="0" smtClean="0">
                <a:latin typeface="Times New Roman" pitchFamily="18" charset="0"/>
                <a:cs typeface="Times New Roman" pitchFamily="18" charset="0"/>
              </a:rPr>
              <a:t/>
            </a:r>
            <a:br>
              <a:rPr lang="fr-FR" sz="3600" dirty="0" smtClean="0">
                <a:latin typeface="Times New Roman" pitchFamily="18" charset="0"/>
                <a:cs typeface="Times New Roman" pitchFamily="18" charset="0"/>
              </a:rPr>
            </a:br>
            <a:endParaRPr lang="fr-FR" sz="36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395536" y="2564904"/>
            <a:ext cx="8229600" cy="4525963"/>
          </a:xfrm>
        </p:spPr>
        <p:txBody>
          <a:bodyPr>
            <a:normAutofit fontScale="92500" lnSpcReduction="20000"/>
          </a:bodyPr>
          <a:lstStyle/>
          <a:p>
            <a:pPr lvl="0">
              <a:buNone/>
            </a:pPr>
            <a:r>
              <a:rPr lang="fr-FR" dirty="0" smtClean="0"/>
              <a:t>A. Sa </a:t>
            </a:r>
            <a:r>
              <a:rPr lang="fr-FR" dirty="0"/>
              <a:t>violation </a:t>
            </a:r>
            <a:r>
              <a:rPr lang="fr-FR" dirty="0" smtClean="0"/>
              <a:t>en cas de déclaration non prévues par la loi est  punie </a:t>
            </a:r>
            <a:r>
              <a:rPr lang="fr-FR" dirty="0"/>
              <a:t>par le Code Pénal </a:t>
            </a:r>
          </a:p>
          <a:p>
            <a:pPr lvl="0">
              <a:buNone/>
            </a:pPr>
            <a:r>
              <a:rPr lang="fr-FR" dirty="0" smtClean="0"/>
              <a:t>B. Le </a:t>
            </a:r>
            <a:r>
              <a:rPr lang="fr-FR" dirty="0"/>
              <a:t>secret médical n'est pas obligatoire aux secrétaires médicales		</a:t>
            </a:r>
          </a:p>
          <a:p>
            <a:pPr lvl="0">
              <a:buNone/>
            </a:pPr>
            <a:r>
              <a:rPr lang="fr-FR" dirty="0" smtClean="0"/>
              <a:t>C. Le </a:t>
            </a:r>
            <a:r>
              <a:rPr lang="fr-FR" dirty="0"/>
              <a:t>secret est limité au diagnostic de l'affection dont souffre le patient	</a:t>
            </a:r>
          </a:p>
          <a:p>
            <a:pPr lvl="0">
              <a:buNone/>
            </a:pPr>
            <a:r>
              <a:rPr lang="fr-FR" dirty="0" smtClean="0"/>
              <a:t>D. Le </a:t>
            </a:r>
            <a:r>
              <a:rPr lang="fr-FR" dirty="0"/>
              <a:t>patient ne peut délier son médecin du secret médical	</a:t>
            </a:r>
          </a:p>
          <a:p>
            <a:pPr lvl="0">
              <a:buNone/>
            </a:pPr>
            <a:r>
              <a:rPr lang="fr-FR" dirty="0" smtClean="0"/>
              <a:t>E. Le </a:t>
            </a:r>
            <a:r>
              <a:rPr lang="fr-FR" dirty="0"/>
              <a:t>médecin est délié du secret médical après le décès de son patient</a:t>
            </a:r>
          </a:p>
          <a:p>
            <a:endParaRPr lang="fr-F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908720"/>
            <a:ext cx="8229600" cy="1143000"/>
          </a:xfrm>
        </p:spPr>
        <p:txBody>
          <a:bodyPr>
            <a:normAutofit fontScale="90000"/>
          </a:bodyPr>
          <a:lstStyle/>
          <a:p>
            <a:pPr lvl="0"/>
            <a:r>
              <a:rPr lang="fr-FR" sz="2700" b="1" dirty="0" smtClean="0">
                <a:latin typeface="Times New Roman" pitchFamily="18" charset="0"/>
                <a:cs typeface="Times New Roman" pitchFamily="18" charset="0"/>
              </a:rPr>
              <a:t/>
            </a:r>
            <a:br>
              <a:rPr lang="fr-FR" sz="2700" b="1" dirty="0" smtClean="0">
                <a:latin typeface="Times New Roman" pitchFamily="18" charset="0"/>
                <a:cs typeface="Times New Roman" pitchFamily="18" charset="0"/>
              </a:rPr>
            </a:br>
            <a:r>
              <a:rPr lang="fr-FR" sz="2700" b="1" dirty="0" smtClean="0">
                <a:latin typeface="Times New Roman" pitchFamily="18" charset="0"/>
                <a:cs typeface="Times New Roman" pitchFamily="18" charset="0"/>
              </a:rPr>
              <a:t/>
            </a:r>
            <a:br>
              <a:rPr lang="fr-FR" sz="2700" b="1" dirty="0" smtClean="0">
                <a:latin typeface="Times New Roman" pitchFamily="18" charset="0"/>
                <a:cs typeface="Times New Roman" pitchFamily="18" charset="0"/>
              </a:rPr>
            </a:br>
            <a:r>
              <a:rPr lang="fr-FR" sz="2700" b="1" dirty="0" smtClean="0">
                <a:latin typeface="Times New Roman" pitchFamily="18" charset="0"/>
                <a:cs typeface="Times New Roman" pitchFamily="18" charset="0"/>
              </a:rPr>
              <a:t>Parmi les propositions suivantes concernant le secret médical, laquelle ou lesquelles est (sont) vraie(s) ?:</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323528" y="2332037"/>
            <a:ext cx="8229600" cy="4525963"/>
          </a:xfrm>
        </p:spPr>
        <p:txBody>
          <a:bodyPr>
            <a:normAutofit/>
          </a:bodyPr>
          <a:lstStyle/>
          <a:p>
            <a:pPr lvl="0">
              <a:buNone/>
            </a:pPr>
            <a:r>
              <a:rPr lang="fr-FR" dirty="0" smtClean="0"/>
              <a:t>a</a:t>
            </a:r>
            <a:r>
              <a:rPr lang="fr-FR" dirty="0"/>
              <a:t>.- </a:t>
            </a:r>
            <a:r>
              <a:rPr lang="fr-FR" sz="2800" dirty="0">
                <a:latin typeface="Times New Roman" pitchFamily="18" charset="0"/>
                <a:cs typeface="Times New Roman" pitchFamily="18" charset="0"/>
              </a:rPr>
              <a:t>n'est pas opposable au malade, </a:t>
            </a:r>
          </a:p>
          <a:p>
            <a:pPr lvl="0">
              <a:buNone/>
            </a:pPr>
            <a:r>
              <a:rPr lang="fr-FR" sz="2800" dirty="0">
                <a:latin typeface="Times New Roman" pitchFamily="18" charset="0"/>
                <a:cs typeface="Times New Roman" pitchFamily="18" charset="0"/>
              </a:rPr>
              <a:t>b.- n'existe pas entre le directeur de la Caisse de Sécurité Sociale et le médecin </a:t>
            </a:r>
            <a:r>
              <a:rPr lang="fr-FR" sz="2800" dirty="0" smtClean="0">
                <a:latin typeface="Times New Roman" pitchFamily="18" charset="0"/>
                <a:cs typeface="Times New Roman" pitchFamily="18" charset="0"/>
              </a:rPr>
              <a:t>traitant</a:t>
            </a:r>
          </a:p>
          <a:p>
            <a:pPr lvl="0">
              <a:buNone/>
            </a:pPr>
            <a:r>
              <a:rPr lang="fr-FR" sz="2800" dirty="0" smtClean="0">
                <a:latin typeface="Times New Roman" pitchFamily="18" charset="0"/>
                <a:cs typeface="Times New Roman" pitchFamily="18" charset="0"/>
              </a:rPr>
              <a:t>c</a:t>
            </a:r>
            <a:r>
              <a:rPr lang="fr-FR" sz="2800" dirty="0">
                <a:latin typeface="Times New Roman" pitchFamily="18" charset="0"/>
                <a:cs typeface="Times New Roman" pitchFamily="18" charset="0"/>
              </a:rPr>
              <a:t>.- n'existe pas entre médecins conseils d'assurance et médecins traitants </a:t>
            </a:r>
          </a:p>
          <a:p>
            <a:pPr lvl="0">
              <a:buNone/>
            </a:pPr>
            <a:r>
              <a:rPr lang="fr-FR" sz="2800" dirty="0">
                <a:latin typeface="Times New Roman" pitchFamily="18" charset="0"/>
                <a:cs typeface="Times New Roman" pitchFamily="18" charset="0"/>
              </a:rPr>
              <a:t>d.- n'existe pas entre spécialistes et médecins traitants soignant un même patient, </a:t>
            </a:r>
          </a:p>
          <a:p>
            <a:pPr lvl="0">
              <a:buNone/>
            </a:pPr>
            <a:r>
              <a:rPr lang="fr-FR" sz="2800" dirty="0">
                <a:latin typeface="Times New Roman" pitchFamily="18" charset="0"/>
                <a:cs typeface="Times New Roman" pitchFamily="18" charset="0"/>
              </a:rPr>
              <a:t>e.- n'existe pas entre médecins experts et médecins traitants </a:t>
            </a:r>
          </a:p>
          <a:p>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24744"/>
            <a:ext cx="8229600" cy="1143000"/>
          </a:xfrm>
        </p:spPr>
        <p:txBody>
          <a:bodyPr>
            <a:normAutofit fontScale="90000"/>
          </a:bodyPr>
          <a:lstStyle/>
          <a:p>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Il peut y avoir dérogation au secret médical en cas de :</a:t>
            </a:r>
            <a:r>
              <a:rPr lang="fr-FR" sz="3600" dirty="0" smtClean="0">
                <a:latin typeface="Times New Roman" pitchFamily="18" charset="0"/>
                <a:cs typeface="Times New Roman" pitchFamily="18" charset="0"/>
              </a:rPr>
              <a:t/>
            </a:r>
            <a:br>
              <a:rPr lang="fr-FR" sz="3600" dirty="0" smtClean="0">
                <a:latin typeface="Times New Roman" pitchFamily="18" charset="0"/>
                <a:cs typeface="Times New Roman" pitchFamily="18" charset="0"/>
              </a:rPr>
            </a:br>
            <a:endParaRPr lang="fr-FR" sz="36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323528" y="2780928"/>
            <a:ext cx="8229600" cy="4525963"/>
          </a:xfrm>
        </p:spPr>
        <p:txBody>
          <a:bodyPr>
            <a:normAutofit/>
          </a:bodyPr>
          <a:lstStyle/>
          <a:p>
            <a:pPr>
              <a:buNone/>
            </a:pPr>
            <a:r>
              <a:rPr lang="fr-FR" dirty="0" smtClean="0"/>
              <a:t>A - Accident du travail.	</a:t>
            </a:r>
          </a:p>
          <a:p>
            <a:pPr>
              <a:buNone/>
            </a:pPr>
            <a:r>
              <a:rPr lang="fr-FR" dirty="0" smtClean="0"/>
              <a:t>B - déclaration d'un toxicomane	</a:t>
            </a:r>
          </a:p>
          <a:p>
            <a:pPr>
              <a:buNone/>
            </a:pPr>
            <a:r>
              <a:rPr lang="fr-FR" dirty="0" smtClean="0"/>
              <a:t>C - Maladies de longue durée	</a:t>
            </a:r>
          </a:p>
          <a:p>
            <a:pPr>
              <a:buNone/>
            </a:pPr>
            <a:r>
              <a:rPr lang="fr-FR" dirty="0" smtClean="0"/>
              <a:t>D - Alcooliques dangereux	</a:t>
            </a:r>
          </a:p>
          <a:p>
            <a:pPr>
              <a:buNone/>
            </a:pPr>
            <a:r>
              <a:rPr lang="fr-FR" dirty="0" smtClean="0"/>
              <a:t>E - S.I.D.A. avérés	</a:t>
            </a:r>
          </a:p>
          <a:p>
            <a:endParaRPr lang="fr-F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772816"/>
            <a:ext cx="8229600" cy="1143000"/>
          </a:xfrm>
        </p:spPr>
        <p:txBody>
          <a:bodyPr>
            <a:normAutofit fontScale="90000"/>
          </a:bodyPr>
          <a:lstStyle/>
          <a:p>
            <a:pPr lvl="0"/>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r>
              <a:rPr lang="fr-FR" sz="3100" b="1" dirty="0" smtClean="0">
                <a:latin typeface="Times New Roman" pitchFamily="18" charset="0"/>
                <a:cs typeface="Times New Roman" pitchFamily="18" charset="0"/>
              </a:rPr>
              <a:t>Parmi les propositions suivantes, laquelle (lesquelles) est (sont) couverte(s) par le secret médical ?: </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395536" y="3140968"/>
            <a:ext cx="8229600" cy="4525963"/>
          </a:xfrm>
        </p:spPr>
        <p:txBody>
          <a:bodyPr>
            <a:normAutofit/>
          </a:bodyPr>
          <a:lstStyle/>
          <a:p>
            <a:pPr lvl="0">
              <a:buNone/>
            </a:pPr>
            <a:r>
              <a:rPr lang="fr-FR" dirty="0" smtClean="0"/>
              <a:t>a</a:t>
            </a:r>
            <a:r>
              <a:rPr lang="fr-FR" dirty="0"/>
              <a:t>.- Les données de l'examen clinique, </a:t>
            </a:r>
          </a:p>
          <a:p>
            <a:pPr lvl="0">
              <a:buNone/>
            </a:pPr>
            <a:r>
              <a:rPr lang="fr-FR" dirty="0"/>
              <a:t>b.- Les résultats des examens complémentaires, </a:t>
            </a:r>
          </a:p>
          <a:p>
            <a:pPr lvl="0">
              <a:buNone/>
            </a:pPr>
            <a:r>
              <a:rPr lang="fr-FR" dirty="0"/>
              <a:t>c.- Les confidences du médecin, </a:t>
            </a:r>
          </a:p>
          <a:p>
            <a:pPr lvl="0">
              <a:buNone/>
            </a:pPr>
            <a:r>
              <a:rPr lang="fr-FR" dirty="0"/>
              <a:t>d.- Les </a:t>
            </a:r>
            <a:r>
              <a:rPr lang="fr-FR" dirty="0" smtClean="0"/>
              <a:t>formes médico-légales </a:t>
            </a:r>
            <a:r>
              <a:rPr lang="fr-FR" dirty="0"/>
              <a:t>d'un décès, </a:t>
            </a:r>
          </a:p>
          <a:p>
            <a:pPr lvl="0">
              <a:buNone/>
            </a:pPr>
            <a:r>
              <a:rPr lang="fr-FR" dirty="0"/>
              <a:t>e.- Les faits extra-médicaux venant à la connaissance du médecin lors de son </a:t>
            </a:r>
            <a:r>
              <a:rPr lang="fr-FR" dirty="0" smtClean="0"/>
              <a:t>exercice </a:t>
            </a:r>
            <a:endParaRPr lang="fr-FR" dirty="0"/>
          </a:p>
          <a:p>
            <a:endParaRPr lang="fr-F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772816"/>
            <a:ext cx="8229600" cy="1143000"/>
          </a:xfrm>
        </p:spPr>
        <p:txBody>
          <a:bodyPr>
            <a:normAutofit fontScale="90000"/>
          </a:bodyPr>
          <a:lstStyle/>
          <a:p>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Le médecin est tenu de se porter dénonciateur, et ainsi de déroger au secret professionnel prévu par le code pénal en cas de :</a:t>
            </a: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r>
              <a:rPr lang="fr-FR" sz="2800" dirty="0" smtClean="0">
                <a:latin typeface="Times New Roman" pitchFamily="18" charset="0"/>
                <a:cs typeface="Times New Roman" pitchFamily="18" charset="0"/>
              </a:rPr>
              <a:t>	</a:t>
            </a:r>
            <a:endParaRPr lang="fr-FR" sz="28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3068960"/>
            <a:ext cx="8229600" cy="4525963"/>
          </a:xfrm>
        </p:spPr>
        <p:txBody>
          <a:bodyPr>
            <a:normAutofit/>
          </a:bodyPr>
          <a:lstStyle/>
          <a:p>
            <a:pPr>
              <a:buNone/>
            </a:pPr>
            <a:r>
              <a:rPr lang="fr-FR" dirty="0" smtClean="0"/>
              <a:t>A </a:t>
            </a:r>
            <a:r>
              <a:rPr lang="fr-FR" dirty="0"/>
              <a:t>–déclaration de naissance		</a:t>
            </a:r>
          </a:p>
          <a:p>
            <a:pPr>
              <a:buNone/>
            </a:pPr>
            <a:r>
              <a:rPr lang="fr-FR" dirty="0" smtClean="0"/>
              <a:t>B </a:t>
            </a:r>
            <a:r>
              <a:rPr lang="fr-FR" dirty="0"/>
              <a:t>- toxicomanie	</a:t>
            </a:r>
          </a:p>
          <a:p>
            <a:pPr>
              <a:buNone/>
            </a:pPr>
            <a:r>
              <a:rPr lang="fr-FR" dirty="0" smtClean="0"/>
              <a:t>C </a:t>
            </a:r>
            <a:r>
              <a:rPr lang="fr-FR" dirty="0"/>
              <a:t>–accident de travail</a:t>
            </a:r>
          </a:p>
          <a:p>
            <a:pPr>
              <a:buNone/>
            </a:pPr>
            <a:r>
              <a:rPr lang="fr-FR" dirty="0" smtClean="0"/>
              <a:t>D </a:t>
            </a:r>
            <a:r>
              <a:rPr lang="fr-FR" dirty="0"/>
              <a:t>- Avortement illicite	</a:t>
            </a:r>
          </a:p>
          <a:p>
            <a:pPr>
              <a:buNone/>
            </a:pPr>
            <a:r>
              <a:rPr lang="fr-FR" dirty="0" smtClean="0"/>
              <a:t>E </a:t>
            </a:r>
            <a:r>
              <a:rPr lang="fr-FR" dirty="0"/>
              <a:t>- Sévices envers un mineur	</a:t>
            </a:r>
          </a:p>
          <a:p>
            <a:pPr>
              <a:buNone/>
            </a:pPr>
            <a:r>
              <a:rPr lang="fr-FR" dirty="0"/>
              <a:t>	</a:t>
            </a:r>
          </a:p>
          <a:p>
            <a:endParaRPr lang="fr-F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052736"/>
            <a:ext cx="8229600" cy="1143000"/>
          </a:xfrm>
        </p:spPr>
        <p:txBody>
          <a:bodyPr>
            <a:normAutofit fontScale="90000"/>
          </a:bodyPr>
          <a:lstStyle/>
          <a:p>
            <a:pPr lvl="0"/>
            <a:r>
              <a:rPr lang="fr-FR" dirty="0" smtClean="0"/>
              <a:t/>
            </a:r>
            <a:br>
              <a:rPr lang="fr-FR" dirty="0" smtClean="0"/>
            </a:br>
            <a:r>
              <a:rPr lang="fr-FR" dirty="0" smtClean="0"/>
              <a:t/>
            </a:r>
            <a:br>
              <a:rPr lang="fr-FR" dirty="0" smtClean="0"/>
            </a:br>
            <a:r>
              <a:rPr lang="fr-FR" sz="3600" b="1" dirty="0" smtClean="0">
                <a:latin typeface="Times New Roman" pitchFamily="18" charset="0"/>
                <a:cs typeface="Times New Roman" pitchFamily="18" charset="0"/>
              </a:rPr>
              <a:t>Le secret médical </a:t>
            </a:r>
            <a:r>
              <a:rPr lang="fr-FR" sz="3600" dirty="0" smtClean="0">
                <a:latin typeface="Times New Roman" pitchFamily="18" charset="0"/>
                <a:cs typeface="Times New Roman" pitchFamily="18" charset="0"/>
              </a:rPr>
              <a:t>: </a:t>
            </a:r>
            <a:r>
              <a:rPr lang="fr-FR" sz="3600" b="1" dirty="0" smtClean="0">
                <a:latin typeface="Times New Roman" pitchFamily="18" charset="0"/>
                <a:cs typeface="Times New Roman" pitchFamily="18" charset="0"/>
              </a:rPr>
              <a:t>(cochez les réponses justes)</a:t>
            </a:r>
            <a:r>
              <a:rPr lang="fr-FR" dirty="0" smtClean="0"/>
              <a:t/>
            </a:r>
            <a:br>
              <a:rPr lang="fr-FR" dirty="0" smtClean="0"/>
            </a:br>
            <a:endParaRPr lang="fr-FR" dirty="0"/>
          </a:p>
        </p:txBody>
      </p:sp>
      <p:sp>
        <p:nvSpPr>
          <p:cNvPr id="3" name="Espace réservé du contenu 2"/>
          <p:cNvSpPr>
            <a:spLocks noGrp="1"/>
          </p:cNvSpPr>
          <p:nvPr>
            <p:ph idx="1"/>
          </p:nvPr>
        </p:nvSpPr>
        <p:spPr>
          <a:xfrm>
            <a:off x="467544" y="2332037"/>
            <a:ext cx="8229600" cy="4525963"/>
          </a:xfrm>
        </p:spPr>
        <p:txBody>
          <a:bodyPr>
            <a:normAutofit fontScale="92500"/>
          </a:bodyPr>
          <a:lstStyle/>
          <a:p>
            <a:pPr marL="514350" lvl="0" indent="-514350">
              <a:buFont typeface="+mj-lt"/>
              <a:buAutoNum type="alphaUcPeriod"/>
            </a:pPr>
            <a:r>
              <a:rPr lang="fr-FR" dirty="0" smtClean="0"/>
              <a:t>Concerne uniquement le médecin ;</a:t>
            </a:r>
          </a:p>
          <a:p>
            <a:pPr marL="514350" lvl="0" indent="-514350">
              <a:buFont typeface="+mj-lt"/>
              <a:buAutoNum type="alphaUcPeriod"/>
            </a:pPr>
            <a:r>
              <a:rPr lang="fr-FR" dirty="0" smtClean="0"/>
              <a:t>Concerne tous les professionnels de santé ; </a:t>
            </a:r>
          </a:p>
          <a:p>
            <a:pPr marL="514350" lvl="0" indent="-514350">
              <a:buFont typeface="+mj-lt"/>
              <a:buAutoNum type="alphaUcPeriod"/>
            </a:pPr>
            <a:r>
              <a:rPr lang="fr-FR" dirty="0" smtClean="0"/>
              <a:t>Dans les dérogations absolues, le médecin est dans l’obligation de dévoiler le secret médical ;</a:t>
            </a:r>
          </a:p>
          <a:p>
            <a:pPr marL="514350" lvl="0" indent="-514350">
              <a:buFont typeface="+mj-lt"/>
              <a:buAutoNum type="alphaUcPeriod"/>
            </a:pPr>
            <a:r>
              <a:rPr lang="fr-FR" dirty="0" smtClean="0"/>
              <a:t>Dans les dérogations absolues, le médecin n’est pas obligé de dévoiler le secret médical ;</a:t>
            </a:r>
          </a:p>
          <a:p>
            <a:pPr marL="514350" lvl="0" indent="-514350">
              <a:buFont typeface="+mj-lt"/>
              <a:buAutoNum type="alphaUcPeriod"/>
            </a:pPr>
            <a:r>
              <a:rPr lang="fr-FR" dirty="0" smtClean="0"/>
              <a:t>La préservation du secret médical est levée après le décès du malade.   </a:t>
            </a:r>
          </a:p>
          <a:p>
            <a:endParaRPr lang="fr-F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24744"/>
            <a:ext cx="8229600" cy="1143000"/>
          </a:xfrm>
        </p:spPr>
        <p:txBody>
          <a:bodyPr>
            <a:normAutofit fontScale="90000"/>
          </a:bodyPr>
          <a:lstStyle/>
          <a:p>
            <a:pPr lvl="0"/>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Dans les dérogations relatives du secret médical : (les réponses justes )</a:t>
            </a: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endParaRPr lang="fr-FR" sz="28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332037"/>
            <a:ext cx="8229600" cy="4525963"/>
          </a:xfrm>
        </p:spPr>
        <p:txBody>
          <a:bodyPr>
            <a:normAutofit/>
          </a:bodyPr>
          <a:lstStyle/>
          <a:p>
            <a:pPr marL="514350" lvl="0" indent="-514350">
              <a:buFont typeface="+mj-lt"/>
              <a:buAutoNum type="alphaUcPeriod"/>
            </a:pPr>
            <a:r>
              <a:rPr lang="fr-FR" dirty="0" smtClean="0"/>
              <a:t>Le médecin doit dévoiler le secret médical ; </a:t>
            </a:r>
          </a:p>
          <a:p>
            <a:pPr marL="514350" lvl="0" indent="-514350">
              <a:buFont typeface="+mj-lt"/>
              <a:buAutoNum type="alphaUcPeriod"/>
            </a:pPr>
            <a:r>
              <a:rPr lang="fr-FR" dirty="0" smtClean="0"/>
              <a:t>Le médecin peut dévoiler comme il peut préserver le secret médical ;</a:t>
            </a:r>
          </a:p>
          <a:p>
            <a:pPr marL="514350" lvl="0" indent="-514350">
              <a:buFont typeface="+mj-lt"/>
              <a:buAutoNum type="alphaUcPeriod"/>
            </a:pPr>
            <a:r>
              <a:rPr lang="fr-FR" dirty="0" smtClean="0"/>
              <a:t>Ils concernent les cas d’avortements criminels </a:t>
            </a:r>
            <a:r>
              <a:rPr lang="fr-FR" b="1" dirty="0" smtClean="0"/>
              <a:t>;</a:t>
            </a:r>
            <a:endParaRPr lang="fr-FR" dirty="0" smtClean="0"/>
          </a:p>
          <a:p>
            <a:pPr marL="514350" lvl="0" indent="-514350">
              <a:buFont typeface="+mj-lt"/>
              <a:buAutoNum type="alphaUcPeriod"/>
            </a:pPr>
            <a:r>
              <a:rPr lang="fr-FR" dirty="0" smtClean="0"/>
              <a:t>Le médecin risque des sanctions si le secret médical est dévoilé ; </a:t>
            </a:r>
          </a:p>
          <a:p>
            <a:pPr marL="514350" lvl="0" indent="-514350">
              <a:buFont typeface="+mj-lt"/>
              <a:buAutoNum type="alphaUcPeriod"/>
            </a:pPr>
            <a:r>
              <a:rPr lang="fr-FR" dirty="0" smtClean="0"/>
              <a:t>Ils concernent les cas de toxicomanie.</a:t>
            </a:r>
            <a:r>
              <a:rPr lang="fr-FR" b="1" dirty="0" smtClean="0"/>
              <a:t> </a:t>
            </a:r>
            <a:endParaRPr lang="fr-FR" dirty="0" smtClean="0"/>
          </a:p>
          <a:p>
            <a:endParaRPr lang="fr-F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908720"/>
            <a:ext cx="8229600" cy="1143000"/>
          </a:xfrm>
        </p:spPr>
        <p:txBody>
          <a:bodyPr>
            <a:normAutofit fontScale="90000"/>
          </a:bodyPr>
          <a:lstStyle/>
          <a:p>
            <a:pPr lvl="0"/>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En cas de violation du secret médical </a:t>
            </a:r>
            <a:r>
              <a:rPr lang="fr-FR" sz="2800" dirty="0" smtClean="0">
                <a:latin typeface="Times New Roman" pitchFamily="18" charset="0"/>
                <a:cs typeface="Times New Roman" pitchFamily="18" charset="0"/>
              </a:rPr>
              <a:t>: </a:t>
            </a:r>
            <a:r>
              <a:rPr lang="fr-FR" sz="2800" b="1" dirty="0" smtClean="0">
                <a:latin typeface="Times New Roman" pitchFamily="18" charset="0"/>
                <a:cs typeface="Times New Roman" pitchFamily="18" charset="0"/>
              </a:rPr>
              <a:t>( les réponses jutes)</a:t>
            </a:r>
            <a:r>
              <a:rPr lang="fr-FR" sz="2800" dirty="0" smtClean="0">
                <a:latin typeface="Times New Roman" pitchFamily="18" charset="0"/>
                <a:cs typeface="Times New Roman" pitchFamily="18" charset="0"/>
              </a:rPr>
              <a:t> : </a:t>
            </a:r>
            <a:br>
              <a:rPr lang="fr-FR" sz="2800" dirty="0" smtClean="0">
                <a:latin typeface="Times New Roman" pitchFamily="18" charset="0"/>
                <a:cs typeface="Times New Roman" pitchFamily="18" charset="0"/>
              </a:rPr>
            </a:br>
            <a:r>
              <a:rPr lang="fr-FR" sz="2800" dirty="0" smtClean="0">
                <a:latin typeface="Times New Roman" pitchFamily="18" charset="0"/>
                <a:cs typeface="Times New Roman" pitchFamily="18" charset="0"/>
              </a:rPr>
              <a:t> </a:t>
            </a:r>
            <a:br>
              <a:rPr lang="fr-FR" sz="2800" dirty="0" smtClean="0">
                <a:latin typeface="Times New Roman" pitchFamily="18" charset="0"/>
                <a:cs typeface="Times New Roman" pitchFamily="18" charset="0"/>
              </a:rPr>
            </a:br>
            <a:endParaRPr lang="fr-FR" sz="28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132856"/>
            <a:ext cx="8229600" cy="4525963"/>
          </a:xfrm>
        </p:spPr>
        <p:txBody>
          <a:bodyPr>
            <a:normAutofit fontScale="92500" lnSpcReduction="20000"/>
          </a:bodyPr>
          <a:lstStyle/>
          <a:p>
            <a:pPr marL="514350" lvl="0" indent="-514350">
              <a:buFont typeface="+mj-lt"/>
              <a:buAutoNum type="alphaUcPeriod"/>
            </a:pPr>
            <a:r>
              <a:rPr lang="fr-FR" dirty="0" smtClean="0"/>
              <a:t>Le professionnel de santé ne risque pas des sanctions judiciaires.</a:t>
            </a:r>
          </a:p>
          <a:p>
            <a:pPr marL="514350" lvl="0" indent="-514350">
              <a:buFont typeface="+mj-lt"/>
              <a:buAutoNum type="alphaUcPeriod"/>
            </a:pPr>
            <a:r>
              <a:rPr lang="fr-FR" dirty="0" smtClean="0"/>
              <a:t>Le professionnel de santé risque des sanctions pénale, civile, disciplinaire et administrative</a:t>
            </a:r>
          </a:p>
          <a:p>
            <a:pPr marL="514350" lvl="0" indent="-514350">
              <a:buFont typeface="+mj-lt"/>
              <a:buAutoNum type="alphaUcPeriod"/>
            </a:pPr>
            <a:r>
              <a:rPr lang="fr-FR" dirty="0" smtClean="0"/>
              <a:t>La peine de prison peut être couverte par l’assurance du praticien </a:t>
            </a:r>
          </a:p>
          <a:p>
            <a:pPr marL="514350" lvl="0" indent="-514350">
              <a:buFont typeface="+mj-lt"/>
              <a:buAutoNum type="alphaUcPeriod"/>
            </a:pPr>
            <a:r>
              <a:rPr lang="fr-FR" dirty="0" smtClean="0"/>
              <a:t>Le dédommagement du malade est assuré par le praticien ou son assurance</a:t>
            </a:r>
          </a:p>
          <a:p>
            <a:pPr marL="514350" lvl="0" indent="-514350">
              <a:buFont typeface="+mj-lt"/>
              <a:buAutoNum type="alphaUcPeriod"/>
            </a:pPr>
            <a:r>
              <a:rPr lang="fr-FR" dirty="0" smtClean="0"/>
              <a:t>La sanction pénale est sous forme de peine de prison et/ou une amende</a:t>
            </a:r>
          </a:p>
          <a:p>
            <a:pPr marL="514350" indent="-514350">
              <a:buFont typeface="+mj-lt"/>
              <a:buAutoNum type="alphaUcPeriod"/>
            </a:pPr>
            <a:endParaRPr lang="fr-F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484784"/>
            <a:ext cx="8229600" cy="1143000"/>
          </a:xfrm>
        </p:spPr>
        <p:txBody>
          <a:bodyPr>
            <a:normAutofit fontScale="90000"/>
          </a:bodyPr>
          <a:lstStyle/>
          <a:p>
            <a:r>
              <a:rPr lang="fr-FR" sz="3200" b="1" dirty="0" smtClean="0"/>
              <a:t/>
            </a:r>
            <a:br>
              <a:rPr lang="fr-FR" sz="3200" b="1" dirty="0" smtClean="0"/>
            </a:br>
            <a:r>
              <a:rPr lang="fr-FR" sz="3200" b="1" dirty="0" smtClean="0"/>
              <a:t>Le médecin pourrait légalement dans un cas, rompre le secret médical en ce qui concerne : (RF)</a:t>
            </a:r>
            <a:r>
              <a:rPr lang="fr-FR" sz="3200" dirty="0" smtClean="0"/>
              <a:t/>
            </a:r>
            <a:br>
              <a:rPr lang="fr-FR" sz="3200" dirty="0" smtClean="0"/>
            </a:br>
            <a:endParaRPr lang="fr-FR" sz="3200" dirty="0"/>
          </a:p>
        </p:txBody>
      </p:sp>
      <p:sp>
        <p:nvSpPr>
          <p:cNvPr id="3" name="Espace réservé du contenu 2"/>
          <p:cNvSpPr>
            <a:spLocks noGrp="1"/>
          </p:cNvSpPr>
          <p:nvPr>
            <p:ph idx="1"/>
          </p:nvPr>
        </p:nvSpPr>
        <p:spPr>
          <a:xfrm>
            <a:off x="395536" y="2636912"/>
            <a:ext cx="8229600" cy="4525963"/>
          </a:xfrm>
        </p:spPr>
        <p:txBody>
          <a:bodyPr>
            <a:normAutofit/>
          </a:bodyPr>
          <a:lstStyle/>
          <a:p>
            <a:r>
              <a:rPr lang="fr-FR" dirty="0" smtClean="0"/>
              <a:t>A - Les déclaration des naissances </a:t>
            </a:r>
          </a:p>
          <a:p>
            <a:r>
              <a:rPr lang="fr-FR" dirty="0" smtClean="0"/>
              <a:t>B - Les toxicomanes</a:t>
            </a:r>
          </a:p>
          <a:p>
            <a:r>
              <a:rPr lang="fr-FR" dirty="0" smtClean="0"/>
              <a:t>C - Les personnes qui ont avorté clandestinement</a:t>
            </a:r>
          </a:p>
          <a:p>
            <a:r>
              <a:rPr lang="fr-FR" dirty="0" smtClean="0"/>
              <a:t> D - Les syphilitiques en traitement</a:t>
            </a:r>
          </a:p>
          <a:p>
            <a:r>
              <a:rPr lang="fr-FR" dirty="0" smtClean="0"/>
              <a:t>E - Les sévices à enfants</a:t>
            </a:r>
            <a:br>
              <a:rPr lang="fr-FR" dirty="0" smtClean="0"/>
            </a:br>
            <a:endParaRPr lang="fr-FR" dirty="0" smtClean="0"/>
          </a:p>
          <a:p>
            <a:endParaRPr lang="fr-F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24744"/>
            <a:ext cx="8229600" cy="1143000"/>
          </a:xfrm>
        </p:spPr>
        <p:txBody>
          <a:bodyPr>
            <a:normAutofit fontScale="90000"/>
          </a:bodyPr>
          <a:lstStyle/>
          <a:p>
            <a:r>
              <a:rPr lang="fr-FR" sz="3200" b="1" dirty="0" smtClean="0">
                <a:latin typeface="Times New Roman" pitchFamily="18" charset="0"/>
                <a:cs typeface="Times New Roman" pitchFamily="18" charset="0"/>
              </a:rPr>
              <a:t/>
            </a:r>
            <a:br>
              <a:rPr lang="fr-FR" sz="3200" b="1" dirty="0" smtClean="0">
                <a:latin typeface="Times New Roman" pitchFamily="18" charset="0"/>
                <a:cs typeface="Times New Roman" pitchFamily="18" charset="0"/>
              </a:rPr>
            </a:br>
            <a:r>
              <a:rPr lang="fr-FR" sz="3200" b="1" dirty="0" smtClean="0">
                <a:latin typeface="Times New Roman" pitchFamily="18" charset="0"/>
                <a:cs typeface="Times New Roman" pitchFamily="18" charset="0"/>
              </a:rPr>
              <a:t>L'obligation au secret professionnel médical pour le médecin hospitalier s'applique à :(RF)</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332037"/>
            <a:ext cx="8229600" cy="4525963"/>
          </a:xfrm>
        </p:spPr>
        <p:txBody>
          <a:bodyPr>
            <a:normAutofit/>
          </a:bodyPr>
          <a:lstStyle/>
          <a:p>
            <a:r>
              <a:rPr lang="fr-FR" b="1" dirty="0" smtClean="0"/>
              <a:t>A </a:t>
            </a:r>
            <a:r>
              <a:rPr lang="fr-FR" dirty="0" smtClean="0"/>
              <a:t>- Tous les faits d'ordre médical</a:t>
            </a:r>
          </a:p>
          <a:p>
            <a:r>
              <a:rPr lang="fr-FR" b="1" dirty="0" smtClean="0"/>
              <a:t> B </a:t>
            </a:r>
            <a:r>
              <a:rPr lang="fr-FR" dirty="0" smtClean="0"/>
              <a:t>- Tous les faits propres au malade</a:t>
            </a:r>
          </a:p>
          <a:p>
            <a:r>
              <a:rPr lang="fr-FR" b="1" dirty="0" smtClean="0"/>
              <a:t>C </a:t>
            </a:r>
            <a:r>
              <a:rPr lang="fr-FR" dirty="0" smtClean="0"/>
              <a:t>- Tous les faits extra-médicaux venant à la connaissance du médecin lors de son exercice</a:t>
            </a:r>
          </a:p>
          <a:p>
            <a:r>
              <a:rPr lang="fr-FR" b="1" dirty="0" smtClean="0"/>
              <a:t>D </a:t>
            </a:r>
            <a:r>
              <a:rPr lang="fr-FR" dirty="0" smtClean="0"/>
              <a:t>- Aux publications faites sur le cas du malade</a:t>
            </a:r>
          </a:p>
          <a:p>
            <a:r>
              <a:rPr lang="fr-FR" b="1" dirty="0" smtClean="0"/>
              <a:t>C</a:t>
            </a:r>
            <a:r>
              <a:rPr lang="fr-FR" dirty="0" smtClean="0"/>
              <a:t> – toutes les réponses sont fausses</a:t>
            </a:r>
          </a:p>
          <a:p>
            <a:endParaRPr lang="fr-F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836712"/>
            <a:ext cx="8229600" cy="1143000"/>
          </a:xfrm>
        </p:spPr>
        <p:txBody>
          <a:bodyPr>
            <a:normAutofit fontScale="90000"/>
          </a:bodyPr>
          <a:lstStyle/>
          <a:p>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100" b="1" dirty="0" smtClean="0">
                <a:latin typeface="Times New Roman" pitchFamily="18" charset="0"/>
                <a:cs typeface="Times New Roman" pitchFamily="18" charset="0"/>
              </a:rPr>
              <a:t>Viole le secret professionnel le médecin qui :(RF)</a:t>
            </a:r>
            <a:r>
              <a:rPr lang="fr-FR" sz="3600" dirty="0" smtClean="0">
                <a:latin typeface="Times New Roman" pitchFamily="18" charset="0"/>
                <a:cs typeface="Times New Roman" pitchFamily="18" charset="0"/>
              </a:rPr>
              <a:t/>
            </a:r>
            <a:br>
              <a:rPr lang="fr-FR" sz="3600" dirty="0" smtClean="0">
                <a:latin typeface="Times New Roman" pitchFamily="18" charset="0"/>
                <a:cs typeface="Times New Roman" pitchFamily="18" charset="0"/>
              </a:rPr>
            </a:br>
            <a:endParaRPr lang="fr-FR" sz="36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060848"/>
            <a:ext cx="8229600" cy="4525963"/>
          </a:xfrm>
        </p:spPr>
        <p:txBody>
          <a:bodyPr>
            <a:normAutofit fontScale="92500" lnSpcReduction="20000"/>
          </a:bodyPr>
          <a:lstStyle/>
          <a:p>
            <a:r>
              <a:rPr lang="fr-FR" b="1" dirty="0" smtClean="0"/>
              <a:t>A </a:t>
            </a:r>
            <a:r>
              <a:rPr lang="fr-FR" dirty="0" smtClean="0"/>
              <a:t>- Communique à un tiers les clichés radiographiques d'un de ses patients</a:t>
            </a:r>
          </a:p>
          <a:p>
            <a:r>
              <a:rPr lang="fr-FR" b="1" dirty="0" smtClean="0"/>
              <a:t>B </a:t>
            </a:r>
            <a:r>
              <a:rPr lang="fr-FR" dirty="0" smtClean="0"/>
              <a:t>- Délivre en mains propres un certificat médical à son patient </a:t>
            </a:r>
          </a:p>
          <a:p>
            <a:r>
              <a:rPr lang="fr-FR" b="1" dirty="0" smtClean="0"/>
              <a:t>C </a:t>
            </a:r>
            <a:r>
              <a:rPr lang="fr-FR" dirty="0" smtClean="0"/>
              <a:t>- Fait à la presse un communiqué rectificatif sur les causes de la mort d'un de ses patients</a:t>
            </a:r>
          </a:p>
          <a:p>
            <a:r>
              <a:rPr lang="fr-FR" b="1" dirty="0" smtClean="0"/>
              <a:t> D </a:t>
            </a:r>
            <a:r>
              <a:rPr lang="fr-FR" dirty="0" smtClean="0"/>
              <a:t>- Indique le nom d'un de ses patients dans une publication scientifique</a:t>
            </a:r>
          </a:p>
          <a:p>
            <a:r>
              <a:rPr lang="fr-FR" b="1" dirty="0" smtClean="0"/>
              <a:t>  E </a:t>
            </a:r>
            <a:r>
              <a:rPr lang="fr-FR" dirty="0" smtClean="0"/>
              <a:t>- Dénonce au Procureur de la République sans  l'accord de la victime, l'auteur présumé d'un viol</a:t>
            </a:r>
          </a:p>
          <a:p>
            <a:endParaRPr lang="fr-F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484784"/>
            <a:ext cx="8229600" cy="1143000"/>
          </a:xfrm>
        </p:spPr>
        <p:txBody>
          <a:bodyPr>
            <a:normAutofit fontScale="90000"/>
          </a:bodyPr>
          <a:lstStyle/>
          <a:p>
            <a:pPr lvl="0"/>
            <a:r>
              <a:rPr lang="fr-FR" sz="3200" b="1" dirty="0" smtClean="0">
                <a:latin typeface="Times New Roman" pitchFamily="18" charset="0"/>
                <a:cs typeface="Times New Roman" pitchFamily="18" charset="0"/>
              </a:rPr>
              <a:t/>
            </a:r>
            <a:br>
              <a:rPr lang="fr-FR" sz="3200" b="1" dirty="0" smtClean="0">
                <a:latin typeface="Times New Roman" pitchFamily="18" charset="0"/>
                <a:cs typeface="Times New Roman" pitchFamily="18" charset="0"/>
              </a:rPr>
            </a:br>
            <a:r>
              <a:rPr lang="fr-FR" sz="3200" b="1" dirty="0" smtClean="0">
                <a:latin typeface="Times New Roman" pitchFamily="18" charset="0"/>
                <a:cs typeface="Times New Roman" pitchFamily="18" charset="0"/>
              </a:rPr>
              <a:t>Parmi les dérogations facultatives du   secret médical : (la R juste)</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636912"/>
            <a:ext cx="8229600" cy="4525963"/>
          </a:xfrm>
        </p:spPr>
        <p:txBody>
          <a:bodyPr/>
          <a:lstStyle/>
          <a:p>
            <a:pPr marL="514350" lvl="0" indent="-514350">
              <a:buFont typeface="+mj-lt"/>
              <a:buAutoNum type="alphaUcPeriod"/>
            </a:pPr>
            <a:r>
              <a:rPr lang="fr-FR" dirty="0" smtClean="0"/>
              <a:t>déclaration des maladies contagieuses</a:t>
            </a:r>
          </a:p>
          <a:p>
            <a:pPr marL="514350" lvl="0" indent="-514350">
              <a:buFont typeface="+mj-lt"/>
              <a:buAutoNum type="alphaUcPeriod"/>
            </a:pPr>
            <a:r>
              <a:rPr lang="fr-FR" dirty="0" smtClean="0"/>
              <a:t>déclaration des maladies vénériennes</a:t>
            </a:r>
          </a:p>
          <a:p>
            <a:pPr marL="514350" lvl="0" indent="-514350">
              <a:buFont typeface="+mj-lt"/>
              <a:buAutoNum type="alphaUcPeriod"/>
            </a:pPr>
            <a:r>
              <a:rPr lang="fr-FR" dirty="0" smtClean="0"/>
              <a:t>déclaration des accidents de travail</a:t>
            </a:r>
          </a:p>
          <a:p>
            <a:pPr marL="514350" lvl="0" indent="-514350">
              <a:buFont typeface="+mj-lt"/>
              <a:buAutoNum type="alphaUcPeriod"/>
            </a:pPr>
            <a:r>
              <a:rPr lang="fr-FR" dirty="0" smtClean="0"/>
              <a:t>signalement d’un avortement provoqué </a:t>
            </a:r>
          </a:p>
          <a:p>
            <a:pPr marL="514350" lvl="0" indent="-514350">
              <a:buFont typeface="+mj-lt"/>
              <a:buAutoNum type="alphaUcPeriod"/>
            </a:pPr>
            <a:r>
              <a:rPr lang="fr-FR" dirty="0" smtClean="0"/>
              <a:t>signalement de violences infligées à un mineur</a:t>
            </a:r>
          </a:p>
          <a:p>
            <a:endParaRPr lang="fr-F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484784"/>
            <a:ext cx="8229600" cy="1143000"/>
          </a:xfrm>
        </p:spPr>
        <p:txBody>
          <a:bodyPr>
            <a:normAutofit fontScale="90000"/>
          </a:bodyPr>
          <a:lstStyle/>
          <a:p>
            <a:r>
              <a:rPr lang="fr-FR" sz="3600" b="1" dirty="0" smtClean="0">
                <a:latin typeface="Times New Roman" pitchFamily="18" charset="0"/>
                <a:cs typeface="Times New Roman" pitchFamily="18" charset="0"/>
              </a:rPr>
              <a:t>Le secret médical concerne (la R fausse) :</a:t>
            </a:r>
            <a:endParaRPr lang="fr-FR" sz="36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132856"/>
            <a:ext cx="8229600" cy="4525963"/>
          </a:xfrm>
        </p:spPr>
        <p:txBody>
          <a:bodyPr/>
          <a:lstStyle/>
          <a:p>
            <a:pPr lvl="0"/>
            <a:endParaRPr lang="fr-FR" dirty="0" smtClean="0"/>
          </a:p>
          <a:p>
            <a:pPr marL="514350" lvl="0" indent="-514350">
              <a:buFont typeface="+mj-lt"/>
              <a:buAutoNum type="alphaUcPeriod"/>
            </a:pPr>
            <a:r>
              <a:rPr lang="fr-FR" dirty="0" smtClean="0"/>
              <a:t>Le malade </a:t>
            </a:r>
          </a:p>
          <a:p>
            <a:pPr marL="514350" lvl="0" indent="-514350">
              <a:buFont typeface="+mj-lt"/>
              <a:buAutoNum type="alphaUcPeriod"/>
            </a:pPr>
            <a:r>
              <a:rPr lang="fr-FR" dirty="0" smtClean="0"/>
              <a:t>Les médecins.</a:t>
            </a:r>
          </a:p>
          <a:p>
            <a:pPr marL="514350" lvl="0" indent="-514350">
              <a:buFont typeface="+mj-lt"/>
              <a:buAutoNum type="alphaUcPeriod"/>
            </a:pPr>
            <a:r>
              <a:rPr lang="fr-FR" dirty="0" smtClean="0"/>
              <a:t>Les infirmiers</a:t>
            </a:r>
          </a:p>
          <a:p>
            <a:pPr marL="514350" lvl="0" indent="-514350">
              <a:buFont typeface="+mj-lt"/>
              <a:buAutoNum type="alphaUcPeriod"/>
            </a:pPr>
            <a:r>
              <a:rPr lang="fr-FR" dirty="0" smtClean="0"/>
              <a:t>Les secrétaires médicales</a:t>
            </a:r>
          </a:p>
          <a:p>
            <a:pPr marL="514350" lvl="0" indent="-514350">
              <a:buFont typeface="+mj-lt"/>
              <a:buAutoNum type="alphaUcPeriod"/>
            </a:pPr>
            <a:r>
              <a:rPr lang="fr-FR" dirty="0" smtClean="0"/>
              <a:t>Le personnel hospitalier non soignant</a:t>
            </a:r>
          </a:p>
          <a:p>
            <a:endParaRPr lang="fr-F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24744"/>
            <a:ext cx="8229600" cy="1143000"/>
          </a:xfrm>
        </p:spPr>
        <p:txBody>
          <a:bodyPr>
            <a:normAutofit fontScale="90000"/>
          </a:bodyPr>
          <a:lstStyle/>
          <a:p>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Le secret médical est obligatoire : (la R juste)</a:t>
            </a:r>
            <a:r>
              <a:rPr lang="fr-FR" sz="3600" dirty="0" smtClean="0">
                <a:latin typeface="Times New Roman" pitchFamily="18" charset="0"/>
                <a:cs typeface="Times New Roman" pitchFamily="18" charset="0"/>
              </a:rPr>
              <a:t/>
            </a:r>
            <a:br>
              <a:rPr lang="fr-FR" sz="3600" dirty="0" smtClean="0">
                <a:latin typeface="Times New Roman" pitchFamily="18" charset="0"/>
                <a:cs typeface="Times New Roman" pitchFamily="18" charset="0"/>
              </a:rPr>
            </a:br>
            <a:endParaRPr lang="fr-FR" sz="36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539552" y="2332037"/>
            <a:ext cx="8229600" cy="4525963"/>
          </a:xfrm>
        </p:spPr>
        <p:txBody>
          <a:bodyPr/>
          <a:lstStyle/>
          <a:p>
            <a:pPr marL="514350" lvl="0" indent="-514350">
              <a:buFont typeface="+mj-lt"/>
              <a:buAutoNum type="alphaUcPeriod"/>
            </a:pPr>
            <a:r>
              <a:rPr lang="fr-FR" dirty="0" smtClean="0"/>
              <a:t>Seulement aux médecins, aux pharmaciens et aux chirurgiens dentistes.</a:t>
            </a:r>
          </a:p>
          <a:p>
            <a:pPr marL="514350" lvl="0" indent="-514350">
              <a:buFont typeface="+mj-lt"/>
              <a:buAutoNum type="alphaUcPeriod"/>
            </a:pPr>
            <a:r>
              <a:rPr lang="fr-FR" dirty="0" smtClean="0"/>
              <a:t>Aux infirmiers. </a:t>
            </a:r>
          </a:p>
          <a:p>
            <a:pPr marL="514350" lvl="0" indent="-514350">
              <a:buFont typeface="+mj-lt"/>
              <a:buAutoNum type="alphaUcPeriod"/>
            </a:pPr>
            <a:r>
              <a:rPr lang="fr-FR" dirty="0" smtClean="0"/>
              <a:t>Au personnel non soignant présent dans la salle de soins</a:t>
            </a:r>
          </a:p>
          <a:p>
            <a:pPr marL="514350" lvl="0" indent="-514350">
              <a:buFont typeface="+mj-lt"/>
              <a:buAutoNum type="alphaUcPeriod"/>
            </a:pPr>
            <a:r>
              <a:rPr lang="fr-FR" dirty="0" smtClean="0"/>
              <a:t>Aux secrétaires médicales. </a:t>
            </a:r>
          </a:p>
          <a:p>
            <a:pPr marL="514350" lvl="0" indent="-514350">
              <a:buFont typeface="+mj-lt"/>
              <a:buAutoNum type="alphaUcPeriod"/>
            </a:pPr>
            <a:r>
              <a:rPr lang="fr-FR" dirty="0" smtClean="0"/>
              <a:t>Toutes les réponses sont justes.</a:t>
            </a:r>
          </a:p>
          <a:p>
            <a:endParaRPr lang="fr-F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re 1"/>
          <p:cNvSpPr>
            <a:spLocks noGrp="1"/>
          </p:cNvSpPr>
          <p:nvPr>
            <p:ph type="title"/>
          </p:nvPr>
        </p:nvSpPr>
        <p:spPr>
          <a:xfrm>
            <a:off x="467544" y="1340768"/>
            <a:ext cx="8229600" cy="1143000"/>
          </a:xfrm>
        </p:spPr>
        <p:txBody>
          <a:bodyPr>
            <a:normAutofit fontScale="90000"/>
          </a:bodyPr>
          <a:lstStyle/>
          <a:p>
            <a:pPr eaLnBrk="1" hangingPunct="1"/>
            <a:r>
              <a:rPr lang="fr-FR" sz="3600" b="1" smtClean="0"/>
              <a:t/>
            </a:r>
            <a:br>
              <a:rPr lang="fr-FR" sz="3600" b="1" smtClean="0"/>
            </a:br>
            <a:r>
              <a:rPr lang="fr-FR" sz="3600" b="1" smtClean="0"/>
              <a:t>Le </a:t>
            </a:r>
            <a:r>
              <a:rPr lang="fr-FR" sz="3600" b="1" dirty="0" smtClean="0"/>
              <a:t>secret médical couvre : la R F</a:t>
            </a:r>
            <a:r>
              <a:rPr lang="fr-FR" sz="3600" dirty="0" smtClean="0"/>
              <a:t/>
            </a:r>
            <a:br>
              <a:rPr lang="fr-FR" sz="3600" dirty="0" smtClean="0"/>
            </a:br>
            <a:endParaRPr lang="fr-FR" sz="3600" dirty="0" smtClean="0"/>
          </a:p>
        </p:txBody>
      </p:sp>
      <p:sp>
        <p:nvSpPr>
          <p:cNvPr id="24579" name="Espace réservé du contenu 2"/>
          <p:cNvSpPr>
            <a:spLocks noGrp="1"/>
          </p:cNvSpPr>
          <p:nvPr>
            <p:ph idx="1"/>
          </p:nvPr>
        </p:nvSpPr>
        <p:spPr>
          <a:xfrm>
            <a:off x="467544" y="2564904"/>
            <a:ext cx="8229600" cy="4525963"/>
          </a:xfrm>
        </p:spPr>
        <p:txBody>
          <a:bodyPr/>
          <a:lstStyle/>
          <a:p>
            <a:pPr marL="514350" indent="-514350" eaLnBrk="1" hangingPunct="1">
              <a:buFont typeface="+mj-lt"/>
              <a:buAutoNum type="alphaUcPeriod"/>
              <a:defRPr/>
            </a:pPr>
            <a:r>
              <a:rPr lang="fr-FR" dirty="0" smtClean="0"/>
              <a:t>Toutes les confidences du malade</a:t>
            </a:r>
          </a:p>
          <a:p>
            <a:pPr marL="514350" indent="-514350" eaLnBrk="1" hangingPunct="1">
              <a:buFont typeface="+mj-lt"/>
              <a:buAutoNum type="alphaUcPeriod"/>
              <a:defRPr/>
            </a:pPr>
            <a:r>
              <a:rPr lang="fr-FR" dirty="0" smtClean="0"/>
              <a:t>Les diagnostics et thérapeutiques</a:t>
            </a:r>
          </a:p>
          <a:p>
            <a:pPr marL="514350" indent="-514350" eaLnBrk="1" hangingPunct="1">
              <a:buFont typeface="+mj-lt"/>
              <a:buAutoNum type="alphaUcPeriod"/>
              <a:defRPr/>
            </a:pPr>
            <a:r>
              <a:rPr lang="fr-FR" dirty="0" smtClean="0"/>
              <a:t>Les déclarations du malade et de sa famille</a:t>
            </a:r>
          </a:p>
          <a:p>
            <a:pPr marL="514350" indent="-514350" eaLnBrk="1" hangingPunct="1">
              <a:buFont typeface="+mj-lt"/>
              <a:buAutoNum type="alphaUcPeriod"/>
              <a:defRPr/>
            </a:pPr>
            <a:r>
              <a:rPr lang="fr-FR" dirty="0" smtClean="0"/>
              <a:t>Les conversations surprises dans le cabinet du praticien</a:t>
            </a:r>
          </a:p>
          <a:p>
            <a:pPr marL="514350" indent="-514350" eaLnBrk="1" hangingPunct="1">
              <a:buFont typeface="+mj-lt"/>
              <a:buAutoNum type="alphaUcPeriod"/>
              <a:defRPr/>
            </a:pPr>
            <a:r>
              <a:rPr lang="fr-FR" dirty="0" smtClean="0"/>
              <a:t>Les confidences du médecin</a:t>
            </a:r>
          </a:p>
          <a:p>
            <a:pPr eaLnBrk="1" hangingPunct="1">
              <a:defRPr/>
            </a:pPr>
            <a:endParaRPr lang="fr-FR"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124744"/>
            <a:ext cx="8229600" cy="1143000"/>
          </a:xfrm>
        </p:spPr>
        <p:txBody>
          <a:bodyPr>
            <a:normAutofit fontScale="90000"/>
          </a:bodyPr>
          <a:lstStyle/>
          <a:p>
            <a:pPr lvl="0"/>
            <a:r>
              <a:rPr lang="fr-FR" sz="3100" b="1" dirty="0" smtClean="0">
                <a:latin typeface="Times New Roman" pitchFamily="18" charset="0"/>
                <a:cs typeface="Times New Roman" pitchFamily="18" charset="0"/>
              </a:rPr>
              <a:t/>
            </a:r>
            <a:br>
              <a:rPr lang="fr-FR" sz="3100" b="1" dirty="0" smtClean="0">
                <a:latin typeface="Times New Roman" pitchFamily="18" charset="0"/>
                <a:cs typeface="Times New Roman" pitchFamily="18" charset="0"/>
              </a:rPr>
            </a:br>
            <a:r>
              <a:rPr lang="fr-FR" sz="3100" b="1" dirty="0" smtClean="0">
                <a:latin typeface="Times New Roman" pitchFamily="18" charset="0"/>
                <a:cs typeface="Times New Roman" pitchFamily="18" charset="0"/>
              </a:rPr>
              <a:t/>
            </a:r>
            <a:br>
              <a:rPr lang="fr-FR" sz="3100" b="1" dirty="0" smtClean="0">
                <a:latin typeface="Times New Roman" pitchFamily="18" charset="0"/>
                <a:cs typeface="Times New Roman" pitchFamily="18" charset="0"/>
              </a:rPr>
            </a:br>
            <a:r>
              <a:rPr lang="fr-FR" sz="3100" b="1" dirty="0" smtClean="0">
                <a:latin typeface="Times New Roman" pitchFamily="18" charset="0"/>
                <a:cs typeface="Times New Roman" pitchFamily="18" charset="0"/>
              </a:rPr>
              <a:t>Le médecin pourrait légalement et obligatoirement rompre le secret médical en ce qui concerne :</a:t>
            </a:r>
            <a:r>
              <a:rPr lang="fr-FR" dirty="0" smtClean="0"/>
              <a:t/>
            </a:r>
            <a:br>
              <a:rPr lang="fr-FR" dirty="0" smtClean="0"/>
            </a:br>
            <a:endParaRPr lang="fr-FR" dirty="0"/>
          </a:p>
        </p:txBody>
      </p:sp>
      <p:sp>
        <p:nvSpPr>
          <p:cNvPr id="3" name="Espace réservé du contenu 2"/>
          <p:cNvSpPr>
            <a:spLocks noGrp="1"/>
          </p:cNvSpPr>
          <p:nvPr>
            <p:ph idx="1"/>
          </p:nvPr>
        </p:nvSpPr>
        <p:spPr>
          <a:xfrm>
            <a:off x="467544" y="2332037"/>
            <a:ext cx="8229600" cy="4525963"/>
          </a:xfrm>
        </p:spPr>
        <p:txBody>
          <a:bodyPr>
            <a:normAutofit/>
          </a:bodyPr>
          <a:lstStyle/>
          <a:p>
            <a:r>
              <a:rPr lang="fr-FR" dirty="0" smtClean="0"/>
              <a:t>A - Les alcooliques	</a:t>
            </a:r>
          </a:p>
          <a:p>
            <a:r>
              <a:rPr lang="fr-FR" dirty="0" smtClean="0"/>
              <a:t>B - Les personnes qui ont avorté clandestinement	</a:t>
            </a:r>
          </a:p>
          <a:p>
            <a:r>
              <a:rPr lang="fr-FR" dirty="0" smtClean="0"/>
              <a:t>C - Les syphilitiques en traitement	</a:t>
            </a:r>
          </a:p>
          <a:p>
            <a:r>
              <a:rPr lang="fr-FR" dirty="0" smtClean="0"/>
              <a:t>D - Les cas de sévices à enfants	</a:t>
            </a:r>
          </a:p>
          <a:p>
            <a:r>
              <a:rPr lang="fr-FR" dirty="0" smtClean="0"/>
              <a:t>E - Les victimes de viol, mais avec leur consentement</a:t>
            </a:r>
            <a:endParaRPr lang="fr-F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96752"/>
            <a:ext cx="8229600" cy="1143000"/>
          </a:xfrm>
        </p:spPr>
        <p:txBody>
          <a:bodyPr>
            <a:normAutofit fontScale="90000"/>
          </a:bodyPr>
          <a:lstStyle/>
          <a:p>
            <a:pPr lvl="0"/>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Toutes ses propositions constituent des dérogations absolues au secret médical sauf une :</a:t>
            </a: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endParaRPr lang="fr-FR" sz="28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395536" y="2564904"/>
            <a:ext cx="8229600" cy="4525963"/>
          </a:xfrm>
        </p:spPr>
        <p:txBody>
          <a:bodyPr/>
          <a:lstStyle/>
          <a:p>
            <a:pPr marL="514350" lvl="0" indent="-514350">
              <a:buFont typeface="+mj-lt"/>
              <a:buAutoNum type="alphaUcPeriod"/>
            </a:pPr>
            <a:r>
              <a:rPr lang="fr-FR" dirty="0" smtClean="0"/>
              <a:t>Maladies à déclaration obligatoire</a:t>
            </a:r>
          </a:p>
          <a:p>
            <a:pPr marL="514350" lvl="0" indent="-514350">
              <a:buFont typeface="+mj-lt"/>
              <a:buAutoNum type="alphaUcPeriod"/>
            </a:pPr>
            <a:r>
              <a:rPr lang="fr-FR" dirty="0" smtClean="0"/>
              <a:t>Sévices à enfants</a:t>
            </a:r>
          </a:p>
          <a:p>
            <a:pPr marL="514350" lvl="0" indent="-514350">
              <a:buFont typeface="+mj-lt"/>
              <a:buAutoNum type="alphaUcPeriod"/>
            </a:pPr>
            <a:r>
              <a:rPr lang="fr-FR" dirty="0" smtClean="0"/>
              <a:t>Déclaration de maladies professionnelle</a:t>
            </a:r>
          </a:p>
          <a:p>
            <a:pPr marL="514350" lvl="0" indent="-514350">
              <a:buFont typeface="+mj-lt"/>
              <a:buAutoNum type="alphaUcPeriod"/>
            </a:pPr>
            <a:r>
              <a:rPr lang="fr-FR" dirty="0" smtClean="0"/>
              <a:t>Dénonciation d’un avortement criminel</a:t>
            </a:r>
          </a:p>
          <a:p>
            <a:pPr marL="514350" lvl="0" indent="-514350">
              <a:buFont typeface="+mj-lt"/>
              <a:buAutoNum type="alphaUcPeriod"/>
            </a:pPr>
            <a:r>
              <a:rPr lang="fr-FR" dirty="0" smtClean="0"/>
              <a:t>Déclaration des accidents de travail</a:t>
            </a:r>
          </a:p>
          <a:p>
            <a:endParaRPr lang="fr-F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836712"/>
            <a:ext cx="8229600" cy="1143000"/>
          </a:xfrm>
        </p:spPr>
        <p:txBody>
          <a:bodyPr>
            <a:normAutofit fontScale="90000"/>
          </a:bodyPr>
          <a:lstStyle/>
          <a:p>
            <a:pPr lvl="0"/>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Viole le secret professionnel le médecin qui :(la ou les RF)</a:t>
            </a: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endParaRPr lang="fr-FR" sz="28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132856"/>
            <a:ext cx="8229600" cy="4525963"/>
          </a:xfrm>
        </p:spPr>
        <p:txBody>
          <a:bodyPr>
            <a:normAutofit fontScale="92500" lnSpcReduction="20000"/>
          </a:bodyPr>
          <a:lstStyle/>
          <a:p>
            <a:pPr marL="514350" lvl="0" indent="-514350">
              <a:buFont typeface="+mj-lt"/>
              <a:buAutoNum type="alphaUcPeriod"/>
            </a:pPr>
            <a:r>
              <a:rPr lang="fr-FR" dirty="0" smtClean="0"/>
              <a:t>Remet à un tiers des radiographies de son patient</a:t>
            </a:r>
          </a:p>
          <a:p>
            <a:pPr marL="514350" lvl="0" indent="-514350">
              <a:buFont typeface="+mj-lt"/>
              <a:buAutoNum type="alphaUcPeriod"/>
            </a:pPr>
            <a:r>
              <a:rPr lang="fr-FR" dirty="0" smtClean="0"/>
              <a:t> Remet un certificat médical au tuteur légal d’un mineur</a:t>
            </a:r>
          </a:p>
          <a:p>
            <a:pPr marL="514350" lvl="0" indent="-514350">
              <a:buFont typeface="+mj-lt"/>
              <a:buAutoNum type="alphaUcPeriod"/>
            </a:pPr>
            <a:r>
              <a:rPr lang="fr-FR" dirty="0" smtClean="0"/>
              <a:t> Communique à la presse les causes de la mort de son patient</a:t>
            </a:r>
          </a:p>
          <a:p>
            <a:pPr marL="514350" lvl="0" indent="-514350">
              <a:buFont typeface="+mj-lt"/>
              <a:buAutoNum type="alphaUcPeriod"/>
            </a:pPr>
            <a:r>
              <a:rPr lang="fr-FR" dirty="0" smtClean="0"/>
              <a:t> Transmet  aux autorités judiciaires requérantes le dossier du malade</a:t>
            </a:r>
          </a:p>
          <a:p>
            <a:pPr marL="514350" indent="-514350">
              <a:buFont typeface="+mj-lt"/>
              <a:buAutoNum type="alphaUcPeriod"/>
            </a:pPr>
            <a:r>
              <a:rPr lang="fr-FR" dirty="0" smtClean="0"/>
              <a:t> Indique le nom de son patient dans une publication scientifique</a:t>
            </a:r>
            <a:endParaRPr lang="fr-F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268760"/>
            <a:ext cx="8229600" cy="1143000"/>
          </a:xfrm>
        </p:spPr>
        <p:txBody>
          <a:bodyPr>
            <a:normAutofit fontScale="90000"/>
          </a:bodyPr>
          <a:lstStyle/>
          <a:p>
            <a:pPr lvl="0"/>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l’obligation au secret professionnel médical pour le médecin hospitalier s'applique à :(RF)</a:t>
            </a: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endParaRPr lang="fr-FR" sz="28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708920"/>
            <a:ext cx="8229600" cy="4525963"/>
          </a:xfrm>
        </p:spPr>
        <p:txBody>
          <a:bodyPr/>
          <a:lstStyle/>
          <a:p>
            <a:pPr marL="1371600" lvl="2" indent="-457200">
              <a:buFont typeface="+mj-lt"/>
              <a:buAutoNum type="alphaUcPeriod"/>
            </a:pPr>
            <a:r>
              <a:rPr lang="fr-FR" dirty="0" smtClean="0"/>
              <a:t>tous les faits médicaux</a:t>
            </a:r>
            <a:endParaRPr lang="fr-FR" sz="2000" dirty="0" smtClean="0"/>
          </a:p>
          <a:p>
            <a:pPr marL="1371600" lvl="2" indent="-457200">
              <a:buFont typeface="+mj-lt"/>
              <a:buAutoNum type="alphaUcPeriod"/>
            </a:pPr>
            <a:r>
              <a:rPr lang="fr-FR" dirty="0" smtClean="0"/>
              <a:t>tous les faits propres au malade</a:t>
            </a:r>
            <a:endParaRPr lang="fr-FR" sz="2000" dirty="0" smtClean="0"/>
          </a:p>
          <a:p>
            <a:pPr marL="1371600" lvl="2" indent="-457200">
              <a:buFont typeface="+mj-lt"/>
              <a:buAutoNum type="alphaUcPeriod"/>
            </a:pPr>
            <a:r>
              <a:rPr lang="fr-FR" dirty="0" smtClean="0"/>
              <a:t>tous les faits extra médicaux venant à la connaissance du médecin lors de son exercice</a:t>
            </a:r>
            <a:endParaRPr lang="fr-FR" sz="2000" dirty="0" smtClean="0"/>
          </a:p>
          <a:p>
            <a:pPr marL="1371600" lvl="2" indent="-457200">
              <a:buFont typeface="+mj-lt"/>
              <a:buAutoNum type="alphaUcPeriod"/>
            </a:pPr>
            <a:r>
              <a:rPr lang="fr-FR" dirty="0" smtClean="0"/>
              <a:t>aux publications faites sur le cas du malade</a:t>
            </a:r>
            <a:endParaRPr lang="fr-FR" sz="2000" dirty="0" smtClean="0"/>
          </a:p>
          <a:p>
            <a:pPr marL="1371600" lvl="2" indent="-457200">
              <a:buFont typeface="+mj-lt"/>
              <a:buAutoNum type="alphaUcPeriod"/>
            </a:pPr>
            <a:r>
              <a:rPr lang="fr-FR" dirty="0" smtClean="0"/>
              <a:t>tous les faits  médicaux  légalement soumis à être dénoncés</a:t>
            </a:r>
            <a:endParaRPr lang="fr-FR" sz="2000" dirty="0" smtClean="0"/>
          </a:p>
          <a:p>
            <a:endParaRPr lang="fr-F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484784"/>
            <a:ext cx="8229600" cy="1143000"/>
          </a:xfrm>
        </p:spPr>
        <p:txBody>
          <a:bodyPr>
            <a:normAutofit fontScale="90000"/>
          </a:bodyPr>
          <a:lstStyle/>
          <a:p>
            <a:r>
              <a:rPr lang="fr-FR" sz="3200" b="1" dirty="0" smtClean="0">
                <a:latin typeface="Times New Roman" pitchFamily="18" charset="0"/>
                <a:cs typeface="Times New Roman" pitchFamily="18" charset="0"/>
              </a:rPr>
              <a:t/>
            </a:r>
            <a:br>
              <a:rPr lang="fr-FR" sz="3200" b="1" dirty="0" smtClean="0">
                <a:latin typeface="Times New Roman" pitchFamily="18" charset="0"/>
                <a:cs typeface="Times New Roman" pitchFamily="18" charset="0"/>
              </a:rPr>
            </a:br>
            <a:r>
              <a:rPr lang="fr-FR" sz="3200" b="1" dirty="0" smtClean="0">
                <a:latin typeface="Times New Roman" pitchFamily="18" charset="0"/>
                <a:cs typeface="Times New Roman" pitchFamily="18" charset="0"/>
              </a:rPr>
              <a:t>Les cas d’obligation de révélation du secret médical</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924944"/>
            <a:ext cx="8229600" cy="4525963"/>
          </a:xfrm>
        </p:spPr>
        <p:txBody>
          <a:bodyPr/>
          <a:lstStyle/>
          <a:p>
            <a:pPr marL="514350" lvl="0" indent="-514350">
              <a:buFont typeface="+mj-lt"/>
              <a:buAutoNum type="alphaUcPeriod"/>
            </a:pPr>
            <a:r>
              <a:rPr lang="fr-FR" dirty="0" smtClean="0"/>
              <a:t>lutte contre les maladies transmissibles</a:t>
            </a:r>
          </a:p>
          <a:p>
            <a:pPr marL="514350" lvl="0" indent="-514350">
              <a:buFont typeface="+mj-lt"/>
              <a:buAutoNum type="alphaUcPeriod"/>
            </a:pPr>
            <a:r>
              <a:rPr lang="fr-FR" dirty="0" smtClean="0"/>
              <a:t>réponse à une réquisition</a:t>
            </a:r>
          </a:p>
          <a:p>
            <a:pPr marL="514350" lvl="0" indent="-514350">
              <a:buFont typeface="+mj-lt"/>
              <a:buAutoNum type="alphaUcPeriod"/>
            </a:pPr>
            <a:r>
              <a:rPr lang="fr-FR" dirty="0" smtClean="0"/>
              <a:t>déclaration des naissances</a:t>
            </a:r>
          </a:p>
          <a:p>
            <a:pPr marL="514350" lvl="0" indent="-514350">
              <a:buFont typeface="+mj-lt"/>
              <a:buAutoNum type="alphaUcPeriod"/>
            </a:pPr>
            <a:r>
              <a:rPr lang="fr-FR" dirty="0" smtClean="0"/>
              <a:t>toute pathologie cancéreuse</a:t>
            </a:r>
          </a:p>
          <a:p>
            <a:pPr marL="514350" lvl="0" indent="-514350">
              <a:buFont typeface="+mj-lt"/>
              <a:buAutoNum type="alphaUcPeriod"/>
            </a:pPr>
            <a:r>
              <a:rPr lang="fr-FR" dirty="0" smtClean="0"/>
              <a:t>déclaration de décès</a:t>
            </a:r>
          </a:p>
          <a:p>
            <a:endParaRPr lang="fr-F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412776"/>
            <a:ext cx="8229600" cy="1143000"/>
          </a:xfrm>
        </p:spPr>
        <p:txBody>
          <a:bodyPr>
            <a:normAutofit fontScale="90000"/>
          </a:bodyPr>
          <a:lstStyle/>
          <a:p>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Le secret médical :</a:t>
            </a:r>
            <a:r>
              <a:rPr lang="fr-FR" sz="3600" dirty="0" smtClean="0">
                <a:latin typeface="Times New Roman" pitchFamily="18" charset="0"/>
                <a:cs typeface="Times New Roman" pitchFamily="18" charset="0"/>
              </a:rPr>
              <a:t/>
            </a:r>
            <a:br>
              <a:rPr lang="fr-FR" sz="3600" dirty="0" smtClean="0">
                <a:latin typeface="Times New Roman" pitchFamily="18" charset="0"/>
                <a:cs typeface="Times New Roman" pitchFamily="18" charset="0"/>
              </a:rPr>
            </a:br>
            <a:endParaRPr lang="fr-FR" sz="36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395536" y="2780928"/>
            <a:ext cx="8229600" cy="4525963"/>
          </a:xfrm>
        </p:spPr>
        <p:txBody>
          <a:bodyPr/>
          <a:lstStyle/>
          <a:p>
            <a:pPr marL="514350" lvl="0" indent="-514350">
              <a:buFont typeface="+mj-lt"/>
              <a:buAutoNum type="alphaUcPeriod"/>
            </a:pPr>
            <a:r>
              <a:rPr lang="fr-FR" dirty="0" smtClean="0"/>
              <a:t>est gardé après la mort</a:t>
            </a:r>
          </a:p>
          <a:p>
            <a:pPr marL="514350" lvl="0" indent="-514350">
              <a:buFont typeface="+mj-lt"/>
              <a:buAutoNum type="alphaUcPeriod"/>
            </a:pPr>
            <a:r>
              <a:rPr lang="fr-FR" dirty="0" smtClean="0"/>
              <a:t>son but protéger le malade</a:t>
            </a:r>
          </a:p>
          <a:p>
            <a:pPr marL="514350" lvl="0" indent="-514350">
              <a:buFont typeface="+mj-lt"/>
              <a:buAutoNum type="alphaUcPeriod"/>
            </a:pPr>
            <a:r>
              <a:rPr lang="fr-FR" dirty="0" smtClean="0"/>
              <a:t>c’est  un devoir du malade</a:t>
            </a:r>
          </a:p>
          <a:p>
            <a:pPr marL="514350" lvl="0" indent="-514350">
              <a:buFont typeface="+mj-lt"/>
              <a:buAutoNum type="alphaUcPeriod"/>
            </a:pPr>
            <a:r>
              <a:rPr lang="fr-FR" dirty="0" smtClean="0"/>
              <a:t>c’est un devoir du médecin</a:t>
            </a:r>
          </a:p>
          <a:p>
            <a:pPr marL="514350" lvl="0" indent="-514350">
              <a:buFont typeface="+mj-lt"/>
              <a:buAutoNum type="alphaUcPeriod"/>
            </a:pPr>
            <a:r>
              <a:rPr lang="fr-FR" dirty="0" smtClean="0"/>
              <a:t>son fondement est juridique</a:t>
            </a:r>
          </a:p>
          <a:p>
            <a:endParaRPr lang="fr-F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484784"/>
            <a:ext cx="8229600" cy="1143000"/>
          </a:xfrm>
        </p:spPr>
        <p:txBody>
          <a:bodyPr>
            <a:normAutofit fontScale="90000"/>
          </a:bodyPr>
          <a:lstStyle/>
          <a:p>
            <a:r>
              <a:rPr lang="fr-FR" sz="3200" b="1" dirty="0" smtClean="0">
                <a:latin typeface="Times New Roman" pitchFamily="18" charset="0"/>
                <a:cs typeface="Times New Roman" pitchFamily="18" charset="0"/>
              </a:rPr>
              <a:t/>
            </a:r>
            <a:br>
              <a:rPr lang="fr-FR" sz="3200" b="1" dirty="0" smtClean="0">
                <a:latin typeface="Times New Roman" pitchFamily="18" charset="0"/>
                <a:cs typeface="Times New Roman" pitchFamily="18" charset="0"/>
              </a:rPr>
            </a:br>
            <a:r>
              <a:rPr lang="fr-FR" sz="3200" b="1" dirty="0" smtClean="0">
                <a:latin typeface="Times New Roman" pitchFamily="18" charset="0"/>
                <a:cs typeface="Times New Roman" pitchFamily="18" charset="0"/>
              </a:rPr>
              <a:t/>
            </a:r>
            <a:br>
              <a:rPr lang="fr-FR" sz="3200" b="1" dirty="0" smtClean="0">
                <a:latin typeface="Times New Roman" pitchFamily="18" charset="0"/>
                <a:cs typeface="Times New Roman" pitchFamily="18" charset="0"/>
              </a:rPr>
            </a:br>
            <a:r>
              <a:rPr lang="fr-FR" sz="3200" b="1" dirty="0" smtClean="0">
                <a:latin typeface="Times New Roman" pitchFamily="18" charset="0"/>
                <a:cs typeface="Times New Roman" pitchFamily="18" charset="0"/>
              </a:rPr>
              <a:t>Les textes de loi du secret médical sont contenus dans :</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852936"/>
            <a:ext cx="8229600" cy="4525963"/>
          </a:xfrm>
        </p:spPr>
        <p:txBody>
          <a:bodyPr/>
          <a:lstStyle/>
          <a:p>
            <a:pPr marL="514350" lvl="0" indent="-514350">
              <a:buFont typeface="+mj-lt"/>
              <a:buAutoNum type="alphaUcPeriod"/>
            </a:pPr>
            <a:r>
              <a:rPr lang="fr-FR" dirty="0" smtClean="0"/>
              <a:t>le code de déontologie</a:t>
            </a:r>
          </a:p>
          <a:p>
            <a:pPr marL="514350" lvl="0" indent="-514350">
              <a:buFont typeface="+mj-lt"/>
              <a:buAutoNum type="alphaUcPeriod"/>
            </a:pPr>
            <a:r>
              <a:rPr lang="fr-FR" dirty="0" smtClean="0"/>
              <a:t>le code civil</a:t>
            </a:r>
          </a:p>
          <a:p>
            <a:pPr marL="514350" lvl="0" indent="-514350">
              <a:buFont typeface="+mj-lt"/>
              <a:buAutoNum type="alphaUcPeriod"/>
            </a:pPr>
            <a:r>
              <a:rPr lang="fr-FR" dirty="0" smtClean="0"/>
              <a:t>la loi relative aux accidents de travail</a:t>
            </a:r>
          </a:p>
          <a:p>
            <a:pPr marL="514350" lvl="0" indent="-514350">
              <a:buFont typeface="+mj-lt"/>
              <a:buAutoNum type="alphaUcPeriod"/>
            </a:pPr>
            <a:r>
              <a:rPr lang="fr-FR" dirty="0" smtClean="0"/>
              <a:t>le code de la santé</a:t>
            </a:r>
          </a:p>
          <a:p>
            <a:pPr marL="514350" lvl="0" indent="-514350">
              <a:buFont typeface="+mj-lt"/>
              <a:buAutoNum type="alphaUcPeriod"/>
            </a:pPr>
            <a:r>
              <a:rPr lang="fr-FR" dirty="0" smtClean="0"/>
              <a:t>le règlement intérieur des hôpitaux</a:t>
            </a:r>
          </a:p>
          <a:p>
            <a:endParaRPr lang="fr-FR"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052736"/>
            <a:ext cx="8229600" cy="1143000"/>
          </a:xfrm>
        </p:spPr>
        <p:txBody>
          <a:bodyPr>
            <a:normAutofit fontScale="90000"/>
          </a:bodyPr>
          <a:lstStyle/>
          <a:p>
            <a:r>
              <a:rPr lang="fr-FR" sz="3200" b="1" dirty="0" smtClean="0">
                <a:latin typeface="Times New Roman" pitchFamily="18" charset="0"/>
                <a:cs typeface="Times New Roman" pitchFamily="18" charset="0"/>
              </a:rPr>
              <a:t/>
            </a:r>
            <a:br>
              <a:rPr lang="fr-FR" sz="3200" b="1" dirty="0" smtClean="0">
                <a:latin typeface="Times New Roman" pitchFamily="18" charset="0"/>
                <a:cs typeface="Times New Roman" pitchFamily="18" charset="0"/>
              </a:rPr>
            </a:br>
            <a:r>
              <a:rPr lang="fr-FR" sz="3200" b="1" dirty="0" smtClean="0">
                <a:latin typeface="Times New Roman" pitchFamily="18" charset="0"/>
                <a:cs typeface="Times New Roman" pitchFamily="18" charset="0"/>
              </a:rPr>
              <a:t>Le secret médical :</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332037"/>
            <a:ext cx="8229600" cy="4525963"/>
          </a:xfrm>
        </p:spPr>
        <p:txBody>
          <a:bodyPr>
            <a:normAutofit fontScale="92500" lnSpcReduction="10000"/>
          </a:bodyPr>
          <a:lstStyle/>
          <a:p>
            <a:pPr marL="514350" lvl="0" indent="-514350">
              <a:buFont typeface="+mj-lt"/>
              <a:buAutoNum type="alphaUcPeriod"/>
            </a:pPr>
            <a:r>
              <a:rPr lang="fr-FR" dirty="0" smtClean="0"/>
              <a:t>est une obligation du médecin dans l’exercice de ses fonctions</a:t>
            </a:r>
          </a:p>
          <a:p>
            <a:pPr marL="514350" lvl="0" indent="-514350">
              <a:buFont typeface="+mj-lt"/>
              <a:buAutoNum type="alphaUcPeriod"/>
            </a:pPr>
            <a:r>
              <a:rPr lang="fr-FR" dirty="0" smtClean="0"/>
              <a:t>réside dans l’obligation de ne pas révéler à des tiers des informations d’ordre médical</a:t>
            </a:r>
          </a:p>
          <a:p>
            <a:pPr marL="514350" lvl="0" indent="-514350">
              <a:buFont typeface="+mj-lt"/>
              <a:buAutoNum type="alphaUcPeriod"/>
            </a:pPr>
            <a:r>
              <a:rPr lang="fr-FR" dirty="0" smtClean="0"/>
              <a:t>est un droit du malade</a:t>
            </a:r>
          </a:p>
          <a:p>
            <a:pPr marL="514350" lvl="0" indent="-514350">
              <a:buFont typeface="+mj-lt"/>
              <a:buAutoNum type="alphaUcPeriod"/>
            </a:pPr>
            <a:r>
              <a:rPr lang="fr-FR" dirty="0" smtClean="0"/>
              <a:t>persiste après le décès sauf pour faire valoir certains droits</a:t>
            </a:r>
          </a:p>
          <a:p>
            <a:pPr marL="514350" lvl="0" indent="-514350">
              <a:buFont typeface="+mj-lt"/>
              <a:buAutoNum type="alphaUcPeriod"/>
            </a:pPr>
            <a:r>
              <a:rPr lang="fr-FR" dirty="0" smtClean="0"/>
              <a:t>couvre tout ce que le médecin a vu, compris ou entendu</a:t>
            </a:r>
          </a:p>
          <a:p>
            <a:endParaRPr lang="fr-F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340768"/>
            <a:ext cx="8229600" cy="1143000"/>
          </a:xfrm>
        </p:spPr>
        <p:txBody>
          <a:bodyPr>
            <a:normAutofit fontScale="90000"/>
          </a:bodyPr>
          <a:lstStyle/>
          <a:p>
            <a:r>
              <a:rPr lang="fr-FR" sz="3200" b="1" dirty="0" smtClean="0">
                <a:latin typeface="Times New Roman" pitchFamily="18" charset="0"/>
                <a:cs typeface="Times New Roman" pitchFamily="18" charset="0"/>
              </a:rPr>
              <a:t/>
            </a:r>
            <a:br>
              <a:rPr lang="fr-FR" sz="3200" b="1" dirty="0" smtClean="0">
                <a:latin typeface="Times New Roman" pitchFamily="18" charset="0"/>
                <a:cs typeface="Times New Roman" pitchFamily="18" charset="0"/>
              </a:rPr>
            </a:br>
            <a:r>
              <a:rPr lang="fr-FR" sz="3200" b="1" dirty="0" smtClean="0">
                <a:latin typeface="Times New Roman" pitchFamily="18" charset="0"/>
                <a:cs typeface="Times New Roman" pitchFamily="18" charset="0"/>
              </a:rPr>
              <a:t>La violation du secret médical met en jeu :</a:t>
            </a:r>
            <a:r>
              <a:rPr lang="fr-FR" sz="3200" dirty="0" smtClean="0">
                <a:latin typeface="Times New Roman" pitchFamily="18" charset="0"/>
                <a:cs typeface="Times New Roman" pitchFamily="18" charset="0"/>
              </a:rPr>
              <a:t/>
            </a:r>
            <a:br>
              <a:rPr lang="fr-FR" sz="3200" dirty="0" smtClean="0">
                <a:latin typeface="Times New Roman" pitchFamily="18" charset="0"/>
                <a:cs typeface="Times New Roman" pitchFamily="18" charset="0"/>
              </a:rPr>
            </a:br>
            <a:endParaRPr lang="fr-FR" sz="32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323528" y="2636912"/>
            <a:ext cx="8229600" cy="4525963"/>
          </a:xfrm>
        </p:spPr>
        <p:txBody>
          <a:bodyPr/>
          <a:lstStyle/>
          <a:p>
            <a:pPr marL="514350" lvl="0" indent="-514350">
              <a:buFont typeface="+mj-lt"/>
              <a:buAutoNum type="alphaUcPeriod"/>
            </a:pPr>
            <a:r>
              <a:rPr lang="fr-FR" dirty="0" smtClean="0"/>
              <a:t>la responsabilité pénale</a:t>
            </a:r>
          </a:p>
          <a:p>
            <a:pPr marL="514350" lvl="0" indent="-514350">
              <a:buFont typeface="+mj-lt"/>
              <a:buAutoNum type="alphaUcPeriod"/>
            </a:pPr>
            <a:r>
              <a:rPr lang="fr-FR" dirty="0" smtClean="0"/>
              <a:t>la responsabilité civile</a:t>
            </a:r>
          </a:p>
          <a:p>
            <a:pPr marL="514350" lvl="0" indent="-514350">
              <a:buFont typeface="+mj-lt"/>
              <a:buAutoNum type="alphaUcPeriod"/>
            </a:pPr>
            <a:r>
              <a:rPr lang="fr-FR" dirty="0" smtClean="0"/>
              <a:t>la responsabilité déontologique</a:t>
            </a:r>
          </a:p>
          <a:p>
            <a:pPr marL="514350" lvl="0" indent="-514350">
              <a:buFont typeface="+mj-lt"/>
              <a:buAutoNum type="alphaUcPeriod"/>
            </a:pPr>
            <a:r>
              <a:rPr lang="fr-FR" dirty="0" smtClean="0"/>
              <a:t>la responsabilité disciplinaire</a:t>
            </a:r>
          </a:p>
          <a:p>
            <a:pPr marL="514350" lvl="0" indent="-514350">
              <a:buFont typeface="+mj-lt"/>
              <a:buAutoNum type="alphaUcPeriod"/>
            </a:pPr>
            <a:r>
              <a:rPr lang="fr-FR" dirty="0" smtClean="0"/>
              <a:t>aucune responsabilité n’est engagée hormis celle d’ordre pénale</a:t>
            </a:r>
          </a:p>
          <a:p>
            <a:endParaRPr lang="fr-F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96752"/>
            <a:ext cx="8229600" cy="1143000"/>
          </a:xfrm>
        </p:spPr>
        <p:txBody>
          <a:bodyPr>
            <a:normAutofit fontScale="90000"/>
          </a:bodyPr>
          <a:lstStyle/>
          <a:p>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
            </a:r>
            <a:br>
              <a:rPr lang="fr-FR" sz="2800" b="1" dirty="0" smtClean="0">
                <a:latin typeface="Times New Roman" pitchFamily="18" charset="0"/>
                <a:cs typeface="Times New Roman" pitchFamily="18" charset="0"/>
              </a:rPr>
            </a:br>
            <a:r>
              <a:rPr lang="fr-FR" sz="2800" b="1" dirty="0" smtClean="0">
                <a:latin typeface="Times New Roman" pitchFamily="18" charset="0"/>
                <a:cs typeface="Times New Roman" pitchFamily="18" charset="0"/>
              </a:rPr>
              <a:t>Les éléments constitutifs du délit de violation du secret médical sont :</a:t>
            </a:r>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endParaRPr lang="fr-FR" sz="2800" dirty="0">
              <a:latin typeface="Times New Roman" pitchFamily="18" charset="0"/>
              <a:cs typeface="Times New Roman" pitchFamily="18" charset="0"/>
            </a:endParaRPr>
          </a:p>
        </p:txBody>
      </p:sp>
      <p:sp>
        <p:nvSpPr>
          <p:cNvPr id="3" name="Espace réservé du contenu 2"/>
          <p:cNvSpPr>
            <a:spLocks noGrp="1"/>
          </p:cNvSpPr>
          <p:nvPr>
            <p:ph idx="1"/>
          </p:nvPr>
        </p:nvSpPr>
        <p:spPr>
          <a:xfrm>
            <a:off x="467544" y="2332037"/>
            <a:ext cx="8229600" cy="4525963"/>
          </a:xfrm>
        </p:spPr>
        <p:txBody>
          <a:bodyPr>
            <a:normAutofit fontScale="92500"/>
          </a:bodyPr>
          <a:lstStyle/>
          <a:p>
            <a:pPr marL="514350" lvl="0" indent="-514350">
              <a:buFont typeface="+mj-lt"/>
              <a:buAutoNum type="alphaUcPeriod"/>
            </a:pPr>
            <a:r>
              <a:rPr lang="fr-FR" dirty="0" smtClean="0"/>
              <a:t>la personne responsable doit être un médecin</a:t>
            </a:r>
          </a:p>
          <a:p>
            <a:pPr marL="514350" lvl="0" indent="-514350">
              <a:buFont typeface="+mj-lt"/>
              <a:buAutoNum type="alphaUcPeriod"/>
            </a:pPr>
            <a:r>
              <a:rPr lang="fr-FR" dirty="0" smtClean="0"/>
              <a:t>la personne responsable doit être tenue au secret</a:t>
            </a:r>
          </a:p>
          <a:p>
            <a:pPr marL="514350" lvl="0" indent="-514350">
              <a:buFont typeface="+mj-lt"/>
              <a:buAutoNum type="alphaUcPeriod"/>
            </a:pPr>
            <a:r>
              <a:rPr lang="fr-FR" dirty="0" smtClean="0"/>
              <a:t>le fait révélé doit avoir le caractère d’un secret</a:t>
            </a:r>
          </a:p>
          <a:p>
            <a:pPr marL="514350" lvl="0" indent="-514350">
              <a:buFont typeface="+mj-lt"/>
              <a:buAutoNum type="alphaUcPeriod"/>
            </a:pPr>
            <a:r>
              <a:rPr lang="fr-FR" dirty="0" smtClean="0"/>
              <a:t>la révélation est l’élément matériel</a:t>
            </a:r>
          </a:p>
          <a:p>
            <a:pPr marL="514350" lvl="0" indent="-514350">
              <a:buFont typeface="+mj-lt"/>
              <a:buAutoNum type="alphaUcPeriod"/>
            </a:pPr>
            <a:r>
              <a:rPr lang="fr-FR" dirty="0" smtClean="0"/>
              <a:t>la révélation volontaire ou involontaire en l’absence de toute dérogations : élément intentionnel</a:t>
            </a:r>
          </a:p>
          <a:p>
            <a:endParaRPr lang="fr-F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2">
              <a:lumMod val="40000"/>
              <a:lumOff val="60000"/>
            </a:schemeClr>
          </a:solidFill>
        </p:spPr>
        <p:txBody>
          <a:bodyPr/>
          <a:lstStyle/>
          <a:p>
            <a:pPr>
              <a:defRPr/>
            </a:pPr>
            <a:r>
              <a:rPr lang="fr-FR" dirty="0" smtClean="0"/>
              <a:t> Définition </a:t>
            </a:r>
            <a:endParaRPr lang="fr-FR" dirty="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2">
              <a:lumMod val="40000"/>
              <a:lumOff val="60000"/>
            </a:schemeClr>
          </a:solidFill>
        </p:spPr>
        <p:txBody>
          <a:bodyPr rtlCol="0">
            <a:normAutofit fontScale="90000"/>
          </a:bodyPr>
          <a:lstStyle/>
          <a:p>
            <a:pPr eaLnBrk="1" fontAlgn="auto" hangingPunct="1">
              <a:spcAft>
                <a:spcPts val="0"/>
              </a:spcAft>
              <a:defRPr/>
            </a:pPr>
            <a:r>
              <a:rPr lang="fr-FR" b="1" dirty="0" smtClean="0"/>
              <a:t/>
            </a:r>
            <a:br>
              <a:rPr lang="fr-FR" b="1" dirty="0" smtClean="0"/>
            </a:br>
            <a:r>
              <a:rPr lang="fr-FR" sz="4000" b="1" dirty="0" smtClean="0">
                <a:latin typeface="Times New Roman" pitchFamily="18" charset="0"/>
                <a:cs typeface="Times New Roman" pitchFamily="18" charset="0"/>
              </a:rPr>
              <a:t> L’OUTRAGE PUBLIC  A LA PUDEUR (Art 333du CPA)</a:t>
            </a:r>
            <a:r>
              <a:rPr lang="fr-FR" dirty="0" smtClean="0"/>
              <a:t/>
            </a:r>
            <a:br>
              <a:rPr lang="fr-FR" dirty="0" smtClean="0"/>
            </a:br>
            <a:endParaRPr lang="fr-FR" dirty="0" smtClean="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2">
              <a:lumMod val="40000"/>
              <a:lumOff val="60000"/>
            </a:schemeClr>
          </a:solidFill>
        </p:spPr>
        <p:txBody>
          <a:bodyPr rtlCol="0">
            <a:normAutofit fontScale="90000"/>
          </a:bodyPr>
          <a:lstStyle/>
          <a:p>
            <a:pPr eaLnBrk="1" fontAlgn="auto" hangingPunct="1">
              <a:spcAft>
                <a:spcPts val="0"/>
              </a:spcAft>
              <a:defRPr/>
            </a:pPr>
            <a:r>
              <a:rPr lang="fr-FR" b="1" dirty="0" smtClean="0"/>
              <a:t/>
            </a:r>
            <a:br>
              <a:rPr lang="fr-FR" b="1" dirty="0" smtClean="0"/>
            </a:br>
            <a:r>
              <a:rPr lang="fr-FR" b="1" u="sng" dirty="0" smtClean="0">
                <a:latin typeface="Times New Roman" pitchFamily="18" charset="0"/>
                <a:cs typeface="Times New Roman" pitchFamily="18" charset="0"/>
              </a:rPr>
              <a:t>ATTENTAT A LA PUDEUR </a:t>
            </a:r>
            <a:r>
              <a:rPr lang="fr-FR" b="1" dirty="0" smtClean="0">
                <a:latin typeface="Times New Roman" pitchFamily="18" charset="0"/>
                <a:cs typeface="Times New Roman" pitchFamily="18" charset="0"/>
              </a:rPr>
              <a:t>: Art 334 et 335 CPA</a:t>
            </a:r>
            <a:r>
              <a:rPr lang="fr-FR" dirty="0" smtClean="0"/>
              <a:t/>
            </a:r>
            <a:br>
              <a:rPr lang="fr-FR" dirty="0" smtClean="0"/>
            </a:br>
            <a:endParaRPr lang="fr-FR" dirty="0" smtClean="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2">
              <a:lumMod val="60000"/>
              <a:lumOff val="40000"/>
            </a:schemeClr>
          </a:solidFill>
        </p:spPr>
        <p:txBody>
          <a:bodyPr rtlCol="0">
            <a:normAutofit fontScale="90000"/>
          </a:bodyPr>
          <a:lstStyle/>
          <a:p>
            <a:pPr eaLnBrk="1" fontAlgn="auto" hangingPunct="1">
              <a:spcAft>
                <a:spcPts val="0"/>
              </a:spcAft>
              <a:defRPr/>
            </a:pPr>
            <a:r>
              <a:rPr lang="fr-FR" b="1" dirty="0" smtClean="0"/>
              <a:t/>
            </a:r>
            <a:br>
              <a:rPr lang="fr-FR" b="1" dirty="0" smtClean="0"/>
            </a:br>
            <a:r>
              <a:rPr lang="fr-FR" b="1" dirty="0" smtClean="0">
                <a:latin typeface="Times New Roman" pitchFamily="18" charset="0"/>
                <a:cs typeface="Times New Roman" pitchFamily="18" charset="0"/>
              </a:rPr>
              <a:t>ATTENTAT PEDERASTIQUE </a:t>
            </a:r>
            <a:br>
              <a:rPr lang="fr-FR" b="1" dirty="0" smtClean="0">
                <a:latin typeface="Times New Roman" pitchFamily="18" charset="0"/>
                <a:cs typeface="Times New Roman" pitchFamily="18" charset="0"/>
              </a:rPr>
            </a:br>
            <a:r>
              <a:rPr lang="fr-FR" b="1" dirty="0" smtClean="0">
                <a:latin typeface="Times New Roman" pitchFamily="18" charset="0"/>
                <a:cs typeface="Times New Roman" pitchFamily="18" charset="0"/>
              </a:rPr>
              <a:t>(Art 333 alinéa 2)</a:t>
            </a:r>
            <a:r>
              <a:rPr lang="fr-FR" b="1" dirty="0" smtClean="0"/>
              <a:t/>
            </a:r>
            <a:br>
              <a:rPr lang="fr-FR" b="1" dirty="0" smtClean="0"/>
            </a:br>
            <a:endParaRPr lang="fr-FR" dirty="0" smtClean="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nvPr>
        </p:nvGraphicFramePr>
        <p:xfrm>
          <a:off x="457200" y="980728"/>
          <a:ext cx="8229600" cy="51454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1">
              <a:lumMod val="40000"/>
              <a:lumOff val="60000"/>
            </a:schemeClr>
          </a:solidFill>
        </p:spPr>
        <p:txBody>
          <a:bodyPr/>
          <a:lstStyle/>
          <a:p>
            <a:pPr>
              <a:defRPr/>
            </a:pPr>
            <a:r>
              <a:rPr lang="fr-FR" dirty="0" smtClean="0"/>
              <a:t>BILAN LESIONNEL</a:t>
            </a:r>
            <a:endParaRPr lang="fr-FR" dirty="0"/>
          </a:p>
        </p:txBody>
      </p:sp>
      <p:graphicFrame>
        <p:nvGraphicFramePr>
          <p:cNvPr id="4" name="Espace réservé du contenu 3"/>
          <p:cNvGraphicFramePr>
            <a:graphicFrameLocks noGrp="1"/>
          </p:cNvGraphicFramePr>
          <p:nvPr>
            <p:ph idx="1"/>
          </p:nvPr>
        </p:nvGraphicFramePr>
        <p:xfrm>
          <a:off x="457200" y="1600200"/>
          <a:ext cx="8229600" cy="4853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nvPr>
        </p:nvGraphicFramePr>
        <p:xfrm>
          <a:off x="457200" y="692696"/>
          <a:ext cx="8229600" cy="54334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nvPr>
        </p:nvGraphicFramePr>
        <p:xfrm>
          <a:off x="457200" y="1052736"/>
          <a:ext cx="8229600" cy="50734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2">
              <a:lumMod val="60000"/>
              <a:lumOff val="40000"/>
            </a:schemeClr>
          </a:solidFill>
        </p:spPr>
        <p:txBody>
          <a:bodyPr/>
          <a:lstStyle/>
          <a:p>
            <a:pPr>
              <a:defRPr/>
            </a:pPr>
            <a:r>
              <a:rPr lang="fr-FR" b="1" dirty="0" smtClean="0"/>
              <a:t> LE VIOL</a:t>
            </a:r>
            <a:endParaRPr lang="fr-FR" dirty="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p:cNvSpPr>
            <a:spLocks noGrp="1"/>
          </p:cNvSpPr>
          <p:nvPr>
            <p:ph type="title"/>
          </p:nvPr>
        </p:nvSpPr>
        <p:spPr/>
        <p:txBody>
          <a:bodyPr/>
          <a:lstStyle/>
          <a:p>
            <a:endParaRPr lang="fr-FR" smtClean="0"/>
          </a:p>
        </p:txBody>
      </p:sp>
      <p:graphicFrame>
        <p:nvGraphicFramePr>
          <p:cNvPr id="4" name="Espace réservé du contenu 3"/>
          <p:cNvGraphicFramePr>
            <a:graphicFrameLocks noGrp="1"/>
          </p:cNvGraphicFramePr>
          <p:nvPr>
            <p:ph idx="1"/>
          </p:nvPr>
        </p:nvGraphicFramePr>
        <p:xfrm>
          <a:off x="457200" y="548680"/>
          <a:ext cx="8229600" cy="55774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tx1">
              <a:lumMod val="65000"/>
              <a:lumOff val="35000"/>
            </a:schemeClr>
          </a:solidFill>
        </p:spPr>
        <p:txBody>
          <a:bodyPr/>
          <a:lstStyle/>
          <a:p>
            <a:pPr>
              <a:defRPr/>
            </a:pPr>
            <a:r>
              <a:rPr lang="fr-FR" dirty="0" smtClean="0">
                <a:solidFill>
                  <a:schemeClr val="bg1"/>
                </a:solidFill>
              </a:rPr>
              <a:t>Aspect juridique</a:t>
            </a:r>
            <a:endParaRPr lang="fr-FR" dirty="0">
              <a:solidFill>
                <a:schemeClr val="bg1"/>
              </a:solidFill>
            </a:endParaRPr>
          </a:p>
        </p:txBody>
      </p:sp>
      <p:graphicFrame>
        <p:nvGraphicFramePr>
          <p:cNvPr id="4" name="Espace réservé du contenu 3"/>
          <p:cNvGraphicFramePr>
            <a:graphicFrameLocks noGrp="1"/>
          </p:cNvGraphicFramePr>
          <p:nvPr>
            <p:ph idx="1"/>
          </p:nvPr>
        </p:nvGraphicFramePr>
        <p:xfrm>
          <a:off x="457200" y="1600200"/>
          <a:ext cx="8229600" cy="4925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re 1"/>
          <p:cNvSpPr>
            <a:spLocks noGrp="1"/>
          </p:cNvSpPr>
          <p:nvPr>
            <p:ph type="title"/>
          </p:nvPr>
        </p:nvSpPr>
        <p:spPr>
          <a:solidFill>
            <a:srgbClr val="0070C0"/>
          </a:solidFill>
        </p:spPr>
        <p:txBody>
          <a:bodyPr>
            <a:normAutofit fontScale="90000"/>
          </a:bodyPr>
          <a:lstStyle/>
          <a:p>
            <a:r>
              <a:rPr lang="fr-FR" sz="3600" b="1" smtClean="0">
                <a:solidFill>
                  <a:schemeClr val="bg1"/>
                </a:solidFill>
                <a:latin typeface="Times New Roman" pitchFamily="18" charset="0"/>
                <a:cs typeface="Times New Roman" pitchFamily="18" charset="0"/>
              </a:rPr>
              <a:t/>
            </a:r>
            <a:br>
              <a:rPr lang="fr-FR" sz="3600" b="1" smtClean="0">
                <a:solidFill>
                  <a:schemeClr val="bg1"/>
                </a:solidFill>
                <a:latin typeface="Times New Roman" pitchFamily="18" charset="0"/>
                <a:cs typeface="Times New Roman" pitchFamily="18" charset="0"/>
              </a:rPr>
            </a:br>
            <a:r>
              <a:rPr lang="fr-FR" sz="3600" b="1" smtClean="0">
                <a:solidFill>
                  <a:schemeClr val="bg1"/>
                </a:solidFill>
                <a:latin typeface="Times New Roman" pitchFamily="18" charset="0"/>
                <a:cs typeface="Times New Roman" pitchFamily="18" charset="0"/>
              </a:rPr>
              <a:t>B- DIAGNOSTIC DU VIOL :</a:t>
            </a:r>
            <a:r>
              <a:rPr lang="fr-FR" sz="3600" smtClean="0">
                <a:solidFill>
                  <a:schemeClr val="bg1"/>
                </a:solidFill>
                <a:latin typeface="Times New Roman" pitchFamily="18" charset="0"/>
                <a:cs typeface="Times New Roman" pitchFamily="18" charset="0"/>
              </a:rPr>
              <a:t/>
            </a:r>
            <a:br>
              <a:rPr lang="fr-FR" sz="3600" smtClean="0">
                <a:solidFill>
                  <a:schemeClr val="bg1"/>
                </a:solidFill>
                <a:latin typeface="Times New Roman" pitchFamily="18" charset="0"/>
                <a:cs typeface="Times New Roman" pitchFamily="18" charset="0"/>
              </a:rPr>
            </a:br>
            <a:endParaRPr lang="fr-FR" sz="3600" smtClean="0">
              <a:solidFill>
                <a:schemeClr val="bg1"/>
              </a:solidFill>
              <a:latin typeface="Times New Roman" pitchFamily="18" charset="0"/>
              <a:cs typeface="Times New Roman" pitchFamily="18" charset="0"/>
            </a:endParaRP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lèche droite 5"/>
          <p:cNvSpPr/>
          <p:nvPr/>
        </p:nvSpPr>
        <p:spPr>
          <a:xfrm>
            <a:off x="2627313" y="5013325"/>
            <a:ext cx="979487" cy="484188"/>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7" name="Flèche droite 6"/>
          <p:cNvSpPr/>
          <p:nvPr/>
        </p:nvSpPr>
        <p:spPr>
          <a:xfrm>
            <a:off x="2627313" y="3500438"/>
            <a:ext cx="979487" cy="48577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8" name="Flèche droite 7"/>
          <p:cNvSpPr/>
          <p:nvPr/>
        </p:nvSpPr>
        <p:spPr>
          <a:xfrm>
            <a:off x="5643563" y="5072063"/>
            <a:ext cx="785812" cy="484187"/>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9" name="Flèche vers le bas 8"/>
          <p:cNvSpPr/>
          <p:nvPr/>
        </p:nvSpPr>
        <p:spPr>
          <a:xfrm>
            <a:off x="7215188" y="2714625"/>
            <a:ext cx="484187" cy="428625"/>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nvPr>
        </p:nvGraphicFramePr>
        <p:xfrm>
          <a:off x="457200" y="908720"/>
          <a:ext cx="8229600" cy="5217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lèche droite 5"/>
          <p:cNvSpPr/>
          <p:nvPr/>
        </p:nvSpPr>
        <p:spPr>
          <a:xfrm>
            <a:off x="3563938" y="3357563"/>
            <a:ext cx="977900" cy="484187"/>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2">
              <a:lumMod val="60000"/>
              <a:lumOff val="40000"/>
            </a:schemeClr>
          </a:solidFill>
        </p:spPr>
        <p:txBody>
          <a:bodyPr>
            <a:normAutofit fontScale="90000"/>
          </a:bodyPr>
          <a:lstStyle/>
          <a:p>
            <a:pPr>
              <a:defRPr/>
            </a:pPr>
            <a:r>
              <a:rPr lang="fr-FR" b="1" dirty="0" smtClean="0"/>
              <a:t/>
            </a:r>
            <a:br>
              <a:rPr lang="fr-FR" b="1" dirty="0" smtClean="0"/>
            </a:br>
            <a:r>
              <a:rPr lang="fr-FR" sz="4000" dirty="0" smtClean="0">
                <a:latin typeface="Times New Roman" pitchFamily="18" charset="0"/>
                <a:cs typeface="Times New Roman" pitchFamily="18" charset="0"/>
              </a:rPr>
              <a:t>Caractères  de la défloration :</a:t>
            </a:r>
            <a:br>
              <a:rPr lang="fr-FR" sz="4000" dirty="0" smtClean="0">
                <a:latin typeface="Times New Roman" pitchFamily="18" charset="0"/>
                <a:cs typeface="Times New Roman" pitchFamily="18" charset="0"/>
              </a:rPr>
            </a:br>
            <a:endParaRPr lang="fr-FR" sz="4000" dirty="0">
              <a:latin typeface="Times New Roman" pitchFamily="18" charset="0"/>
              <a:cs typeface="Times New Roman" pitchFamily="18" charset="0"/>
            </a:endParaRP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p:cNvSpPr>
            <a:spLocks noGrp="1"/>
          </p:cNvSpPr>
          <p:nvPr>
            <p:ph type="title"/>
          </p:nvPr>
        </p:nvSpPr>
        <p:spPr/>
        <p:txBody>
          <a:bodyPr/>
          <a:lstStyle/>
          <a:p>
            <a:endParaRPr lang="fr-FR" smtClean="0"/>
          </a:p>
        </p:txBody>
      </p:sp>
      <p:graphicFrame>
        <p:nvGraphicFramePr>
          <p:cNvPr id="5" name="Espace réservé du contenu 4"/>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re 1"/>
          <p:cNvSpPr>
            <a:spLocks noGrp="1"/>
          </p:cNvSpPr>
          <p:nvPr>
            <p:ph type="title"/>
          </p:nvPr>
        </p:nvSpPr>
        <p:spPr>
          <a:solidFill>
            <a:srgbClr val="002060"/>
          </a:solidFill>
        </p:spPr>
        <p:txBody>
          <a:bodyPr>
            <a:normAutofit fontScale="90000"/>
          </a:bodyPr>
          <a:lstStyle/>
          <a:p>
            <a:r>
              <a:rPr lang="fr-FR" sz="3600" b="1" smtClean="0">
                <a:solidFill>
                  <a:schemeClr val="bg1"/>
                </a:solidFill>
                <a:latin typeface="Times New Roman" pitchFamily="18" charset="0"/>
                <a:cs typeface="Times New Roman" pitchFamily="18" charset="0"/>
              </a:rPr>
              <a:t/>
            </a:r>
            <a:br>
              <a:rPr lang="fr-FR" sz="3600" b="1" smtClean="0">
                <a:solidFill>
                  <a:schemeClr val="bg1"/>
                </a:solidFill>
                <a:latin typeface="Times New Roman" pitchFamily="18" charset="0"/>
                <a:cs typeface="Times New Roman" pitchFamily="18" charset="0"/>
              </a:rPr>
            </a:br>
            <a:r>
              <a:rPr lang="fr-FR" sz="3600" b="1" smtClean="0">
                <a:solidFill>
                  <a:schemeClr val="bg1"/>
                </a:solidFill>
                <a:latin typeface="Times New Roman" pitchFamily="18" charset="0"/>
                <a:cs typeface="Times New Roman" pitchFamily="18" charset="0"/>
              </a:rPr>
              <a:t>C- EXPERTISE MÉDICOLÉGALE:</a:t>
            </a:r>
            <a:r>
              <a:rPr lang="fr-FR" sz="3600" smtClean="0">
                <a:solidFill>
                  <a:schemeClr val="bg1"/>
                </a:solidFill>
                <a:latin typeface="Times New Roman" pitchFamily="18" charset="0"/>
                <a:cs typeface="Times New Roman" pitchFamily="18" charset="0"/>
              </a:rPr>
              <a:t/>
            </a:r>
            <a:br>
              <a:rPr lang="fr-FR" sz="3600" smtClean="0">
                <a:solidFill>
                  <a:schemeClr val="bg1"/>
                </a:solidFill>
                <a:latin typeface="Times New Roman" pitchFamily="18" charset="0"/>
                <a:cs typeface="Times New Roman" pitchFamily="18" charset="0"/>
              </a:rPr>
            </a:br>
            <a:endParaRPr lang="fr-FR" sz="3600" smtClean="0">
              <a:solidFill>
                <a:schemeClr val="bg1"/>
              </a:solidFill>
              <a:latin typeface="Times New Roman" pitchFamily="18" charset="0"/>
              <a:cs typeface="Times New Roman" pitchFamily="18" charset="0"/>
            </a:endParaRP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lèche droite 4"/>
          <p:cNvSpPr/>
          <p:nvPr/>
        </p:nvSpPr>
        <p:spPr>
          <a:xfrm>
            <a:off x="5500688" y="5357813"/>
            <a:ext cx="714375" cy="484187"/>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re 1"/>
          <p:cNvSpPr>
            <a:spLocks noGrp="1"/>
          </p:cNvSpPr>
          <p:nvPr>
            <p:ph type="title"/>
          </p:nvPr>
        </p:nvSpPr>
        <p:spPr>
          <a:solidFill>
            <a:srgbClr val="C00000"/>
          </a:solidFill>
        </p:spPr>
        <p:txBody>
          <a:bodyPr>
            <a:normAutofit fontScale="90000"/>
          </a:bodyPr>
          <a:lstStyle/>
          <a:p>
            <a:r>
              <a:rPr lang="fr-FR" sz="3600" smtClean="0">
                <a:latin typeface="Times New Roman" pitchFamily="18" charset="0"/>
                <a:cs typeface="Times New Roman" pitchFamily="18" charset="0"/>
              </a:rPr>
              <a:t/>
            </a:r>
            <a:br>
              <a:rPr lang="fr-FR" sz="3600" smtClean="0">
                <a:latin typeface="Times New Roman" pitchFamily="18" charset="0"/>
                <a:cs typeface="Times New Roman" pitchFamily="18" charset="0"/>
              </a:rPr>
            </a:br>
            <a:r>
              <a:rPr lang="fr-FR" sz="3600" smtClean="0">
                <a:solidFill>
                  <a:schemeClr val="bg1"/>
                </a:solidFill>
                <a:latin typeface="Times New Roman" pitchFamily="18" charset="0"/>
                <a:cs typeface="Times New Roman" pitchFamily="18" charset="0"/>
              </a:rPr>
              <a:t>4-EXAMEN CLINIQUE :</a:t>
            </a:r>
            <a:br>
              <a:rPr lang="fr-FR" sz="3600" smtClean="0">
                <a:solidFill>
                  <a:schemeClr val="bg1"/>
                </a:solidFill>
                <a:latin typeface="Times New Roman" pitchFamily="18" charset="0"/>
                <a:cs typeface="Times New Roman" pitchFamily="18" charset="0"/>
              </a:rPr>
            </a:br>
            <a:endParaRPr lang="fr-FR" sz="3600" smtClean="0">
              <a:solidFill>
                <a:schemeClr val="bg1"/>
              </a:solidFill>
              <a:latin typeface="Times New Roman" pitchFamily="18" charset="0"/>
              <a:cs typeface="Times New Roman" pitchFamily="18" charset="0"/>
            </a:endParaRP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re 1"/>
          <p:cNvSpPr>
            <a:spLocks noGrp="1"/>
          </p:cNvSpPr>
          <p:nvPr>
            <p:ph type="title"/>
          </p:nvPr>
        </p:nvSpPr>
        <p:spPr/>
        <p:txBody>
          <a:bodyPr/>
          <a:lstStyle/>
          <a:p>
            <a:r>
              <a:rPr lang="fr-FR" smtClean="0"/>
              <a:t> </a:t>
            </a: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lstStyle/>
          <a:p>
            <a:endParaRPr lang="fr-FR" smtClean="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re 1"/>
          <p:cNvSpPr>
            <a:spLocks noGrp="1"/>
          </p:cNvSpPr>
          <p:nvPr>
            <p:ph type="title"/>
          </p:nvPr>
        </p:nvSpPr>
        <p:spPr/>
        <p:txBody>
          <a:bodyPr/>
          <a:lstStyle/>
          <a:p>
            <a:endParaRPr lang="fr-FR" smtClean="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re 1"/>
          <p:cNvSpPr>
            <a:spLocks noGrp="1"/>
          </p:cNvSpPr>
          <p:nvPr>
            <p:ph type="title"/>
          </p:nvPr>
        </p:nvSpPr>
        <p:spPr>
          <a:solidFill>
            <a:srgbClr val="C00000"/>
          </a:solidFill>
        </p:spPr>
        <p:txBody>
          <a:bodyPr/>
          <a:lstStyle/>
          <a:p>
            <a:r>
              <a:rPr lang="fr-FR" sz="4000" smtClean="0">
                <a:solidFill>
                  <a:schemeClr val="bg1"/>
                </a:solidFill>
                <a:latin typeface="Times New Roman" pitchFamily="18" charset="0"/>
                <a:cs typeface="Times New Roman" pitchFamily="18" charset="0"/>
              </a:rPr>
              <a:t>5- LES PRÉLÈVEMENTS</a:t>
            </a: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re 1"/>
          <p:cNvSpPr>
            <a:spLocks noGrp="1"/>
          </p:cNvSpPr>
          <p:nvPr>
            <p:ph type="title"/>
          </p:nvPr>
        </p:nvSpPr>
        <p:spPr/>
        <p:txBody>
          <a:bodyPr/>
          <a:lstStyle/>
          <a:p>
            <a:endParaRPr lang="fr-FR" smtClean="0"/>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re 1"/>
          <p:cNvSpPr>
            <a:spLocks noGrp="1"/>
          </p:cNvSpPr>
          <p:nvPr>
            <p:ph type="title"/>
          </p:nvPr>
        </p:nvSpPr>
        <p:spPr>
          <a:solidFill>
            <a:srgbClr val="C00000"/>
          </a:solidFill>
        </p:spPr>
        <p:txBody>
          <a:bodyPr/>
          <a:lstStyle/>
          <a:p>
            <a:r>
              <a:rPr lang="fr-FR" sz="4000" smtClean="0">
                <a:solidFill>
                  <a:schemeClr val="bg1"/>
                </a:solidFill>
                <a:latin typeface="Times New Roman" pitchFamily="18" charset="0"/>
                <a:cs typeface="Times New Roman" pitchFamily="18" charset="0"/>
              </a:rPr>
              <a:t>6- CERTIFICATION :</a:t>
            </a:r>
          </a:p>
        </p:txBody>
      </p:sp>
      <p:graphicFrame>
        <p:nvGraphicFramePr>
          <p:cNvPr id="4" name="Espace réservé du contenu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normAutofit fontScale="92500" lnSpcReduction="20000"/>
          </a:bodyPr>
          <a:lstStyle/>
          <a:p>
            <a:pPr lvl="0">
              <a:buNone/>
            </a:pPr>
            <a:r>
              <a:rPr lang="fr-FR" b="1" dirty="0" smtClean="0"/>
              <a:t>L’attentat à la pudeur est : (réponse juste)</a:t>
            </a:r>
            <a:endParaRPr lang="fr-FR" dirty="0" smtClean="0"/>
          </a:p>
          <a:p>
            <a:pPr marL="514350" lvl="0" indent="-514350">
              <a:buFont typeface="+mj-lt"/>
              <a:buAutoNum type="alphaUcPeriod"/>
            </a:pPr>
            <a:r>
              <a:rPr lang="fr-FR" dirty="0" smtClean="0"/>
              <a:t>Un acte à caractère sexuel commis en public</a:t>
            </a:r>
          </a:p>
          <a:p>
            <a:pPr marL="514350" lvl="0" indent="-514350">
              <a:buFont typeface="+mj-lt"/>
              <a:buAutoNum type="alphaUcPeriod"/>
            </a:pPr>
            <a:r>
              <a:rPr lang="fr-FR" dirty="0" smtClean="0"/>
              <a:t>Le fait d’une intention coupable ou non coupable</a:t>
            </a:r>
          </a:p>
          <a:p>
            <a:pPr marL="514350" lvl="0" indent="-514350">
              <a:buFont typeface="+mj-lt"/>
              <a:buAutoNum type="alphaUcPeriod"/>
            </a:pPr>
            <a:r>
              <a:rPr lang="fr-FR" dirty="0" smtClean="0"/>
              <a:t>Un délit qui résulte d’un acte impudique par négligence</a:t>
            </a:r>
          </a:p>
          <a:p>
            <a:pPr marL="514350" lvl="0" indent="-514350">
              <a:buFont typeface="+mj-lt"/>
              <a:buAutoNum type="alphaUcPeriod"/>
            </a:pPr>
            <a:r>
              <a:rPr lang="fr-FR" dirty="0" smtClean="0"/>
              <a:t>Un acte impudique commis sur une personne contre sa volonté physique ou morale </a:t>
            </a:r>
          </a:p>
          <a:p>
            <a:pPr marL="514350" lvl="0" indent="-514350">
              <a:buFont typeface="+mj-lt"/>
              <a:buAutoNum type="alphaUcPeriod"/>
            </a:pPr>
            <a:r>
              <a:rPr lang="fr-FR" dirty="0" smtClean="0"/>
              <a:t> Une offense matérielle d’ordre sexuel ou non sexuelle commise sur une mineure</a:t>
            </a:r>
          </a:p>
          <a:p>
            <a:endParaRPr lang="fr-FR"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b="1" dirty="0" smtClean="0"/>
              <a:t>En faveur d’une pédérastie chronique :</a:t>
            </a:r>
            <a:endParaRPr lang="fr-FR" dirty="0" smtClean="0"/>
          </a:p>
          <a:p>
            <a:pPr marL="514350" lvl="0" indent="-514350">
              <a:buFont typeface="+mj-lt"/>
              <a:buAutoNum type="alphaUcPeriod"/>
            </a:pPr>
            <a:r>
              <a:rPr lang="fr-FR" dirty="0" smtClean="0"/>
              <a:t>La déformation infundibulaire de l’anus</a:t>
            </a:r>
          </a:p>
          <a:p>
            <a:pPr marL="514350" lvl="0" indent="-514350">
              <a:buFont typeface="+mj-lt"/>
              <a:buAutoNum type="alphaUcPeriod"/>
            </a:pPr>
            <a:r>
              <a:rPr lang="fr-FR" dirty="0" smtClean="0"/>
              <a:t>Un prolongement des plis radiés de l’anus</a:t>
            </a:r>
          </a:p>
          <a:p>
            <a:pPr marL="514350" lvl="0" indent="-514350">
              <a:buFont typeface="+mj-lt"/>
              <a:buAutoNum type="alphaUcPeriod"/>
            </a:pPr>
            <a:r>
              <a:rPr lang="fr-FR" dirty="0" smtClean="0"/>
              <a:t>L’incontinence plus ou moins complète des matières fécales</a:t>
            </a:r>
          </a:p>
          <a:p>
            <a:pPr marL="514350" lvl="0" indent="-514350">
              <a:buFont typeface="+mj-lt"/>
              <a:buAutoNum type="alphaUcPeriod"/>
            </a:pPr>
            <a:r>
              <a:rPr lang="fr-FR" dirty="0" smtClean="0"/>
              <a:t>La présence des condylomes anaux</a:t>
            </a:r>
          </a:p>
          <a:p>
            <a:pPr marL="514350" lvl="0" indent="-514350">
              <a:buFont typeface="+mj-lt"/>
              <a:buAutoNum type="alphaUcPeriod"/>
            </a:pPr>
            <a:r>
              <a:rPr lang="fr-FR" dirty="0" smtClean="0"/>
              <a:t>La présence d’un vitiligo péri anal</a:t>
            </a:r>
          </a:p>
          <a:p>
            <a:endParaRPr lang="fr-FR"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b="1" dirty="0" smtClean="0"/>
              <a:t>L’examen d’une victime de viol s’effectue :</a:t>
            </a:r>
            <a:endParaRPr lang="fr-FR" dirty="0" smtClean="0"/>
          </a:p>
          <a:p>
            <a:pPr marL="514350" lvl="0" indent="-514350">
              <a:buFont typeface="+mj-lt"/>
              <a:buAutoNum type="alphaUcPeriod"/>
            </a:pPr>
            <a:r>
              <a:rPr lang="fr-FR" dirty="0" smtClean="0"/>
              <a:t>En présence d’une tierce personne</a:t>
            </a:r>
          </a:p>
          <a:p>
            <a:pPr marL="514350" lvl="0" indent="-514350">
              <a:buFont typeface="+mj-lt"/>
              <a:buAutoNum type="alphaUcPeriod"/>
            </a:pPr>
            <a:r>
              <a:rPr lang="fr-FR" dirty="0" smtClean="0"/>
              <a:t>Souvent sur réquisition</a:t>
            </a:r>
          </a:p>
          <a:p>
            <a:pPr marL="514350" lvl="0" indent="-514350">
              <a:buFont typeface="+mj-lt"/>
              <a:buAutoNum type="alphaUcPeriod"/>
            </a:pPr>
            <a:r>
              <a:rPr lang="fr-FR" dirty="0" smtClean="0"/>
              <a:t>Après nettoyage de la région génitale</a:t>
            </a:r>
          </a:p>
          <a:p>
            <a:pPr marL="514350" lvl="0" indent="-514350">
              <a:buFont typeface="+mj-lt"/>
              <a:buAutoNum type="alphaUcPeriod"/>
            </a:pPr>
            <a:r>
              <a:rPr lang="fr-FR" dirty="0" smtClean="0"/>
              <a:t>Sur une table gynécologique bien éclairée et discrète</a:t>
            </a:r>
          </a:p>
          <a:p>
            <a:pPr marL="514350" lvl="0" indent="-514350">
              <a:buFont typeface="+mj-lt"/>
              <a:buAutoNum type="alphaUcPeriod"/>
            </a:pPr>
            <a:r>
              <a:rPr lang="fr-FR" dirty="0" smtClean="0"/>
              <a:t>Avec l’accord de la victime</a:t>
            </a:r>
          </a:p>
          <a:p>
            <a:endParaRPr lang="fr-FR"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buNone/>
            </a:pPr>
            <a:r>
              <a:rPr lang="fr-FR" b="1" dirty="0" smtClean="0"/>
              <a:t>Lors de l’examen d’une victime de violence sexuelle, quels sont les objectifs des examens complémentaires effectués :</a:t>
            </a:r>
            <a:endParaRPr lang="fr-FR" dirty="0" smtClean="0"/>
          </a:p>
          <a:p>
            <a:pPr marL="514350" lvl="0" indent="-514350">
              <a:buFont typeface="+mj-lt"/>
              <a:buAutoNum type="alphaUcPeriod"/>
            </a:pPr>
            <a:r>
              <a:rPr lang="fr-FR" dirty="0" smtClean="0"/>
              <a:t>Dépistage des maladies sexuellement transmissibles</a:t>
            </a:r>
          </a:p>
          <a:p>
            <a:pPr marL="514350" lvl="0" indent="-514350">
              <a:buFont typeface="+mj-lt"/>
              <a:buAutoNum type="alphaUcPeriod"/>
            </a:pPr>
            <a:r>
              <a:rPr lang="fr-FR" dirty="0" smtClean="0"/>
              <a:t>Dépistage d’un cancer du col</a:t>
            </a:r>
          </a:p>
          <a:p>
            <a:pPr marL="514350" lvl="0" indent="-514350">
              <a:buFont typeface="+mj-lt"/>
              <a:buAutoNum type="alphaUcPeriod"/>
            </a:pPr>
            <a:r>
              <a:rPr lang="fr-FR" dirty="0" smtClean="0"/>
              <a:t>recherche de substances psycho-actives</a:t>
            </a:r>
          </a:p>
          <a:p>
            <a:pPr marL="514350" lvl="0" indent="-514350">
              <a:buFont typeface="+mj-lt"/>
              <a:buAutoNum type="alphaUcPeriod"/>
            </a:pPr>
            <a:r>
              <a:rPr lang="fr-FR" dirty="0" smtClean="0"/>
              <a:t>dépistage d’une grossesse</a:t>
            </a:r>
          </a:p>
          <a:p>
            <a:pPr marL="514350" lvl="0" indent="-514350">
              <a:buFont typeface="+mj-lt"/>
              <a:buAutoNum type="alphaUcPeriod"/>
            </a:pPr>
            <a:r>
              <a:rPr lang="fr-FR" dirty="0" smtClean="0"/>
              <a:t>identification de l’agresseur</a:t>
            </a:r>
          </a:p>
          <a:p>
            <a:endParaRPr lang="fr-FR"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b="1" dirty="0" smtClean="0"/>
              <a:t>Concernant l’attentat à la pudeur :</a:t>
            </a:r>
            <a:endParaRPr lang="fr-FR" dirty="0" smtClean="0"/>
          </a:p>
          <a:p>
            <a:pPr marL="514350" lvl="0" indent="-514350">
              <a:buFont typeface="+mj-lt"/>
              <a:buAutoNum type="alphaUcPeriod"/>
            </a:pPr>
            <a:r>
              <a:rPr lang="fr-FR" dirty="0" smtClean="0"/>
              <a:t>c’est le fait de commettre un acte impudique sur une personne contre sa volonté</a:t>
            </a:r>
          </a:p>
          <a:p>
            <a:pPr marL="514350" lvl="0" indent="-514350">
              <a:buFont typeface="+mj-lt"/>
              <a:buAutoNum type="alphaUcPeriod"/>
            </a:pPr>
            <a:r>
              <a:rPr lang="fr-FR" dirty="0" smtClean="0"/>
              <a:t>il y a toujours une pénétration anale</a:t>
            </a:r>
          </a:p>
          <a:p>
            <a:pPr marL="514350" lvl="0" indent="-514350">
              <a:buFont typeface="+mj-lt"/>
              <a:buAutoNum type="alphaUcPeriod"/>
            </a:pPr>
            <a:r>
              <a:rPr lang="fr-FR" dirty="0" smtClean="0"/>
              <a:t>les attouchements à caractère sexuel ne constituent pas un attentat à la pudeur</a:t>
            </a:r>
          </a:p>
          <a:p>
            <a:pPr marL="514350" lvl="0" indent="-514350">
              <a:buFont typeface="+mj-lt"/>
              <a:buAutoNum type="alphaUcPeriod"/>
            </a:pPr>
            <a:r>
              <a:rPr lang="fr-FR" dirty="0" smtClean="0"/>
              <a:t>les victimes sont exclusivement des garçons</a:t>
            </a:r>
          </a:p>
          <a:p>
            <a:pPr marL="514350" lvl="0" indent="-514350">
              <a:buFont typeface="+mj-lt"/>
              <a:buAutoNum type="alphaUcPeriod"/>
            </a:pPr>
            <a:r>
              <a:rPr lang="fr-FR" dirty="0" smtClean="0"/>
              <a:t>les victimes sont des deux sexes</a:t>
            </a:r>
          </a:p>
          <a:p>
            <a:endParaRPr lang="fr-FR"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normAutofit fontScale="92500"/>
          </a:bodyPr>
          <a:lstStyle/>
          <a:p>
            <a:pPr>
              <a:buNone/>
            </a:pPr>
            <a:r>
              <a:rPr lang="fr-FR" b="1" dirty="0" smtClean="0"/>
              <a:t>Le viol :</a:t>
            </a:r>
            <a:endParaRPr lang="fr-FR" dirty="0" smtClean="0"/>
          </a:p>
          <a:p>
            <a:pPr marL="514350" lvl="0" indent="-514350">
              <a:buFont typeface="+mj-lt"/>
              <a:buAutoNum type="alphaUcPeriod"/>
            </a:pPr>
            <a:r>
              <a:rPr lang="fr-FR" dirty="0" smtClean="0"/>
              <a:t>est défini comme la possession d’une femme vierge ou déflorée contre sa volonté</a:t>
            </a:r>
          </a:p>
          <a:p>
            <a:pPr marL="514350" lvl="0" indent="-514350">
              <a:buFont typeface="+mj-lt"/>
              <a:buAutoNum type="alphaUcPeriod"/>
            </a:pPr>
            <a:r>
              <a:rPr lang="fr-FR" dirty="0" smtClean="0"/>
              <a:t>c’est l’intromission de la verge en érection sur une personne des deux sexes contre sa volonté</a:t>
            </a:r>
          </a:p>
          <a:p>
            <a:pPr marL="514350" lvl="0" indent="-514350">
              <a:buFont typeface="+mj-lt"/>
              <a:buAutoNum type="alphaUcPeriod"/>
            </a:pPr>
            <a:r>
              <a:rPr lang="fr-FR" dirty="0" smtClean="0"/>
              <a:t>un acte sexuel sur un cadavre</a:t>
            </a:r>
          </a:p>
          <a:p>
            <a:pPr marL="514350" lvl="0" indent="-514350">
              <a:buFont typeface="+mj-lt"/>
              <a:buAutoNum type="alphaUcPeriod"/>
            </a:pPr>
            <a:r>
              <a:rPr lang="fr-FR" dirty="0" smtClean="0"/>
              <a:t>un acte sexuel non consenti entre conjoints</a:t>
            </a:r>
          </a:p>
          <a:p>
            <a:pPr marL="514350" lvl="0" indent="-514350">
              <a:buFont typeface="+mj-lt"/>
              <a:buAutoNum type="alphaUcPeriod"/>
            </a:pPr>
            <a:r>
              <a:rPr lang="fr-FR" dirty="0" smtClean="0"/>
              <a:t>sa qualification est d’ordre médico-légal</a:t>
            </a:r>
          </a:p>
          <a:p>
            <a:endParaRPr lang="fr-FR"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b="1" dirty="0" smtClean="0"/>
              <a:t>L’hymen :</a:t>
            </a:r>
            <a:endParaRPr lang="fr-FR" dirty="0" smtClean="0"/>
          </a:p>
          <a:p>
            <a:pPr marL="514350" lvl="0" indent="-514350">
              <a:buFont typeface="+mj-lt"/>
              <a:buAutoNum type="alphaUcPeriod"/>
            </a:pPr>
            <a:r>
              <a:rPr lang="fr-FR" dirty="0" smtClean="0"/>
              <a:t>est un repli muqueux séparant le vagin de la vulve</a:t>
            </a:r>
          </a:p>
          <a:p>
            <a:pPr marL="514350" lvl="0" indent="-514350">
              <a:buFont typeface="+mj-lt"/>
              <a:buAutoNum type="alphaUcPeriod"/>
            </a:pPr>
            <a:r>
              <a:rPr lang="fr-FR" dirty="0" smtClean="0"/>
              <a:t>son examen se fait à l’aide d’un spéculum</a:t>
            </a:r>
          </a:p>
          <a:p>
            <a:pPr marL="514350" lvl="0" indent="-514350">
              <a:buFont typeface="+mj-lt"/>
              <a:buAutoNum type="alphaUcPeriod"/>
            </a:pPr>
            <a:r>
              <a:rPr lang="fr-FR" dirty="0" smtClean="0"/>
              <a:t>les déchirures incomplètes sont des encoches</a:t>
            </a:r>
          </a:p>
          <a:p>
            <a:pPr marL="514350" lvl="0" indent="-514350">
              <a:buFont typeface="+mj-lt"/>
              <a:buAutoNum type="alphaUcPeriod"/>
            </a:pPr>
            <a:r>
              <a:rPr lang="fr-FR" dirty="0" smtClean="0"/>
              <a:t>sa déchirure défini la défloration</a:t>
            </a:r>
          </a:p>
          <a:p>
            <a:pPr marL="514350" lvl="0" indent="-514350">
              <a:buFont typeface="+mj-lt"/>
              <a:buAutoNum type="alphaUcPeriod"/>
            </a:pPr>
            <a:r>
              <a:rPr lang="fr-FR" dirty="0" smtClean="0"/>
              <a:t>sa couleur reste blanc nacré même après sa déchirure</a:t>
            </a:r>
          </a:p>
          <a:p>
            <a:endParaRPr lang="fr-FR"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b="1" dirty="0" smtClean="0"/>
              <a:t>Le viol :</a:t>
            </a:r>
            <a:endParaRPr lang="fr-FR" dirty="0" smtClean="0"/>
          </a:p>
          <a:p>
            <a:pPr marL="514350" lvl="0" indent="-514350">
              <a:buFont typeface="+mj-lt"/>
              <a:buAutoNum type="alphaUcPeriod"/>
            </a:pPr>
            <a:r>
              <a:rPr lang="fr-FR" dirty="0" smtClean="0"/>
              <a:t>ne concerne pas la femme mariée</a:t>
            </a:r>
          </a:p>
          <a:p>
            <a:pPr marL="514350" lvl="0" indent="-514350">
              <a:buFont typeface="+mj-lt"/>
              <a:buAutoNum type="alphaUcPeriod"/>
            </a:pPr>
            <a:r>
              <a:rPr lang="fr-FR" dirty="0" smtClean="0"/>
              <a:t>concerne la femme ménopausée</a:t>
            </a:r>
          </a:p>
          <a:p>
            <a:pPr marL="514350" lvl="0" indent="-514350">
              <a:buFont typeface="+mj-lt"/>
              <a:buAutoNum type="alphaUcPeriod"/>
            </a:pPr>
            <a:r>
              <a:rPr lang="fr-FR" dirty="0" smtClean="0"/>
              <a:t>concerne la femme vierge</a:t>
            </a:r>
          </a:p>
          <a:p>
            <a:pPr marL="514350" lvl="0" indent="-514350">
              <a:buFont typeface="+mj-lt"/>
              <a:buAutoNum type="alphaUcPeriod"/>
            </a:pPr>
            <a:r>
              <a:rPr lang="fr-FR" dirty="0" smtClean="0"/>
              <a:t>concerne la mineure même avec sa volonté</a:t>
            </a:r>
          </a:p>
          <a:p>
            <a:pPr marL="514350" lvl="0" indent="-514350">
              <a:buFont typeface="+mj-lt"/>
              <a:buAutoNum type="alphaUcPeriod"/>
            </a:pPr>
            <a:r>
              <a:rPr lang="fr-FR" dirty="0" smtClean="0"/>
              <a:t>peut être en rapport avec la possession d’un homme contre son consentement</a:t>
            </a:r>
          </a:p>
          <a:p>
            <a:endParaRPr lang="fr-FR"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buNone/>
            </a:pPr>
            <a:r>
              <a:rPr lang="fr-FR" b="1" dirty="0" smtClean="0"/>
              <a:t>Parmi les attentats à la pudeur :</a:t>
            </a:r>
            <a:endParaRPr lang="fr-FR" dirty="0" smtClean="0"/>
          </a:p>
          <a:p>
            <a:pPr marL="514350" lvl="0" indent="-514350">
              <a:buFont typeface="+mj-lt"/>
              <a:buAutoNum type="alphaUcPeriod"/>
            </a:pPr>
            <a:r>
              <a:rPr lang="fr-FR" dirty="0" smtClean="0"/>
              <a:t>l’acte contre nature</a:t>
            </a:r>
          </a:p>
          <a:p>
            <a:pPr marL="514350" lvl="0" indent="-514350">
              <a:buFont typeface="+mj-lt"/>
              <a:buAutoNum type="alphaUcPeriod"/>
            </a:pPr>
            <a:r>
              <a:rPr lang="fr-FR" dirty="0" smtClean="0"/>
              <a:t>le harcèlement moral</a:t>
            </a:r>
          </a:p>
          <a:p>
            <a:pPr marL="514350" lvl="0" indent="-514350">
              <a:buFont typeface="+mj-lt"/>
              <a:buAutoNum type="alphaUcPeriod"/>
            </a:pPr>
            <a:r>
              <a:rPr lang="fr-FR" dirty="0" smtClean="0"/>
              <a:t>la pédérastie chronique</a:t>
            </a:r>
          </a:p>
          <a:p>
            <a:pPr marL="514350" lvl="0" indent="-514350">
              <a:buFont typeface="+mj-lt"/>
              <a:buAutoNum type="alphaUcPeriod"/>
            </a:pPr>
            <a:r>
              <a:rPr lang="fr-FR" dirty="0" smtClean="0"/>
              <a:t>le coït périnéal</a:t>
            </a:r>
          </a:p>
          <a:p>
            <a:pPr marL="514350" lvl="0" indent="-514350">
              <a:buFont typeface="+mj-lt"/>
              <a:buAutoNum type="alphaUcPeriod"/>
            </a:pPr>
            <a:r>
              <a:rPr lang="fr-FR" dirty="0" smtClean="0"/>
              <a:t>le viol</a:t>
            </a:r>
          </a:p>
          <a:p>
            <a:endParaRPr lang="fr-FR"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r>
              <a:rPr lang="fr-FR" b="1" dirty="0" smtClean="0"/>
              <a:t>Le diagnostic de viol repose sur plusieurs éléments :</a:t>
            </a:r>
            <a:endParaRPr lang="fr-FR" dirty="0" smtClean="0"/>
          </a:p>
          <a:p>
            <a:pPr marL="514350" lvl="0" indent="-514350">
              <a:buFont typeface="+mj-lt"/>
              <a:buAutoNum type="alphaUcPeriod"/>
            </a:pPr>
            <a:r>
              <a:rPr lang="fr-FR" dirty="0" smtClean="0"/>
              <a:t>la déchirure hyménale récente, élément constant</a:t>
            </a:r>
          </a:p>
          <a:p>
            <a:pPr marL="514350" lvl="0" indent="-514350">
              <a:buFont typeface="+mj-lt"/>
              <a:buAutoNum type="alphaUcPeriod"/>
            </a:pPr>
            <a:r>
              <a:rPr lang="fr-FR" dirty="0" smtClean="0"/>
              <a:t>la présence de traces de violences, élément indispensable</a:t>
            </a:r>
          </a:p>
          <a:p>
            <a:pPr marL="514350" lvl="0" indent="-514350">
              <a:buFont typeface="+mj-lt"/>
              <a:buAutoNum type="alphaUcPeriod"/>
            </a:pPr>
            <a:r>
              <a:rPr lang="fr-FR" dirty="0" smtClean="0"/>
              <a:t>un éclatement de l’orifice anal</a:t>
            </a:r>
          </a:p>
          <a:p>
            <a:pPr marL="514350" lvl="0" indent="-514350">
              <a:buFont typeface="+mj-lt"/>
              <a:buAutoNum type="alphaUcPeriod"/>
            </a:pPr>
            <a:r>
              <a:rPr lang="fr-FR" dirty="0" smtClean="0"/>
              <a:t>la présence d’une déchirure récente de l’hymen</a:t>
            </a:r>
          </a:p>
          <a:p>
            <a:pPr marL="514350" lvl="0" indent="-514350">
              <a:buFont typeface="+mj-lt"/>
              <a:buAutoNum type="alphaUcPeriod"/>
            </a:pPr>
            <a:r>
              <a:rPr lang="fr-FR" dirty="0" smtClean="0"/>
              <a:t>la présence de sperme dans le vagin</a:t>
            </a:r>
          </a:p>
          <a:p>
            <a:endParaRPr lang="fr-FR"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lvl="0">
              <a:buNone/>
            </a:pPr>
            <a:r>
              <a:rPr lang="fr-FR" b="1" dirty="0" smtClean="0"/>
              <a:t>le viol se défini par :</a:t>
            </a:r>
            <a:endParaRPr lang="fr-FR" dirty="0" smtClean="0"/>
          </a:p>
          <a:p>
            <a:pPr marL="514350" lvl="0" indent="-514350">
              <a:buFont typeface="+mj-lt"/>
              <a:buAutoNum type="alphaUcPeriod"/>
            </a:pPr>
            <a:r>
              <a:rPr lang="fr-FR" dirty="0" smtClean="0"/>
              <a:t>la pénétration d’une femme vierge uniquement</a:t>
            </a:r>
          </a:p>
          <a:p>
            <a:pPr marL="514350" lvl="0" indent="-514350">
              <a:buFont typeface="+mj-lt"/>
              <a:buAutoNum type="alphaUcPeriod"/>
            </a:pPr>
            <a:r>
              <a:rPr lang="fr-FR" dirty="0" smtClean="0"/>
              <a:t>la pénétration d’une femme non vierge consentante</a:t>
            </a:r>
          </a:p>
          <a:p>
            <a:pPr marL="514350" lvl="0" indent="-514350">
              <a:buFont typeface="+mj-lt"/>
              <a:buAutoNum type="alphaUcPeriod"/>
            </a:pPr>
            <a:r>
              <a:rPr lang="fr-FR" dirty="0" smtClean="0"/>
              <a:t>la pénétration d’une mineure</a:t>
            </a:r>
          </a:p>
          <a:p>
            <a:pPr marL="514350" lvl="0" indent="-514350">
              <a:buFont typeface="+mj-lt"/>
              <a:buAutoNum type="alphaUcPeriod"/>
            </a:pPr>
            <a:r>
              <a:rPr lang="fr-FR" dirty="0" smtClean="0"/>
              <a:t>l’intromission d’un corps étranger dans le vagin d’une mineure</a:t>
            </a:r>
          </a:p>
          <a:p>
            <a:pPr marL="514350" lvl="0" indent="-514350">
              <a:buFont typeface="+mj-lt"/>
              <a:buAutoNum type="alphaUcPeriod"/>
            </a:pPr>
            <a:r>
              <a:rPr lang="fr-FR" dirty="0" smtClean="0"/>
              <a:t>La pénétration d’une femme vierge ou non contre sa volonté</a:t>
            </a:r>
          </a:p>
          <a:p>
            <a:endParaRPr lang="fr-FR"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85000" lnSpcReduction="20000"/>
          </a:bodyPr>
          <a:lstStyle/>
          <a:p>
            <a:pPr lvl="0">
              <a:buNone/>
            </a:pPr>
            <a:r>
              <a:rPr lang="fr-FR" b="1" dirty="0" smtClean="0"/>
              <a:t>l’attentat à la pudeur est une offense matérielle d’ordre sexuelle:</a:t>
            </a:r>
            <a:endParaRPr lang="fr-FR" dirty="0" smtClean="0"/>
          </a:p>
          <a:p>
            <a:pPr marL="514350" lvl="0" indent="-514350">
              <a:buFont typeface="+mj-lt"/>
              <a:buAutoNum type="alphaUcPeriod"/>
            </a:pPr>
            <a:r>
              <a:rPr lang="fr-FR" dirty="0" smtClean="0"/>
              <a:t>commise sur un mineur uniquement</a:t>
            </a:r>
          </a:p>
          <a:p>
            <a:pPr marL="514350" lvl="0" indent="-514350">
              <a:buFont typeface="+mj-lt"/>
              <a:buAutoNum type="alphaUcPeriod"/>
            </a:pPr>
            <a:r>
              <a:rPr lang="fr-FR" dirty="0" smtClean="0"/>
              <a:t>commise sur une personne de sexe féminin uniquement</a:t>
            </a:r>
          </a:p>
          <a:p>
            <a:pPr marL="514350" lvl="0" indent="-514350">
              <a:buFont typeface="+mj-lt"/>
              <a:buAutoNum type="alphaUcPeriod"/>
            </a:pPr>
            <a:r>
              <a:rPr lang="fr-FR" dirty="0" smtClean="0"/>
              <a:t>commise sur une personne des deux sexes, quelque soient son âge</a:t>
            </a:r>
          </a:p>
          <a:p>
            <a:pPr marL="514350" lvl="0" indent="-514350">
              <a:buFont typeface="+mj-lt"/>
              <a:buAutoNum type="alphaUcPeriod"/>
            </a:pPr>
            <a:r>
              <a:rPr lang="fr-FR" dirty="0" smtClean="0"/>
              <a:t>commise sur une personne de sexe masculin uniquement</a:t>
            </a:r>
          </a:p>
          <a:p>
            <a:pPr marL="514350" lvl="0" indent="-514350">
              <a:buFont typeface="+mj-lt"/>
              <a:buAutoNum type="alphaUcPeriod"/>
            </a:pPr>
            <a:r>
              <a:rPr lang="fr-FR" dirty="0" smtClean="0"/>
              <a:t>Commise le plus souvent sur un mineur des deux sexes</a:t>
            </a:r>
          </a:p>
          <a:p>
            <a:endParaRPr lang="fr-FR"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20000"/>
          </a:bodyPr>
          <a:lstStyle/>
          <a:p>
            <a:pPr>
              <a:buNone/>
            </a:pPr>
            <a:r>
              <a:rPr lang="fr-FR" b="1" i="1" u="sng" dirty="0" smtClean="0"/>
              <a:t>L’attentat à la pudeur comprend :</a:t>
            </a:r>
            <a:endParaRPr lang="fr-FR" dirty="0" smtClean="0"/>
          </a:p>
          <a:p>
            <a:pPr marL="514350" indent="-514350">
              <a:buFont typeface="+mj-lt"/>
              <a:buAutoNum type="alphaUcPeriod"/>
            </a:pPr>
            <a:r>
              <a:rPr lang="fr-FR" i="1" dirty="0" smtClean="0"/>
              <a:t>des attouchements sexuels. </a:t>
            </a:r>
            <a:endParaRPr lang="fr-FR" dirty="0" smtClean="0"/>
          </a:p>
          <a:p>
            <a:pPr marL="514350" indent="-514350">
              <a:buFont typeface="+mj-lt"/>
              <a:buAutoNum type="alphaUcPeriod"/>
            </a:pPr>
            <a:r>
              <a:rPr lang="fr-FR" i="1" dirty="0" smtClean="0"/>
              <a:t> des attouchements des parties génitales par un doigt.</a:t>
            </a:r>
            <a:endParaRPr lang="fr-FR" dirty="0" smtClean="0"/>
          </a:p>
          <a:p>
            <a:pPr marL="514350" indent="-514350">
              <a:buFont typeface="+mj-lt"/>
              <a:buAutoNum type="alphaUcPeriod"/>
            </a:pPr>
            <a:r>
              <a:rPr lang="fr-FR" i="1" dirty="0" smtClean="0"/>
              <a:t> des attouchements des parties génitales par la langue.</a:t>
            </a:r>
            <a:endParaRPr lang="fr-FR" dirty="0" smtClean="0"/>
          </a:p>
          <a:p>
            <a:pPr marL="514350" indent="-514350">
              <a:buFont typeface="+mj-lt"/>
              <a:buAutoNum type="alphaUcPeriod"/>
            </a:pPr>
            <a:r>
              <a:rPr lang="fr-FR" i="1" dirty="0" smtClean="0"/>
              <a:t> un acte d’ordre sexuel commis sur une personne consentante.</a:t>
            </a:r>
          </a:p>
          <a:p>
            <a:pPr marL="514350" indent="-514350">
              <a:buFont typeface="+mj-lt"/>
              <a:buAutoNum type="alphaUcPeriod"/>
            </a:pPr>
            <a:r>
              <a:rPr lang="fr-FR" i="1" dirty="0" smtClean="0"/>
              <a:t>un acte impudique visant à exhiber ses organes génitaux</a:t>
            </a:r>
            <a:endParaRPr lang="fr-FR" dirty="0" smtClean="0"/>
          </a:p>
          <a:p>
            <a:endParaRPr lang="fr-FR"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r>
              <a:rPr lang="fr-FR" b="1" dirty="0" smtClean="0"/>
              <a:t>Concernant l’attentat à la pudeur :</a:t>
            </a:r>
            <a:endParaRPr lang="fr-FR" dirty="0" smtClean="0"/>
          </a:p>
          <a:p>
            <a:pPr marL="514350" lvl="0" indent="-514350">
              <a:buFont typeface="+mj-lt"/>
              <a:buAutoNum type="alphaUcPeriod"/>
            </a:pPr>
            <a:r>
              <a:rPr lang="fr-FR" dirty="0" smtClean="0"/>
              <a:t>c’est le fait de commettre un acte impudique sur une personne contre sa volonté</a:t>
            </a:r>
          </a:p>
          <a:p>
            <a:pPr marL="514350" lvl="0" indent="-514350">
              <a:buFont typeface="+mj-lt"/>
              <a:buAutoNum type="alphaUcPeriod"/>
            </a:pPr>
            <a:r>
              <a:rPr lang="fr-FR" dirty="0" smtClean="0"/>
              <a:t>il y a toujours une pénétration anale</a:t>
            </a:r>
          </a:p>
          <a:p>
            <a:pPr marL="514350" lvl="0" indent="-514350">
              <a:buFont typeface="+mj-lt"/>
              <a:buAutoNum type="alphaUcPeriod"/>
            </a:pPr>
            <a:r>
              <a:rPr lang="fr-FR" dirty="0" smtClean="0"/>
              <a:t>les attouchements à caractère sexuel ne constituent pas un attentat à la pudeur</a:t>
            </a:r>
          </a:p>
          <a:p>
            <a:pPr marL="514350" lvl="0" indent="-514350">
              <a:buFont typeface="+mj-lt"/>
              <a:buAutoNum type="alphaUcPeriod"/>
            </a:pPr>
            <a:r>
              <a:rPr lang="fr-FR" dirty="0" smtClean="0"/>
              <a:t>les victimes sont exclusivement des garçons</a:t>
            </a:r>
          </a:p>
          <a:p>
            <a:pPr marL="514350" lvl="0" indent="-514350">
              <a:buFont typeface="+mj-lt"/>
              <a:buAutoNum type="alphaUcPeriod"/>
            </a:pPr>
            <a:r>
              <a:rPr lang="fr-FR" dirty="0" smtClean="0"/>
              <a:t>les victimes sont des deux sexes</a:t>
            </a:r>
          </a:p>
          <a:p>
            <a:endParaRPr lang="fr-F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798</TotalTime>
  <Words>2344</Words>
  <Application>Microsoft Office PowerPoint</Application>
  <PresentationFormat>Affichage à l'écran (4:3)</PresentationFormat>
  <Paragraphs>402</Paragraphs>
  <Slides>76</Slides>
  <Notes>0</Notes>
  <HiddenSlides>0</HiddenSlides>
  <MMClips>0</MMClips>
  <ScaleCrop>false</ScaleCrop>
  <HeadingPairs>
    <vt:vector size="4" baseType="variant">
      <vt:variant>
        <vt:lpstr>Thème</vt:lpstr>
      </vt:variant>
      <vt:variant>
        <vt:i4>1</vt:i4>
      </vt:variant>
      <vt:variant>
        <vt:lpstr>Titres des diapositives</vt:lpstr>
      </vt:variant>
      <vt:variant>
        <vt:i4>76</vt:i4>
      </vt:variant>
    </vt:vector>
  </HeadingPairs>
  <TitlesOfParts>
    <vt:vector size="77" baseType="lpstr">
      <vt:lpstr>Thème Office</vt:lpstr>
      <vt:lpstr>Cours et illustration QCM et QCS (2ème partie) Secret médical Agressions sexuelles</vt:lpstr>
      <vt:lpstr>Diapositive 2</vt:lpstr>
      <vt:lpstr>Diapositive 3</vt:lpstr>
      <vt:lpstr>Diapositive 4</vt:lpstr>
      <vt:lpstr> </vt:lpstr>
      <vt:lpstr>  </vt:lpstr>
      <vt:lpstr>Diapositive 7</vt:lpstr>
      <vt:lpstr>   </vt:lpstr>
      <vt:lpstr>Diapositive 9</vt:lpstr>
      <vt:lpstr> Dérogations obligatoires (absolues)</vt:lpstr>
      <vt:lpstr> Les dérogations facultatives (relatives)</vt:lpstr>
      <vt:lpstr>La violation du secret professionnel par un médecin hospitalier est réprimée par : réponse fausse</vt:lpstr>
      <vt:lpstr> Le médecin est tenu au secret professionnel par :</vt:lpstr>
      <vt:lpstr>   Parmi les propositions suivantes concernant le secret médical, Iaquelle est exacte ? </vt:lpstr>
      <vt:lpstr>  Parmi les propositions suivantes concernant le secret médical, laquelle ou lesquelles est (sont) vraie(s) ?: </vt:lpstr>
      <vt:lpstr>   Il peut y avoir dérogation au secret médical en cas de : </vt:lpstr>
      <vt:lpstr> Parmi les propositions suivantes, laquelle (lesquelles) est (sont) couverte(s) par le secret médical ?:  </vt:lpstr>
      <vt:lpstr> Le médecin est tenu de se porter dénonciateur, et ainsi de déroger au secret professionnel prévu par le code pénal en cas de :  </vt:lpstr>
      <vt:lpstr>  Le secret médical : (cochez les réponses justes) </vt:lpstr>
      <vt:lpstr>  Dans les dérogations relatives du secret médical : (les réponses justes ) </vt:lpstr>
      <vt:lpstr>   En cas de violation du secret médical : ( les réponses jutes) :    </vt:lpstr>
      <vt:lpstr> Le médecin pourrait légalement dans un cas, rompre le secret médical en ce qui concerne : (RF) </vt:lpstr>
      <vt:lpstr> L'obligation au secret professionnel médical pour le médecin hospitalier s'applique à :(RF) </vt:lpstr>
      <vt:lpstr>  Viole le secret professionnel le médecin qui :(RF) </vt:lpstr>
      <vt:lpstr> Parmi les dérogations facultatives du   secret médical : (la R juste) </vt:lpstr>
      <vt:lpstr>Le secret médical concerne (la R fausse) :</vt:lpstr>
      <vt:lpstr>  Le secret médical est obligatoire : (la R juste) </vt:lpstr>
      <vt:lpstr> Le secret médical couvre : la R F </vt:lpstr>
      <vt:lpstr>  Le médecin pourrait légalement et obligatoirement rompre le secret médical en ce qui concerne : </vt:lpstr>
      <vt:lpstr> Toutes ses propositions constituent des dérogations absolues au secret médical sauf une : </vt:lpstr>
      <vt:lpstr>  Viole le secret professionnel le médecin qui :(la ou les RF) </vt:lpstr>
      <vt:lpstr> l’obligation au secret professionnel médical pour le médecin hospitalier s'applique à :(RF) </vt:lpstr>
      <vt:lpstr> Les cas d’obligation de révélation du secret médical </vt:lpstr>
      <vt:lpstr> Le secret médical : </vt:lpstr>
      <vt:lpstr>  Les textes de loi du secret médical sont contenus dans : </vt:lpstr>
      <vt:lpstr> Le secret médical : </vt:lpstr>
      <vt:lpstr> La violation du secret médical met en jeu : </vt:lpstr>
      <vt:lpstr>  Les éléments constitutifs du délit de violation du secret médical sont : </vt:lpstr>
      <vt:lpstr>Diapositive 39</vt:lpstr>
      <vt:lpstr> Définition </vt:lpstr>
      <vt:lpstr>  L’OUTRAGE PUBLIC  A LA PUDEUR (Art 333du CPA) </vt:lpstr>
      <vt:lpstr> ATTENTAT A LA PUDEUR : Art 334 et 335 CPA </vt:lpstr>
      <vt:lpstr> ATTENTAT PEDERASTIQUE  (Art 333 alinéa 2) </vt:lpstr>
      <vt:lpstr>Diapositive 44</vt:lpstr>
      <vt:lpstr>BILAN LESIONNEL</vt:lpstr>
      <vt:lpstr>Diapositive 46</vt:lpstr>
      <vt:lpstr>Diapositive 47</vt:lpstr>
      <vt:lpstr> LE VIOL</vt:lpstr>
      <vt:lpstr>Diapositive 49</vt:lpstr>
      <vt:lpstr>Aspect juridique</vt:lpstr>
      <vt:lpstr> B- DIAGNOSTIC DU VIOL : </vt:lpstr>
      <vt:lpstr>Diapositive 52</vt:lpstr>
      <vt:lpstr> Caractères  de la défloration : </vt:lpstr>
      <vt:lpstr>Diapositive 54</vt:lpstr>
      <vt:lpstr> C- EXPERTISE MÉDICOLÉGALE: </vt:lpstr>
      <vt:lpstr> 4-EXAMEN CLINIQUE : </vt:lpstr>
      <vt:lpstr> </vt:lpstr>
      <vt:lpstr>Diapositive 58</vt:lpstr>
      <vt:lpstr>Diapositive 59</vt:lpstr>
      <vt:lpstr>5- LES PRÉLÈVEMENTS</vt:lpstr>
      <vt:lpstr>Diapositive 61</vt:lpstr>
      <vt:lpstr>6- CERTIFICATION :</vt:lpstr>
      <vt:lpstr>Diapositive 63</vt:lpstr>
      <vt:lpstr>Diapositive 64</vt:lpstr>
      <vt:lpstr>Diapositive 65</vt:lpstr>
      <vt:lpstr>Diapositive 66</vt:lpstr>
      <vt:lpstr>Diapositive 67</vt:lpstr>
      <vt:lpstr>Diapositive 68</vt:lpstr>
      <vt:lpstr>Diapositive 69</vt:lpstr>
      <vt:lpstr>Diapositive 70</vt:lpstr>
      <vt:lpstr>Diapositive 71</vt:lpstr>
      <vt:lpstr>Diapositive 72</vt:lpstr>
      <vt:lpstr>Diapositive 73</vt:lpstr>
      <vt:lpstr>Diapositive 74</vt:lpstr>
      <vt:lpstr>Diapositive 75</vt:lpstr>
      <vt:lpstr>Diapositive 76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HP</dc:creator>
  <cp:lastModifiedBy>HP</cp:lastModifiedBy>
  <cp:revision>61</cp:revision>
  <dcterms:created xsi:type="dcterms:W3CDTF">2020-12-10T20:39:46Z</dcterms:created>
  <dcterms:modified xsi:type="dcterms:W3CDTF">2021-02-23T21:29:11Z</dcterms:modified>
</cp:coreProperties>
</file>